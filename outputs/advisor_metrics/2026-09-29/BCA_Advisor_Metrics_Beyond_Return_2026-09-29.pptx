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3.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4.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1.xml" ContentType="application/vnd.openxmlformats-officedocument.drawingml.chart+xml"/>
  <Override PartName="/ppt/slides/charts/chart1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3.xml" ContentType="application/vnd.openxmlformats-officedocument.drawingml.chart+xml"/>
  <Override PartName="/ppt/slides/charts/chart14.xml" ContentType="application/vnd.openxmlformats-officedocument.drawingml.chart+xml"/>
  <Override PartName="/ppt/slides/charts/chart15.xml" ContentType="application/vnd.openxmlformats-officedocument.drawingml.chart+xml"/>
  <Override PartName="/ppt/slides/charts/chart16.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f8f45b8f41d4d17" /><Relationship Type="http://schemas.openxmlformats.org/officeDocument/2006/relationships/extended-properties" Target="/docProps/app.xml" Id="Rbb9c4b4171fe4f73" /><Relationship Type="http://schemas.openxmlformats.org/officeDocument/2006/relationships/officeDocument" Target="/ppt/presentation.xml" Id="R0103e21e57dc4911" /></Relationships>
</file>

<file path=ppt/presentation.xml><?xml version="1.0" encoding="utf-8"?>
<p:presentation xmlns:p="http://schemas.openxmlformats.org/presentationml/2006/main">
  <p:sldMasterIdLst>
    <p:sldMasterId xmlns:r="http://schemas.openxmlformats.org/officeDocument/2006/relationships" id="2147483648" r:id="R3a76220247dd4057"/>
  </p:sldMasterIdLst>
  <p:notesMasterIdLst>
    <p:notesMasterId xmlns:r="http://schemas.openxmlformats.org/officeDocument/2006/relationships" r:id="Re057e452e67d4ca6"/>
  </p:notesMasterIdLst>
  <p:sldIdLst>
    <p:sldId xmlns:r="http://schemas.openxmlformats.org/officeDocument/2006/relationships" id="256" r:id="Rd89e5a97116d426b"/>
    <p:sldId xmlns:r="http://schemas.openxmlformats.org/officeDocument/2006/relationships" id="257" r:id="R285bd8835bb3416d"/>
    <p:sldId xmlns:r="http://schemas.openxmlformats.org/officeDocument/2006/relationships" id="258" r:id="R21057758425346ce"/>
    <p:sldId xmlns:r="http://schemas.openxmlformats.org/officeDocument/2006/relationships" id="259" r:id="Rfe5d7e87ad254ae1"/>
    <p:sldId xmlns:r="http://schemas.openxmlformats.org/officeDocument/2006/relationships" id="260" r:id="R73f0282dad0b41be"/>
    <p:sldId xmlns:r="http://schemas.openxmlformats.org/officeDocument/2006/relationships" id="261" r:id="Rec22f55cd8294bc5"/>
    <p:sldId xmlns:r="http://schemas.openxmlformats.org/officeDocument/2006/relationships" id="262" r:id="Rb132818d6c114169"/>
    <p:sldId xmlns:r="http://schemas.openxmlformats.org/officeDocument/2006/relationships" id="263" r:id="Rfa6ce02639224ae9"/>
    <p:sldId xmlns:r="http://schemas.openxmlformats.org/officeDocument/2006/relationships" id="264" r:id="R111bd270cf8e42f9"/>
    <p:sldId xmlns:r="http://schemas.openxmlformats.org/officeDocument/2006/relationships" id="265" r:id="Rdc39584bcd9e4573"/>
    <p:sldId xmlns:r="http://schemas.openxmlformats.org/officeDocument/2006/relationships" id="266" r:id="Ra541578c5f7e4d70"/>
    <p:sldId xmlns:r="http://schemas.openxmlformats.org/officeDocument/2006/relationships" id="267" r:id="Rb5ce085e058a43e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36361b816c642a7" /><Relationship Type="http://schemas.openxmlformats.org/officeDocument/2006/relationships/slideMaster" Target="/ppt/slideMasters/slideMaster1.xml" Id="R3a76220247dd4057" /><Relationship Type="http://schemas.openxmlformats.org/officeDocument/2006/relationships/notesMaster" Target="/ppt/notesMasters/notesMaster1.xml" Id="Re057e452e67d4ca6" /><Relationship Type="http://schemas.openxmlformats.org/officeDocument/2006/relationships/presProps" Target="/ppt/presProps.xml" Id="Rdb587be1e2c84ea3" /><Relationship Type="http://schemas.openxmlformats.org/officeDocument/2006/relationships/tableStyles" Target="/ppt/tableStyles.xml" Id="R15d6e6a849974ea0" /><Relationship Type="http://schemas.openxmlformats.org/officeDocument/2006/relationships/slide" Target="/ppt/slides/slide1.xml" Id="Rd89e5a97116d426b" /><Relationship Type="http://schemas.openxmlformats.org/officeDocument/2006/relationships/slide" Target="/ppt/slides/slide2.xml" Id="R285bd8835bb3416d" /><Relationship Type="http://schemas.openxmlformats.org/officeDocument/2006/relationships/slide" Target="/ppt/slides/slide3.xml" Id="R21057758425346ce" /><Relationship Type="http://schemas.openxmlformats.org/officeDocument/2006/relationships/slide" Target="/ppt/slides/slide4.xml" Id="Rfe5d7e87ad254ae1" /><Relationship Type="http://schemas.openxmlformats.org/officeDocument/2006/relationships/slide" Target="/ppt/slides/slide5.xml" Id="R73f0282dad0b41be" /><Relationship Type="http://schemas.openxmlformats.org/officeDocument/2006/relationships/slide" Target="/ppt/slides/slide6.xml" Id="Rec22f55cd8294bc5" /><Relationship Type="http://schemas.openxmlformats.org/officeDocument/2006/relationships/slide" Target="/ppt/slides/slide7.xml" Id="Rb132818d6c114169" /><Relationship Type="http://schemas.openxmlformats.org/officeDocument/2006/relationships/slide" Target="/ppt/slides/slide8.xml" Id="Rfa6ce02639224ae9" /><Relationship Type="http://schemas.openxmlformats.org/officeDocument/2006/relationships/slide" Target="/ppt/slides/slide9.xml" Id="R111bd270cf8e42f9" /><Relationship Type="http://schemas.openxmlformats.org/officeDocument/2006/relationships/slide" Target="/ppt/slides/slide10.xml" Id="Rdc39584bcd9e4573" /><Relationship Type="http://schemas.openxmlformats.org/officeDocument/2006/relationships/slide" Target="/ppt/slides/slide11.xml" Id="Ra541578c5f7e4d70" /><Relationship Type="http://schemas.openxmlformats.org/officeDocument/2006/relationships/slide" Target="/ppt/slides/slide12.xml" Id="Rb5ce085e058a43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8b67b100a0f45c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3723b076a84264" /><Relationship Type="http://schemas.openxmlformats.org/officeDocument/2006/relationships/notesMaster" Target="/ppt/notesMasters/notesMaster1.xml" Id="R303da54eb9a940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2b3aad286e64552" /><Relationship Type="http://schemas.openxmlformats.org/officeDocument/2006/relationships/notesMaster" Target="/ppt/notesMasters/notesMaster1.xml" Id="R57f18e6c5a1646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78803cf9327445f" /><Relationship Type="http://schemas.openxmlformats.org/officeDocument/2006/relationships/notesMaster" Target="/ppt/notesMasters/notesMaster1.xml" Id="R1119716894d946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16e0a29d1b144d9" /><Relationship Type="http://schemas.openxmlformats.org/officeDocument/2006/relationships/notesMaster" Target="/ppt/notesMasters/notesMaster1.xml" Id="Reb06af0c50b94e4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ae974ddf4441f1" /><Relationship Type="http://schemas.openxmlformats.org/officeDocument/2006/relationships/notesMaster" Target="/ppt/notesMasters/notesMaster1.xml" Id="R07796b9123ba448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2848bbc8304a56" /><Relationship Type="http://schemas.openxmlformats.org/officeDocument/2006/relationships/notesMaster" Target="/ppt/notesMasters/notesMaster1.xml" Id="R097b6920f24c4867" /></Relationships>
</file>

<file path=ppt/notesSlides/_rels/notesSlide7.xml.rels>&#65279;<?xml version="1.0" encoding="utf-8"?><Relationships xmlns="http://schemas.openxmlformats.org/package/2006/relationships"><Relationship Type="http://schemas.openxmlformats.org/officeDocument/2006/relationships/slide" Target="/ppt/slides/slide7.xml" Id="Rfa5adb9bfc2f4b4d" /><Relationship Type="http://schemas.openxmlformats.org/officeDocument/2006/relationships/notesMaster" Target="/ppt/notesMasters/notesMaster1.xml" Id="Rad102dcf7e4843ed"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bbb87d0a944e34" /><Relationship Type="http://schemas.openxmlformats.org/officeDocument/2006/relationships/notesMaster" Target="/ppt/notesMasters/notesMaster1.xml" Id="Rd7f2c5ca55ae4c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3212888501ed43c7" /><Relationship Type="http://schemas.openxmlformats.org/officeDocument/2006/relationships/notesMaster" Target="/ppt/notesMasters/notesMaster1.xml" Id="R7e6d6ee845194f7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c92537b01a443d2" /><Relationship Type="http://schemas.openxmlformats.org/officeDocument/2006/relationships/notesMaster" Target="/ppt/notesMasters/notesMaster1.xml" Id="R597a044f06d4417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5338b2d459f4eef" /><Relationship Type="http://schemas.openxmlformats.org/officeDocument/2006/relationships/notesMaster" Target="/ppt/notesMasters/notesMaster1.xml" Id="R62c69776ef184e8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64c4f8ce42c448a" /><Relationship Type="http://schemas.openxmlformats.org/officeDocument/2006/relationships/notesMaster" Target="/ppt/notesMasters/notesMaster1.xml" Id="R04d22940af734e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objective: Determine whether BCA produces useful prediction-error bands and whether their use by the host improves action decisions. Whole-policy return is only one end result. This deck adds the missing evidence chain: empirical coverage, width/sharpness, warning discrimination, decision regret, scale fitting, component radii, consumed penalty, and critic behavior. Fresh residual coverage is not established. The prior slide deck overemphasized return and omitted already-available calibration diagnostics and secondary pilot metrics. Pilot statistics are one TD3+BC Hopper training seed; training diagnostics below use seed202609171 on Walker. Those are different cells and cannot be merged into a same-run causal explanation. Revised OOD snapshot still has zero completed pairs.</a:t>
            </a:r>
          </a:p>
          <a:p xmlns:a="http://schemas.openxmlformats.org/drawingml/2006/main">
            <a:r>
              <a:t>Saved closed exports; no live simulator archives or checkpoints queried.</a:t>
            </a:r>
          </a:p>
          <a:p xmlns:a="http://schemas.openxmlformats.org/drawingml/2006/main">
            <a:r>
              <a:t>Evidence: C:/Users/David Bayha/Documents/GitHub/BCA/outputs/ood/td3_bc/hopper/s202609171/real-harm-report-v1/summary.json</a:t>
            </a:r>
          </a:p>
          <a:p xmlns:a="http://schemas.openxmlformats.org/drawingml/2006/main">
            <a:r>
              <a:t>Evidence: C:/Users/David Bayha/Documents/GitHub/BCA/outputs/ood/td3_bc/hopper/s202609171/real-harm-report-v1/panels.json</a:t>
            </a:r>
          </a:p>
          <a:p xmlns:a="http://schemas.openxmlformats.org/drawingml/2006/main">
            <a:r>
              <a:t>Evidence: C:/Users/David Bayha/Documents/GitHub/BCA/analysis/current_results_20260929/inputs/local_exports.json</a:t>
            </a:r>
          </a:p>
          <a:p xmlns:a="http://schemas.openxmlformats.org/drawingml/2006/main">
            <a:r>
              <a:t>Evidence: C:/Users/David Bayha/Documents/GitHub/BCA/analysis/current_results_20260929/inputs/cluster_snapshot.json.gz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TD3+BC Hopper pilot, seed202609171, frozen BCA continuation. Harm means losing more than1 raw reward unit relative to host first action in the same state over250 total transitions. Each panel has nine alternatives. AUROC and average precision are computed within eligible panels, then averaged within the four collector/capture strata; the displayed mean gives equal weight to each stratum. There are111/256 eligible panels. All145 single-class panels are N/A for these rankings. AUROC asks how often a harmful action scores above a nonharmful action;0.5 is chance, ties half. AP summarizes precision as high-score actions are selected; higher is better, with tied-score groups handled together. Constant-score AP=.27456 is the matched eligible-panel baseline, not the11.98% pooled harm frequency. AP shows enrichment over constant/random, so it is inaccurate to say the signal contains no information. Width trails support distance on both metrics and AUROC is near chance; no significance or replicated claim. Within-state and pooled statistics remain separate.</a:t>
            </a:r>
          </a:p>
          <a:p xmlns:a="http://schemas.openxmlformats.org/drawingml/2006/main">
            <a:r>
              <a:t>Saved closed exports; no live simulator archives or checkpoints queried.</a:t>
            </a:r>
          </a:p>
          <a:p xmlns:a="http://schemas.openxmlformats.org/drawingml/2006/main">
            <a:r>
              <a:t>Evidence: C:/Users/David Bayha/Documents/GitHub/BCA/outputs/ood/td3_bc/hopper/s202609171/real-harm-report-v1/summary.json</a:t>
            </a:r>
          </a:p>
          <a:p xmlns:a="http://schemas.openxmlformats.org/drawingml/2006/main">
            <a:r>
              <a:t>Evidence: C:/Users/David Bayha/Documents/GitHub/BCA/outputs/ood/td3_bc/hopper/s202609171/real-harm-report-v1/panels.json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primary BCA-continuation pilot alternatives are used: near2071 with231 harmful, distant233 with45 harmful. Distant/nonharmful188 and near/nonharmful1840. Harm threshold &gt;1 and support threshold .21134613219046514 are unchanged. Support is minimum RMS action distance among32 nearby recorded observations, not exact policy density or true OOD membership. The descriptive rates are231/2071=11.153...% and45/233=19.313...%. Support-distant actions have a higher observed harm rate, yet231/276 harmful alternatives are near and188/233 distant alternatives are not harmful. These correlated actions and shared resets are not independent training seeds. This motivates balanced support bands and direct harm measurements, not labelling every far action dangerous.</a:t>
            </a:r>
          </a:p>
          <a:p xmlns:a="http://schemas.openxmlformats.org/drawingml/2006/main">
            <a:r>
              <a:t>Saved closed exports; no live simulator archives or checkpoints queried.</a:t>
            </a:r>
          </a:p>
          <a:p xmlns:a="http://schemas.openxmlformats.org/drawingml/2006/main">
            <a:r>
              <a:t>Evidence: C:/Users/David Bayha/Documents/GitHub/BCA/outputs/ood/td3_bc/hopper/s202609171/real-harm-report-v1/summary.json</a:t>
            </a:r>
          </a:p>
          <a:p xmlns:a="http://schemas.openxmlformats.org/drawingml/2006/main">
            <a:r>
              <a:t>Evidence: C:/Users/David Bayha/Documents/GitHub/BCA/outputs/ood/td3_bc/hopper/s202609171/real-harm-report-v1/panels.json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primary strata retain both policy collectors at reset and after100 collector steps. Width AUROC and support AUROC differ by stratum. Captured reset states under the collectors can coincide; they are not independent samples. The largest width ranking here is at host-collected step100 states, while the host-reset and BCA-step100 strata are below0.5. Do not select the favorable stratum as the overall result. Across all2560 fixed state-action slots the saved width min/median/max are1.352396965/1.746680200/2.478725672. No panel has all nine alternative widths tied, so the near-chance primary summary is not explained by an all-action constant warning. This does not identify the residual model's causal failure. One positive global radius scales widths without changing within-state ordering.</a:t>
            </a:r>
          </a:p>
          <a:p xmlns:a="http://schemas.openxmlformats.org/drawingml/2006/main">
            <a:r>
              <a:t>Saved closed exports; no live simulator archives or checkpoints queried.</a:t>
            </a:r>
          </a:p>
          <a:p xmlns:a="http://schemas.openxmlformats.org/drawingml/2006/main">
            <a:r>
              <a:t>Evidence: C:/Users/David Bayha/Documents/GitHub/BCA/outputs/ood/td3_bc/hopper/s202609171/real-harm-report-v1/summary.json</a:t>
            </a:r>
          </a:p>
          <a:p xmlns:a="http://schemas.openxmlformats.org/drawingml/2006/main">
            <a:r>
              <a:t>Evidence: C:/Users/David Bayha/Documents/GitHub/BCA/outputs/ood/td3_bc/hopper/s202609171/real-harm-report-v1/panels.json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Secondary exploratory endpoint declared after collection and before the readout. For a state and fixed continuation c, regret(a)=max over ten tested precommitted unique actions G_c(s,a') minus G_c(s,a). It is not optimal-policy regret, true-Q error or a guarantee about untested actions. All256 captured rows are averaged, including repeated reset blocks. BCA continuation means the same later BCA policy is used to evaluate both candidate first actions. Host continuation likewise holds the later host policy fixed. Mean regret values are6.333291153 and6.452881609 under BCA continuation, and8.242196683 and8.489875844 under host continuation. Their differences equal the negative paired first-action advantage, an arithmetic consistency check. Lower is better, but the small observed differences in one correlated panel are not a significant general disadvantage. This is a local decision metric derived from measured outcomes, separate from whole-policy average return.</a:t>
            </a:r>
          </a:p>
          <a:p xmlns:a="http://schemas.openxmlformats.org/drawingml/2006/main">
            <a:r>
              <a:t>Saved closed exports; no live simulator archives or checkpoints queried.</a:t>
            </a:r>
          </a:p>
          <a:p xmlns:a="http://schemas.openxmlformats.org/drawingml/2006/main">
            <a:r>
              <a:t>Evidence: C:/Users/David Bayha/Documents/GitHub/BCA/outputs/ood/td3_bc/hopper/s202609171/real-harm-report-v1/summary.json</a:t>
            </a:r>
          </a:p>
          <a:p xmlns:a="http://schemas.openxmlformats.org/drawingml/2006/main">
            <a:r>
              <a:t>Evidence: C:/Users/David Bayha/Documents/GitHub/BCA/outputs/ood/td3_bc/hopper/s202609171/real-harm-report-v1/panels.json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Standard BCA Walker, seed202609171. Both TD3+BC and ReBRAC audited final checkpoint counters independently record1000000 accepted scale fits and500000 actor updates. Each plot shows1000 block means covering1000 host updates each. Actor BC multipliers use actual actor rows, excluding skipped-update zeros; genuine active zeros remain. Final block TD3 multiplier1.331356037 andReBRAC1.377447963. Scale-loss final block .0109333582/.0100045581. These are different host-specific models; the scale objectives are not a cross-host quality ranking. Width-dependent multipliers modulate actor behavior-cloning strength; ReBRAC's critic BC stays at its host value. Standard equal fitting factors do not create an importance-weight degeneracy diagnosis. A learned positive dose and accepted updates establish execution, not calibrated coverage, OOD detection or benefit.</a:t>
            </a:r>
          </a:p>
          <a:p xmlns:a="http://schemas.openxmlformats.org/drawingml/2006/main">
            <a:r>
              <a:t>Evidence: C:/Users/David Bayha/Documents/GitHub/BCA/analysis/current_results_20260929/inputs/local_exports.json</a:t>
            </a:r>
          </a:p>
          <a:p xmlns:a="http://schemas.openxmlformats.org/drawingml/2006/main">
            <a:r>
              <a:t>Evidence: C:/Users/David Bayha/Documents/GitHub/BCA/analysis/current_results_20260929/inputs/cluster_snapshot.json.gz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the198 saved refreshes from10k to995k in each reviewed standard-BCA Walker run; no interpolated or fabricated final1M refresh. The effective radius equals max(Bayesian,conformal) at every saved refresh. The conformal floor is nonbinding at198/198 for both runs; its zero contribution to the max in these observations does not authorize removing it. Bayesian mass draws remain active. TD3 final saved refresh Bayes1.499558091,conformal1.372334599, frozen residual unit5.178395748. ReBRAC units were not in this refresh export, so no unit history is invented. Radii are in normalized residual-score units, not directly Q-value width. Width also depends on the state-action scale and stored unit. Radius evolution is not empirical coverage.</a:t>
            </a:r>
          </a:p>
          <a:p xmlns:a="http://schemas.openxmlformats.org/drawingml/2006/main">
            <a:r>
              <a:t>Evidence: C:/Users/David Bayha/Documents/GitHub/BCA/analysis/current_results_20260929/inputs/local_exports.json</a:t>
            </a:r>
          </a:p>
          <a:p xmlns:a="http://schemas.openxmlformats.org/drawingml/2006/main">
            <a:r>
              <a:t>Evidence: C:/Users/David Bayha/Documents/GitHub/BCA/analysis/current_results_20260929/inputs/cluster_snapshot.json.gz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TD3+BC Walker, seed202609171, audited1000-update block means. Q1 at proposed actor actions. TD3 Q is evaluated after critic update before actor update, on active actor rows; ReBRAC Qmin is pre-critic and retained across all host rows. TD3 and ReBRAC Q summaries are not the same estimand and must not be compared as a shared optimism curve. Critic loss is the host's twin-loss training objective, not measured true-Q error or OOD harm. In these last blocks BCA Q is lower but critic loss is higher. That pattern motivates investigation but does not prove corrected overestimation or excessive pessimism. Actor loss and BC accounting are also available in the saved blocks: TD3 bc_loss includes consumed dose, while ReBRAC bc_mse_policy is an unweighted coordinate sum.</a:t>
            </a:r>
          </a:p>
          <a:p xmlns:a="http://schemas.openxmlformats.org/drawingml/2006/main">
            <a:r>
              <a:t>Evidence: C:/Users/David Bayha/Documents/GitHub/BCA/analysis/current_results_20260929/inputs/local_exports.json</a:t>
            </a:r>
          </a:p>
          <a:p xmlns:a="http://schemas.openxmlformats.org/drawingml/2006/main">
            <a:r>
              <a:t>Evidence: C:/Users/David Bayha/Documents/GitHub/BCA/analysis/current_results_20260929/inputs/cluster_snapshot.json.gz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ReBRAC Walker, seed202609171, audited1000-update block means. Minimum twin Q at recorded actions. TD3 Q is evaluated after critic update before actor update, on active actor rows; ReBRAC Qmin is pre-critic and retained across all host rows. TD3 and ReBRAC Q summaries are not the same estimand and must not be compared as a shared optimism curve. Critic loss is the host's twin-loss training objective, not measured true-Q error or OOD harm. In these last blocks BCA Q is lower but critic loss is higher. That pattern motivates investigation but does not prove corrected overestimation or excessive pessimism. Actor loss and BC accounting are also available in the saved blocks: TD3 bc_loss includes consumed dose, while ReBRAC bc_mse_policy is an unweighted coordinate sum.</a:t>
            </a:r>
          </a:p>
          <a:p xmlns:a="http://schemas.openxmlformats.org/drawingml/2006/main">
            <a:r>
              <a:t>Evidence: C:/Users/David Bayha/Documents/GitHub/BCA/analysis/current_results_20260929/inputs/local_exports.json</a:t>
            </a:r>
          </a:p>
          <a:p xmlns:a="http://schemas.openxmlformats.org/drawingml/2006/main">
            <a:r>
              <a:t>Evidence: C:/Users/David Bayha/Documents/GitHub/BCA/analysis/current_results_20260929/inputs/cluster_snapshot.json.gz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CQL Walker seed202609171, preliminary frozen cluster export pending full independent audit.1000 retained last-row observations at1000-update intervals; not full scan means or a million per-update rows. Q1 is on recorded actions. Bellman objective and conservative objective are scalar losses, not gradient norms. BCA width at the recorded transition changes the multiplier on the conservative gap, not a separate warning for each sampled negative action. The fourth chart is that logged multiplier; a nonzero or large multiplier is not coverage or detection. Both Hopper and Walker have198 successful refresh records, but numerical historical CQL radii are unavailable in this export. Sparse accepted scale snapshots do not establish every update accepted; checkpoint review is pending. No counters or radius traces are fabricated.</a:t>
            </a:r>
          </a:p>
          <a:p xmlns:a="http://schemas.openxmlformats.org/drawingml/2006/main">
            <a:r>
              <a:t>Evidence: C:/Users/David Bayha/Documents/GitHub/BCA/analysis/current_results_20260929/inputs/local_exports.json</a:t>
            </a:r>
          </a:p>
          <a:p xmlns:a="http://schemas.openxmlformats.org/drawingml/2006/main">
            <a:r>
              <a:t>Evidence: C:/Users/David Bayha/Documents/GitHub/BCA/analysis/current_results_20260929/inputs/cluster_snapshot.json.gz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replace the missing calibration-validity test with fitted scale loss, successful updates, radius plots or behavioral returns. The required observable is indicator{|Y-m(X)| &lt;= width(X)} on a fresh appropriately held-out population after the scoring function is frozen, with an explicitly declared one-step response/target, sampling design and assumptions. The target is the specified bootstrapped Bellman response, not true infinite-horizon Q. Nominal coverage90% is a configured target, not a measured90% outcome or90% imitation of the old policy. Nominal Bayesian credibility is also not population coverage. Report empirical coverage, interval width/sharpness, sampling uncertainty and predeclared support-stratum diagnostics separately. Conditional group checks are empirical; the marginal theorem is not automatically conditional coverage. Current behavioral archives do not establish fresh residual coverage, and ReBRAC's next-action target contract remains a separate compatibility constraint. Exact weighted-conformal correction needs justified density ratios/support and query mass; fitting weights alone are not sufficient.</a:t>
            </a:r>
          </a:p>
          <a:p xmlns:a="http://schemas.openxmlformats.org/drawingml/2006/main">
            <a:r>
              <a:t>Evidence: C:/Users/David Bayha/Documents/GitHub/BCA/docs/WEIGHTED_CONFORMAL_DESIGN.md</a:t>
            </a:r>
          </a:p>
          <a:p xmlns:a="http://schemas.openxmlformats.org/drawingml/2006/main">
            <a:r>
              <a:t>Evidence: C:/Users/David Bayha/Documents/GitHub/BCA/docs/superpowers/plans/2026-09-28-ood-robustness-v2.md</a:t>
            </a:r>
          </a:p>
          <a:p xmlns:a="http://schemas.openxmlformats.org/drawingml/2006/main">
            <a:r>
              <a:t>Saved closed exports; no live simulator archives or checkpoints queried.</a:t>
            </a:r>
          </a:p>
          <a:p xmlns:a="http://schemas.openxmlformats.org/drawingml/2006/main">
            <a:r>
              <a:t>Evidence: C:/Users/David Bayha/Documents/GitHub/BCA/outputs/ood/td3_bc/hopper/s202609171/real-harm-report-v1/summary.json</a:t>
            </a:r>
          </a:p>
          <a:p xmlns:a="http://schemas.openxmlformats.org/drawingml/2006/main">
            <a:r>
              <a:t>Evidence: C:/Users/David Bayha/Documents/GitHub/BCA/outputs/ood/td3_bc/hopper/s202609171/real-harm-report-v1/panels.json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Advisor questions: Why do the experiment, what does it accomplish, do findings match expectations, and what next? We expected useful calibrated warnings and better decisions. Current evidence establishes active calibration machinery in the reviewed training examples and some average-precision enrichment in the pilot; it does not establish reliable harm separation, reduced action regret, empirical coverage or replicated OOD robustness. The raw weak performance cannot identify one causal fault. Finish the five active revised pairs and all declared seeds, report AUROC/AP and complete-tie risk retention, support-stratified harm and decision regret separately from primary stressed-return/degradation endpoints. Regret remains exploratory and no score threshold is selected from these outcomes. Add a separate accepted fresh residual-coverage test with its own target/independence contract. Diagnose the failure before the next treatment: poor harm ranking concerns residual target/scale; good warnings but weak choices concerns host use; population coverage shift with defensible support/ratios motivates corrected weighted conformal. Preserve all original attempts, alpha and both components; no tuning or training launched for this slide update.</a:t>
            </a:r>
          </a:p>
          <a:p xmlns:a="http://schemas.openxmlformats.org/drawingml/2006/main">
            <a:r>
              <a:t>Evidence: C:/Users/David Bayha/Documents/GitHub/BCA/docs/superpowers/plans/2026-09-28-ood-robustness-v2.md</a:t>
            </a:r>
          </a:p>
          <a:p xmlns:a="http://schemas.openxmlformats.org/drawingml/2006/main">
            <a:r>
              <a:t>Evidence: C:/Users/David Bayha/Documents/GitHub/BCA/docs/WEIGHTED_CONFORMAL_DESIGN.md</a:t>
            </a:r>
          </a:p>
          <a:p xmlns:a="http://schemas.openxmlformats.org/drawingml/2006/main">
            <a:r>
              <a:t>Saved closed exports; no live simulator archives or checkpoints queried.</a:t>
            </a:r>
          </a:p>
          <a:p xmlns:a="http://schemas.openxmlformats.org/drawingml/2006/main">
            <a:r>
              <a:t>Evidence: C:/Users/David Bayha/Documents/GitHub/BCA/outputs/ood/td3_bc/hopper/s202609171/real-harm-report-v1/summary.json</a:t>
            </a:r>
          </a:p>
          <a:p xmlns:a="http://schemas.openxmlformats.org/drawingml/2006/main">
            <a:r>
              <a:t>Evidence: C:/Users/David Bayha/Documents/GitHub/BCA/outputs/ood/td3_bc/hopper/s202609171/real-harm-report-v1/panels.json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63bd9298bd840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409666ca694b4c" /><Relationship Type="http://schemas.openxmlformats.org/officeDocument/2006/relationships/slideLayout" Target="/ppt/slideLayouts/slideLayout1.xml" Id="R9510ab2b60604ab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10ab2b60604ab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294832982ad409c" /><Relationship Type="http://schemas.openxmlformats.org/officeDocument/2006/relationships/notesSlide" Target="/ppt/notesSlides/notesSlide1.xml" Id="Rde41fa8abb4e4c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7a215bc30344c18" /><Relationship Type="http://schemas.openxmlformats.org/officeDocument/2006/relationships/chart" Target="/ppt/slides/charts/chart1.xml" Id="Rf2e45ca53ed742ef" /><Relationship Type="http://schemas.openxmlformats.org/officeDocument/2006/relationships/chart" Target="/ppt/slides/charts/chart2.xml" Id="R853bac25cd474ff3" /><Relationship Type="http://schemas.openxmlformats.org/officeDocument/2006/relationships/notesSlide" Target="/ppt/notesSlides/notesSlide2.xml" Id="R7df126edd61d4ac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fadf1181caa41ab" /><Relationship Type="http://schemas.openxmlformats.org/officeDocument/2006/relationships/chart" Target="/ppt/slides/charts/chart3.xml" Id="R4e728688644942ee" /><Relationship Type="http://schemas.openxmlformats.org/officeDocument/2006/relationships/notesSlide" Target="/ppt/notesSlides/notesSlide3.xml" Id="R8a52583b9c4145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f6c63bf680740e0" /><Relationship Type="http://schemas.openxmlformats.org/officeDocument/2006/relationships/notesSlide" Target="/ppt/notesSlides/notesSlide4.xml" Id="R58f1437cfb8a4d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5a147263b3943c0" /><Relationship Type="http://schemas.openxmlformats.org/officeDocument/2006/relationships/chart" Target="/ppt/slides/charts/chart4.xml" Id="R682646516f284f6a" /><Relationship Type="http://schemas.openxmlformats.org/officeDocument/2006/relationships/notesSlide" Target="/ppt/notesSlides/notesSlide5.xml" Id="R4600df4b168e4f3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9c7f18b60b747ef" /><Relationship Type="http://schemas.openxmlformats.org/officeDocument/2006/relationships/chart" Target="/ppt/slides/charts/chart5.xml" Id="R8892a5d300d84850" /><Relationship Type="http://schemas.openxmlformats.org/officeDocument/2006/relationships/chart" Target="/ppt/slides/charts/chart6.xml" Id="R0ada67f8ef6c4d77" /><Relationship Type="http://schemas.openxmlformats.org/officeDocument/2006/relationships/notesSlide" Target="/ppt/notesSlides/notesSlide6.xml" Id="R10cdaa6914584fb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d92a47814204166" /><Relationship Type="http://schemas.openxmlformats.org/officeDocument/2006/relationships/chart" Target="/ppt/slides/charts/chart7.xml" Id="R1b252fe3eb014ad6" /><Relationship Type="http://schemas.openxmlformats.org/officeDocument/2006/relationships/chart" Target="/ppt/slides/charts/chart8.xml" Id="R2c646d98415649cb" /><Relationship Type="http://schemas.openxmlformats.org/officeDocument/2006/relationships/notesSlide" Target="/ppt/notesSlides/notesSlide7.xml" Id="Ra86cf1af2597445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3846556d1fd4535" /><Relationship Type="http://schemas.openxmlformats.org/officeDocument/2006/relationships/chart" Target="/ppt/slides/charts/chart9.xml" Id="R3537604eef154c49" /><Relationship Type="http://schemas.openxmlformats.org/officeDocument/2006/relationships/chart" Target="/ppt/slides/charts/chart10.xml" Id="R0ec61640f0804df3" /><Relationship Type="http://schemas.openxmlformats.org/officeDocument/2006/relationships/notesSlide" Target="/ppt/notesSlides/notesSlide8.xml" Id="Rb24cba1252d14cd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de830f60b26455f" /><Relationship Type="http://schemas.openxmlformats.org/officeDocument/2006/relationships/chart" Target="/ppt/slides/charts/chart11.xml" Id="R7ceb6ec18f0448d8" /><Relationship Type="http://schemas.openxmlformats.org/officeDocument/2006/relationships/chart" Target="/ppt/slides/charts/chart12.xml" Id="R705d49b2b5194586" /><Relationship Type="http://schemas.openxmlformats.org/officeDocument/2006/relationships/notesSlide" Target="/ppt/notesSlides/notesSlide9.xml" Id="R524fdd3c4b1e448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d51b95065e042c0" /><Relationship Type="http://schemas.openxmlformats.org/officeDocument/2006/relationships/chart" Target="/ppt/slides/charts/chart13.xml" Id="R0a43b04951254157" /><Relationship Type="http://schemas.openxmlformats.org/officeDocument/2006/relationships/chart" Target="/ppt/slides/charts/chart14.xml" Id="R5714d8c0c24b4a34" /><Relationship Type="http://schemas.openxmlformats.org/officeDocument/2006/relationships/chart" Target="/ppt/slides/charts/chart15.xml" Id="R63c0831d519f4c97" /><Relationship Type="http://schemas.openxmlformats.org/officeDocument/2006/relationships/chart" Target="/ppt/slides/charts/chart16.xml" Id="R59c12c1ef5d14161" /><Relationship Type="http://schemas.openxmlformats.org/officeDocument/2006/relationships/notesSlide" Target="/ppt/notesSlides/notesSlide10.xml" Id="Rd03fe43505794cc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22b109a254e4d69" /><Relationship Type="http://schemas.openxmlformats.org/officeDocument/2006/relationships/notesSlide" Target="/ppt/notesSlides/notesSlide11.xml" Id="Rf7b644b76b5445e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5c7a7db6d924caf" /><Relationship Type="http://schemas.openxmlformats.org/officeDocument/2006/relationships/notesSlide" Target="/ppt/notesSlides/notesSlide12.xml" Id="Rf289ca89ceec405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_rels/chart15.xml.rels><Relationships xmlns="http://schemas.openxmlformats.org/package/2006/relationships"><Relationship Id="rIdChartSnapshot1" Type="http://schemas.openxmlformats.org/officeDocument/2006/relationships/package" Target="../../embeddings/chart-data-snapshot-015.xlsx"/></Relationships>
</file>

<file path=ppt/slides/charts/_rels/chart16.xml.rels><Relationships xmlns="http://schemas.openxmlformats.org/package/2006/relationships"><Relationship Id="rIdChartSnapshot1" Type="http://schemas.openxmlformats.org/officeDocument/2006/relationships/package" Target="../../embeddings/chart-data-snapshot-016.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AUROC</c:v>
          </c:tx>
          <c:spPr>
            <a:solidFill xmlns:a="http://schemas.openxmlformats.org/drawingml/2006/main">
              <a:srgbClr val="087F8C"/>
            </a:solidFill>
          </c:spPr>
          <c:dLbls>
            <c:dLbl>
              <c:idx val="0"/>
              <c:tx>
                <c:rich>
                  <a:bodyPr xmlns:a="http://schemas.openxmlformats.org/drawingml/2006/main"/>
                  <a:lstStyle xmlns:a="http://schemas.openxmlformats.org/drawingml/2006/main"/>
                  <a:p xmlns:a="http://schemas.openxmlformats.org/drawingml/2006/main">
                    <a:r>
                      <a:rPr sz="1575">
                        <a:latin typeface="Arial"/>
                        <a:ea typeface="Arial"/>
                        <a:cs typeface="Arial"/>
                      </a:rPr>
                      <a:t>0.529</a:t>
                    </a:r>
                  </a:p>
                </c:rich>
              </c:tx>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575">
                        <a:latin typeface="Arial"/>
                        <a:ea typeface="Arial"/>
                        <a:cs typeface="Arial"/>
                      </a:rPr>
                      <a:t>0.566</a:t>
                    </a:r>
                  </a:p>
                </c:rich>
              </c:tx>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575">
                        <a:latin typeface="Arial"/>
                        <a:ea typeface="Arial"/>
                        <a:cs typeface="Arial"/>
                      </a:rPr>
                      <a:t>0.513</a:t>
                    </a:r>
                  </a:p>
                </c:rich>
              </c:tx>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575">
                        <a:latin typeface="Arial"/>
                        <a:ea typeface="Arial"/>
                        <a:cs typeface="Arial"/>
                      </a:rPr>
                      <a:t>0.500</a:t>
                    </a:r>
                  </a:p>
                </c:rich>
              </c:tx>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0"/>
              <c:showCatName val="0"/>
              <c:showSerName val="0"/>
              <c:showPercent val="0"/>
              <c:showBubbleSize val="0"/>
            </c:dLbl>
          </c:dLbls>
          <c:cat>
            <c:strRef>
              <c:f>'Chart Data'!$A$2:$A$5</c:f>
              <c:strCache>
                <c:ptCount val="4"/>
                <c:pt idx="0">
                  <c:v>Width</c:v>
                </c:pt>
                <c:pt idx="1">
                  <c:v>Distance</c:v>
                </c:pt>
                <c:pt idx="2">
                  <c:v>Random</c:v>
                </c:pt>
                <c:pt idx="3">
                  <c:v>Constant</c:v>
                </c:pt>
              </c:strCache>
            </c:strRef>
          </c:cat>
          <c:val>
            <c:numRef>
              <c:f>'Chart Data'!$B$2:$B$5</c:f>
              <c:numCache>
                <c:formatCode>0.00</c:formatCode>
                <c:ptCount val="4"/>
                <c:pt idx="0">
                  <c:v>0.52932733</c:v>
                </c:pt>
                <c:pt idx="1">
                  <c:v>0.56580528</c:v>
                </c:pt>
                <c:pt idx="2">
                  <c:v>0.51325129</c:v>
                </c:pt>
                <c:pt idx="3">
                  <c:v>0.5</c:v>
                </c:pt>
              </c:numCache>
            </c:numRef>
          </c:val>
        </c:ser>
        <c:dLbls>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DFE7"/>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0.2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Average precision</c:v>
          </c:tx>
          <c:spPr>
            <a:solidFill xmlns:a="http://schemas.openxmlformats.org/drawingml/2006/main">
              <a:srgbClr val="087F8C"/>
            </a:solidFill>
          </c:spPr>
          <c:dLbls>
            <c:dLbl>
              <c:idx val="0"/>
              <c:tx>
                <c:rich>
                  <a:bodyPr xmlns:a="http://schemas.openxmlformats.org/drawingml/2006/main"/>
                  <a:lstStyle xmlns:a="http://schemas.openxmlformats.org/drawingml/2006/main"/>
                  <a:p xmlns:a="http://schemas.openxmlformats.org/drawingml/2006/main">
                    <a:r>
                      <a:rPr sz="1575">
                        <a:latin typeface="Arial"/>
                        <a:ea typeface="Arial"/>
                        <a:cs typeface="Arial"/>
                      </a:rPr>
                      <a:t>0.510</a:t>
                    </a:r>
                  </a:p>
                </c:rich>
              </c:tx>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575">
                        <a:latin typeface="Arial"/>
                        <a:ea typeface="Arial"/>
                        <a:cs typeface="Arial"/>
                      </a:rPr>
                      <a:t>0.542</a:t>
                    </a:r>
                  </a:p>
                </c:rich>
              </c:tx>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575">
                        <a:latin typeface="Arial"/>
                        <a:ea typeface="Arial"/>
                        <a:cs typeface="Arial"/>
                      </a:rPr>
                      <a:t>0.432</a:t>
                    </a:r>
                  </a:p>
                </c:rich>
              </c:tx>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575">
                        <a:latin typeface="Arial"/>
                        <a:ea typeface="Arial"/>
                        <a:cs typeface="Arial"/>
                      </a:rPr>
                      <a:t>0.275</a:t>
                    </a:r>
                  </a:p>
                </c:rich>
              </c:tx>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0"/>
              <c:showCatName val="0"/>
              <c:showSerName val="0"/>
              <c:showPercent val="0"/>
              <c:showBubbleSize val="0"/>
            </c:dLbl>
          </c:dLbls>
          <c:cat>
            <c:strRef>
              <c:f>'Chart Data'!$A$2:$A$5</c:f>
              <c:strCache>
                <c:ptCount val="4"/>
                <c:pt idx="0">
                  <c:v>Width</c:v>
                </c:pt>
                <c:pt idx="1">
                  <c:v>Distance</c:v>
                </c:pt>
                <c:pt idx="2">
                  <c:v>Random</c:v>
                </c:pt>
                <c:pt idx="3">
                  <c:v>Constant</c:v>
                </c:pt>
              </c:strCache>
            </c:strRef>
          </c:cat>
          <c:val>
            <c:numRef>
              <c:f>'Chart Data'!$B$2:$B$5</c:f>
              <c:numCache>
                <c:formatCode>0.00</c:formatCode>
                <c:ptCount val="4"/>
                <c:pt idx="0">
                  <c:v>0.51039232</c:v>
                </c:pt>
                <c:pt idx="1">
                  <c:v>0.54202501</c:v>
                </c:pt>
                <c:pt idx="2">
                  <c:v>0.43243241</c:v>
                </c:pt>
                <c:pt idx="3">
                  <c:v>0.27455767</c:v>
                </c:pt>
              </c:numCache>
            </c:numRef>
          </c:val>
        </c:ser>
        <c:dLbls>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DFE7"/>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0.2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Harm rate (%)</c:v>
          </c:tx>
          <c:spPr>
            <a:solidFill xmlns:a="http://schemas.openxmlformats.org/drawingml/2006/main">
              <a:srgbClr val="087F8C"/>
            </a:solidFill>
          </c:spPr>
          <c:dLbls>
            <c:dLbl>
              <c:idx val="0"/>
              <c:tx>
                <c:rich>
                  <a:bodyPr xmlns:a="http://schemas.openxmlformats.org/drawingml/2006/main"/>
                  <a:lstStyle xmlns:a="http://schemas.openxmlformats.org/drawingml/2006/main"/>
                  <a:p xmlns:a="http://schemas.openxmlformats.org/drawingml/2006/main">
                    <a:r>
                      <a:rPr sz="1575">
                        <a:latin typeface="Arial"/>
                        <a:ea typeface="Arial"/>
                        <a:cs typeface="Arial"/>
                      </a:rPr>
                      <a:t>11.15</a:t>
                    </a:r>
                  </a:p>
                </c:rich>
              </c:tx>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575">
                        <a:latin typeface="Arial"/>
                        <a:ea typeface="Arial"/>
                        <a:cs typeface="Arial"/>
                      </a:rPr>
                      <a:t>19.31</a:t>
                    </a:r>
                  </a:p>
                </c:rich>
              </c:tx>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0"/>
              <c:showCatName val="0"/>
              <c:showSerName val="0"/>
              <c:showPercent val="0"/>
              <c:showBubbleSize val="0"/>
            </c:dLbl>
          </c:dLbls>
          <c:cat>
            <c:strRef>
              <c:f>'Chart Data'!$A$2:$A$3</c:f>
              <c:strCache>
                <c:ptCount val="2"/>
                <c:pt idx="0">
                  <c:v>Support-near</c:v>
                </c:pt>
                <c:pt idx="1">
                  <c:v>Support-distant</c:v>
                </c:pt>
              </c:strCache>
            </c:strRef>
          </c:cat>
          <c:val>
            <c:numRef>
              <c:f>'Chart Data'!$B$2:$B$3</c:f>
              <c:numCache>
                <c:formatCode>0</c:formatCode>
                <c:ptCount val="2"/>
                <c:pt idx="0">
                  <c:v>11.15403187</c:v>
                </c:pt>
                <c:pt idx="1">
                  <c:v>19.31330472</c:v>
                </c:pt>
              </c:numCache>
            </c:numRef>
          </c:val>
        </c:ser>
        <c:dLbls>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25"/>
          <c:min val="0"/>
        </c:scaling>
        <c:delete val="0"/>
        <c:axPos val="l"/>
        <c:majorGridlines>
          <c:spPr>
            <a:ln xmlns:a="http://schemas.openxmlformats.org/drawingml/2006/main" w="9525">
              <a:solidFill>
                <a:srgbClr val="D8DF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Host first action</c:v>
          </c:tx>
          <c:spPr>
            <a:solidFill xmlns:a="http://schemas.openxmlformats.org/drawingml/2006/main">
              <a:srgbClr val="20365C"/>
            </a:solidFill>
          </c:spPr>
          <c:dLbls>
            <c:dLbl>
              <c:idx val="0"/>
              <c:tx>
                <c:rich>
                  <a:bodyPr xmlns:a="http://schemas.openxmlformats.org/drawingml/2006/main"/>
                  <a:lstStyle xmlns:a="http://schemas.openxmlformats.org/drawingml/2006/main"/>
                  <a:p xmlns:a="http://schemas.openxmlformats.org/drawingml/2006/main">
                    <a:r>
                      <a:rPr sz="1575">
                        <a:latin typeface="Arial"/>
                        <a:ea typeface="Arial"/>
                        <a:cs typeface="Arial"/>
                      </a:rPr>
                      <a:t>6.33</a:t>
                    </a:r>
                  </a:p>
                </c:rich>
              </c:tx>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575">
                        <a:latin typeface="Arial"/>
                        <a:ea typeface="Arial"/>
                        <a:cs typeface="Arial"/>
                      </a:rPr>
                      <a:t>8.24</a:t>
                    </a:r>
                  </a:p>
                </c:rich>
              </c:tx>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0"/>
              <c:showCatName val="0"/>
              <c:showSerName val="0"/>
              <c:showPercent val="0"/>
              <c:showBubbleSize val="0"/>
            </c:dLbl>
          </c:dLbls>
          <c:cat>
            <c:strRef>
              <c:f>'Chart Data'!$A$2:$A$3</c:f>
              <c:strCache>
                <c:ptCount val="2"/>
                <c:pt idx="0">
                  <c:v>BCA later policy</c:v>
                </c:pt>
                <c:pt idx="1">
                  <c:v>Host later policy</c:v>
                </c:pt>
              </c:strCache>
            </c:strRef>
          </c:cat>
          <c:val>
            <c:numRef>
              <c:f>'Chart Data'!$B$2:$B$3</c:f>
              <c:numCache>
                <c:formatCode>0</c:formatCode>
                <c:ptCount val="2"/>
                <c:pt idx="0">
                  <c:v>6.33329115</c:v>
                </c:pt>
                <c:pt idx="1">
                  <c:v>8.24219668</c:v>
                </c:pt>
              </c:numCache>
            </c:numRef>
          </c:val>
        </c:ser>
        <c:ser>
          <c:idx val="1"/>
          <c:order val="1"/>
          <c:tx>
            <c:v>BCA first action</c:v>
          </c:tx>
          <c:spPr>
            <a:solidFill xmlns:a="http://schemas.openxmlformats.org/drawingml/2006/main">
              <a:srgbClr val="087F8C"/>
            </a:solidFill>
          </c:spPr>
          <c:dLbls>
            <c:dLbl>
              <c:idx val="0"/>
              <c:tx>
                <c:rich>
                  <a:bodyPr xmlns:a="http://schemas.openxmlformats.org/drawingml/2006/main"/>
                  <a:lstStyle xmlns:a="http://schemas.openxmlformats.org/drawingml/2006/main"/>
                  <a:p xmlns:a="http://schemas.openxmlformats.org/drawingml/2006/main">
                    <a:r>
                      <a:rPr sz="1575">
                        <a:latin typeface="Arial"/>
                        <a:ea typeface="Arial"/>
                        <a:cs typeface="Arial"/>
                      </a:rPr>
                      <a:t>6.45</a:t>
                    </a:r>
                  </a:p>
                </c:rich>
              </c:tx>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575">
                        <a:latin typeface="Arial"/>
                        <a:ea typeface="Arial"/>
                        <a:cs typeface="Arial"/>
                      </a:rPr>
                      <a:t>8.49</a:t>
                    </a:r>
                  </a:p>
                </c:rich>
              </c:tx>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0"/>
              <c:showCatName val="0"/>
              <c:showSerName val="0"/>
              <c:showPercent val="0"/>
              <c:showBubbleSize val="0"/>
            </c:dLbl>
          </c:dLbls>
          <c:cat>
            <c:strRef>
              <c:f>'Chart Data'!$C$2:$C$3</c:f>
              <c:strCache>
                <c:ptCount val="2"/>
                <c:pt idx="0">
                  <c:v>BCA later policy</c:v>
                </c:pt>
                <c:pt idx="1">
                  <c:v>Host later policy</c:v>
                </c:pt>
              </c:strCache>
            </c:strRef>
          </c:cat>
          <c:val>
            <c:numRef>
              <c:f>'Chart Data'!$D$2:$D$3</c:f>
              <c:numCache>
                <c:formatCode>0</c:formatCode>
                <c:ptCount val="2"/>
                <c:pt idx="0">
                  <c:v>6.45288161</c:v>
                </c:pt>
                <c:pt idx="1">
                  <c:v>8.48987584</c:v>
                </c:pt>
              </c:numCache>
            </c:numRef>
          </c:val>
        </c:ser>
        <c:dLbls>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10"/>
          <c:min val="0"/>
        </c:scaling>
        <c:delete val="0"/>
        <c:axPos val="l"/>
        <c:majorGridlines>
          <c:spPr>
            <a:ln xmlns:a="http://schemas.openxmlformats.org/drawingml/2006/main" w="9525">
              <a:solidFill>
                <a:srgbClr val="D8DF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TD3+BC</c:v>
          </c:tx>
          <c:spPr>
            <a:ln xmlns:a="http://schemas.openxmlformats.org/drawingml/2006/main" w="15240">
              <a:solidFill>
                <a:srgbClr val="20365C"/>
              </a:solidFill>
            </a:ln>
          </c:spPr>
          <c:marker>
            <c:symbol val="none"/>
          </c:marker>
          <c:xVal>
            <c:numRef>
              <c:f>'Chart Data'!$A$2:$A$1001</c:f>
              <c:numCache>
                <c:formatCode>General</c:formatCode>
                <c:ptCount val="10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numCache>
            </c:numRef>
          </c:xVal>
          <c:yVal>
            <c:numRef>
              <c:f>'Chart Data'!$B$2:$B$1001</c:f>
              <c:numCache>
                <c:formatCode>General</c:formatCode>
                <c:ptCount val="1000"/>
                <c:pt idx="0">
                  <c:v>0.01817653</c:v>
                </c:pt>
                <c:pt idx="1">
                  <c:v>0.0086475</c:v>
                </c:pt>
                <c:pt idx="2">
                  <c:v>0.00746674</c:v>
                </c:pt>
                <c:pt idx="3">
                  <c:v>0.00721707</c:v>
                </c:pt>
                <c:pt idx="4">
                  <c:v>0.00736365</c:v>
                </c:pt>
                <c:pt idx="5">
                  <c:v>0.00743172</c:v>
                </c:pt>
                <c:pt idx="6">
                  <c:v>0.0076618</c:v>
                </c:pt>
                <c:pt idx="7">
                  <c:v>0.007793</c:v>
                </c:pt>
                <c:pt idx="8">
                  <c:v>0.00792026</c:v>
                </c:pt>
                <c:pt idx="9">
                  <c:v>0.00807488</c:v>
                </c:pt>
                <c:pt idx="10">
                  <c:v>0.00797309</c:v>
                </c:pt>
                <c:pt idx="11">
                  <c:v>0.00809386</c:v>
                </c:pt>
                <c:pt idx="12">
                  <c:v>0.00816141</c:v>
                </c:pt>
                <c:pt idx="13">
                  <c:v>0.00805528</c:v>
                </c:pt>
                <c:pt idx="14">
                  <c:v>0.00810516</c:v>
                </c:pt>
                <c:pt idx="15">
                  <c:v>0.00817905</c:v>
                </c:pt>
                <c:pt idx="16">
                  <c:v>0.00829337</c:v>
                </c:pt>
                <c:pt idx="17">
                  <c:v>0.0083191</c:v>
                </c:pt>
                <c:pt idx="18">
                  <c:v>0.0084976</c:v>
                </c:pt>
                <c:pt idx="19">
                  <c:v>0.00855207</c:v>
                </c:pt>
                <c:pt idx="20">
                  <c:v>0.0086355</c:v>
                </c:pt>
                <c:pt idx="21">
                  <c:v>0.00870133</c:v>
                </c:pt>
                <c:pt idx="22">
                  <c:v>0.00877273</c:v>
                </c:pt>
                <c:pt idx="23">
                  <c:v>0.00882776</c:v>
                </c:pt>
                <c:pt idx="24">
                  <c:v>0.00896213</c:v>
                </c:pt>
                <c:pt idx="25">
                  <c:v>0.0087492</c:v>
                </c:pt>
                <c:pt idx="26">
                  <c:v>0.00887864</c:v>
                </c:pt>
                <c:pt idx="27">
                  <c:v>0.00895867</c:v>
                </c:pt>
                <c:pt idx="28">
                  <c:v>0.00887401</c:v>
                </c:pt>
                <c:pt idx="29">
                  <c:v>0.00881574</c:v>
                </c:pt>
                <c:pt idx="30">
                  <c:v>0.00884933</c:v>
                </c:pt>
                <c:pt idx="31">
                  <c:v>0.00897654</c:v>
                </c:pt>
                <c:pt idx="32">
                  <c:v>0.00893808</c:v>
                </c:pt>
                <c:pt idx="33">
                  <c:v>0.00904524</c:v>
                </c:pt>
                <c:pt idx="34">
                  <c:v>0.0090652</c:v>
                </c:pt>
                <c:pt idx="35">
                  <c:v>0.00905987</c:v>
                </c:pt>
                <c:pt idx="36">
                  <c:v>0.00909824</c:v>
                </c:pt>
                <c:pt idx="37">
                  <c:v>0.00912385</c:v>
                </c:pt>
                <c:pt idx="38">
                  <c:v>0.00914362</c:v>
                </c:pt>
                <c:pt idx="39">
                  <c:v>0.00907843</c:v>
                </c:pt>
                <c:pt idx="40">
                  <c:v>0.00928357</c:v>
                </c:pt>
                <c:pt idx="41">
                  <c:v>0.00919752</c:v>
                </c:pt>
                <c:pt idx="42">
                  <c:v>0.00941365</c:v>
                </c:pt>
                <c:pt idx="43">
                  <c:v>0.00936844</c:v>
                </c:pt>
                <c:pt idx="44">
                  <c:v>0.00940433</c:v>
                </c:pt>
                <c:pt idx="45">
                  <c:v>0.00940297</c:v>
                </c:pt>
                <c:pt idx="46">
                  <c:v>0.00945639</c:v>
                </c:pt>
                <c:pt idx="47">
                  <c:v>0.00949211</c:v>
                </c:pt>
                <c:pt idx="48">
                  <c:v>0.00952246</c:v>
                </c:pt>
                <c:pt idx="49">
                  <c:v>0.009516</c:v>
                </c:pt>
                <c:pt idx="50">
                  <c:v>0.00949817</c:v>
                </c:pt>
                <c:pt idx="51">
                  <c:v>0.00956168</c:v>
                </c:pt>
                <c:pt idx="52">
                  <c:v>0.00967172</c:v>
                </c:pt>
                <c:pt idx="53">
                  <c:v>0.00955752</c:v>
                </c:pt>
                <c:pt idx="54">
                  <c:v>0.00977346</c:v>
                </c:pt>
                <c:pt idx="55">
                  <c:v>0.00957449</c:v>
                </c:pt>
                <c:pt idx="56">
                  <c:v>0.00964663</c:v>
                </c:pt>
                <c:pt idx="57">
                  <c:v>0.00967681</c:v>
                </c:pt>
                <c:pt idx="58">
                  <c:v>0.00965959</c:v>
                </c:pt>
                <c:pt idx="59">
                  <c:v>0.00964845</c:v>
                </c:pt>
                <c:pt idx="60">
                  <c:v>0.00968746</c:v>
                </c:pt>
                <c:pt idx="61">
                  <c:v>0.00970915</c:v>
                </c:pt>
                <c:pt idx="62">
                  <c:v>0.0096796</c:v>
                </c:pt>
                <c:pt idx="63">
                  <c:v>0.00970023</c:v>
                </c:pt>
                <c:pt idx="64">
                  <c:v>0.009662</c:v>
                </c:pt>
                <c:pt idx="65">
                  <c:v>0.00968297</c:v>
                </c:pt>
                <c:pt idx="66">
                  <c:v>0.00966625</c:v>
                </c:pt>
                <c:pt idx="67">
                  <c:v>0.00975677</c:v>
                </c:pt>
                <c:pt idx="68">
                  <c:v>0.00976305</c:v>
                </c:pt>
                <c:pt idx="69">
                  <c:v>0.00961122</c:v>
                </c:pt>
                <c:pt idx="70">
                  <c:v>0.00974841</c:v>
                </c:pt>
                <c:pt idx="71">
                  <c:v>0.00965947</c:v>
                </c:pt>
                <c:pt idx="72">
                  <c:v>0.00978705</c:v>
                </c:pt>
                <c:pt idx="73">
                  <c:v>0.00984108</c:v>
                </c:pt>
                <c:pt idx="74">
                  <c:v>0.00974973</c:v>
                </c:pt>
                <c:pt idx="75">
                  <c:v>0.00977524</c:v>
                </c:pt>
                <c:pt idx="76">
                  <c:v>0.00971139</c:v>
                </c:pt>
                <c:pt idx="77">
                  <c:v>0.00973749</c:v>
                </c:pt>
                <c:pt idx="78">
                  <c:v>0.0098338</c:v>
                </c:pt>
                <c:pt idx="79">
                  <c:v>0.00985783</c:v>
                </c:pt>
                <c:pt idx="80">
                  <c:v>0.00972539</c:v>
                </c:pt>
                <c:pt idx="81">
                  <c:v>0.00990091</c:v>
                </c:pt>
                <c:pt idx="82">
                  <c:v>0.00965477</c:v>
                </c:pt>
                <c:pt idx="83">
                  <c:v>0.00995785</c:v>
                </c:pt>
                <c:pt idx="84">
                  <c:v>0.00968957</c:v>
                </c:pt>
                <c:pt idx="85">
                  <c:v>0.0097155</c:v>
                </c:pt>
                <c:pt idx="86">
                  <c:v>0.0098857</c:v>
                </c:pt>
                <c:pt idx="87">
                  <c:v>0.0098419</c:v>
                </c:pt>
                <c:pt idx="88">
                  <c:v>0.0097839</c:v>
                </c:pt>
                <c:pt idx="89">
                  <c:v>0.0097312</c:v>
                </c:pt>
                <c:pt idx="90">
                  <c:v>0.00972674</c:v>
                </c:pt>
                <c:pt idx="91">
                  <c:v>0.00969893</c:v>
                </c:pt>
                <c:pt idx="92">
                  <c:v>0.0098825</c:v>
                </c:pt>
                <c:pt idx="93">
                  <c:v>0.00982959</c:v>
                </c:pt>
                <c:pt idx="94">
                  <c:v>0.00977891</c:v>
                </c:pt>
                <c:pt idx="95">
                  <c:v>0.0098129</c:v>
                </c:pt>
                <c:pt idx="96">
                  <c:v>0.00974888</c:v>
                </c:pt>
                <c:pt idx="97">
                  <c:v>0.00978374</c:v>
                </c:pt>
                <c:pt idx="98">
                  <c:v>0.00968166</c:v>
                </c:pt>
                <c:pt idx="99">
                  <c:v>0.00999878</c:v>
                </c:pt>
                <c:pt idx="100">
                  <c:v>0.00969114</c:v>
                </c:pt>
                <c:pt idx="101">
                  <c:v>0.0097902</c:v>
                </c:pt>
                <c:pt idx="102">
                  <c:v>0.0097864</c:v>
                </c:pt>
                <c:pt idx="103">
                  <c:v>0.00974356</c:v>
                </c:pt>
                <c:pt idx="104">
                  <c:v>0.00982219</c:v>
                </c:pt>
                <c:pt idx="105">
                  <c:v>0.00985665</c:v>
                </c:pt>
                <c:pt idx="106">
                  <c:v>0.00985516</c:v>
                </c:pt>
                <c:pt idx="107">
                  <c:v>0.00987177</c:v>
                </c:pt>
                <c:pt idx="108">
                  <c:v>0.00971434</c:v>
                </c:pt>
                <c:pt idx="109">
                  <c:v>0.00980669</c:v>
                </c:pt>
                <c:pt idx="110">
                  <c:v>0.00977838</c:v>
                </c:pt>
                <c:pt idx="111">
                  <c:v>0.00968676</c:v>
                </c:pt>
                <c:pt idx="112">
                  <c:v>0.00973194</c:v>
                </c:pt>
                <c:pt idx="113">
                  <c:v>0.00975856</c:v>
                </c:pt>
                <c:pt idx="114">
                  <c:v>0.0097694</c:v>
                </c:pt>
                <c:pt idx="115">
                  <c:v>0.00988024</c:v>
                </c:pt>
                <c:pt idx="116">
                  <c:v>0.00977991</c:v>
                </c:pt>
                <c:pt idx="117">
                  <c:v>0.00970115</c:v>
                </c:pt>
                <c:pt idx="118">
                  <c:v>0.00979104</c:v>
                </c:pt>
                <c:pt idx="119">
                  <c:v>0.00977456</c:v>
                </c:pt>
                <c:pt idx="120">
                  <c:v>0.00975494</c:v>
                </c:pt>
                <c:pt idx="121">
                  <c:v>0.00982538</c:v>
                </c:pt>
                <c:pt idx="122">
                  <c:v>0.00967496</c:v>
                </c:pt>
                <c:pt idx="123">
                  <c:v>0.00970921</c:v>
                </c:pt>
                <c:pt idx="124">
                  <c:v>0.00974739</c:v>
                </c:pt>
                <c:pt idx="125">
                  <c:v>0.00985973</c:v>
                </c:pt>
                <c:pt idx="126">
                  <c:v>0.00971621</c:v>
                </c:pt>
                <c:pt idx="127">
                  <c:v>0.00982872</c:v>
                </c:pt>
                <c:pt idx="128">
                  <c:v>0.00975101</c:v>
                </c:pt>
                <c:pt idx="129">
                  <c:v>0.00973121</c:v>
                </c:pt>
                <c:pt idx="130">
                  <c:v>0.00974331</c:v>
                </c:pt>
                <c:pt idx="131">
                  <c:v>0.00986653</c:v>
                </c:pt>
                <c:pt idx="132">
                  <c:v>0.00984098</c:v>
                </c:pt>
                <c:pt idx="133">
                  <c:v>0.00979949</c:v>
                </c:pt>
                <c:pt idx="134">
                  <c:v>0.0098491</c:v>
                </c:pt>
                <c:pt idx="135">
                  <c:v>0.00972401</c:v>
                </c:pt>
                <c:pt idx="136">
                  <c:v>0.00981654</c:v>
                </c:pt>
                <c:pt idx="137">
                  <c:v>0.00968796</c:v>
                </c:pt>
                <c:pt idx="138">
                  <c:v>0.00971943</c:v>
                </c:pt>
                <c:pt idx="139">
                  <c:v>0.00972168</c:v>
                </c:pt>
                <c:pt idx="140">
                  <c:v>0.00962025</c:v>
                </c:pt>
                <c:pt idx="141">
                  <c:v>0.00971778</c:v>
                </c:pt>
                <c:pt idx="142">
                  <c:v>0.00965922</c:v>
                </c:pt>
                <c:pt idx="143">
                  <c:v>0.00970877</c:v>
                </c:pt>
                <c:pt idx="144">
                  <c:v>0.00965406</c:v>
                </c:pt>
                <c:pt idx="145">
                  <c:v>0.0097984</c:v>
                </c:pt>
                <c:pt idx="146">
                  <c:v>0.00977335</c:v>
                </c:pt>
                <c:pt idx="147">
                  <c:v>0.00989049</c:v>
                </c:pt>
                <c:pt idx="148">
                  <c:v>0.0097884</c:v>
                </c:pt>
                <c:pt idx="149">
                  <c:v>0.00984736</c:v>
                </c:pt>
                <c:pt idx="150">
                  <c:v>0.00983494</c:v>
                </c:pt>
                <c:pt idx="151">
                  <c:v>0.00977589</c:v>
                </c:pt>
                <c:pt idx="152">
                  <c:v>0.00984258</c:v>
                </c:pt>
                <c:pt idx="153">
                  <c:v>0.00975666</c:v>
                </c:pt>
                <c:pt idx="154">
                  <c:v>0.00983968</c:v>
                </c:pt>
                <c:pt idx="155">
                  <c:v>0.00986892</c:v>
                </c:pt>
                <c:pt idx="156">
                  <c:v>0.0096444</c:v>
                </c:pt>
                <c:pt idx="157">
                  <c:v>0.00971543</c:v>
                </c:pt>
                <c:pt idx="158">
                  <c:v>0.00993001</c:v>
                </c:pt>
                <c:pt idx="159">
                  <c:v>0.00979125</c:v>
                </c:pt>
                <c:pt idx="160">
                  <c:v>0.00974974</c:v>
                </c:pt>
                <c:pt idx="161">
                  <c:v>0.00973253</c:v>
                </c:pt>
                <c:pt idx="162">
                  <c:v>0.00979509</c:v>
                </c:pt>
                <c:pt idx="163">
                  <c:v>0.00971132</c:v>
                </c:pt>
                <c:pt idx="164">
                  <c:v>0.0098661</c:v>
                </c:pt>
                <c:pt idx="165">
                  <c:v>0.00982191</c:v>
                </c:pt>
                <c:pt idx="166">
                  <c:v>0.0098289</c:v>
                </c:pt>
                <c:pt idx="167">
                  <c:v>0.00961173</c:v>
                </c:pt>
                <c:pt idx="168">
                  <c:v>0.00969786</c:v>
                </c:pt>
                <c:pt idx="169">
                  <c:v>0.00976986</c:v>
                </c:pt>
                <c:pt idx="170">
                  <c:v>0.00971009</c:v>
                </c:pt>
                <c:pt idx="171">
                  <c:v>0.00965695</c:v>
                </c:pt>
                <c:pt idx="172">
                  <c:v>0.00975969</c:v>
                </c:pt>
                <c:pt idx="173">
                  <c:v>0.00977584</c:v>
                </c:pt>
                <c:pt idx="174">
                  <c:v>0.00994537</c:v>
                </c:pt>
                <c:pt idx="175">
                  <c:v>0.00972719</c:v>
                </c:pt>
                <c:pt idx="176">
                  <c:v>0.00979744</c:v>
                </c:pt>
                <c:pt idx="177">
                  <c:v>0.00984287</c:v>
                </c:pt>
                <c:pt idx="178">
                  <c:v>0.00967907</c:v>
                </c:pt>
                <c:pt idx="179">
                  <c:v>0.00990784</c:v>
                </c:pt>
                <c:pt idx="180">
                  <c:v>0.00979827</c:v>
                </c:pt>
                <c:pt idx="181">
                  <c:v>0.00976876</c:v>
                </c:pt>
                <c:pt idx="182">
                  <c:v>0.00989407</c:v>
                </c:pt>
                <c:pt idx="183">
                  <c:v>0.00974524</c:v>
                </c:pt>
                <c:pt idx="184">
                  <c:v>0.00971217</c:v>
                </c:pt>
                <c:pt idx="185">
                  <c:v>0.00976033</c:v>
                </c:pt>
                <c:pt idx="186">
                  <c:v>0.00985926</c:v>
                </c:pt>
                <c:pt idx="187">
                  <c:v>0.00970831</c:v>
                </c:pt>
                <c:pt idx="188">
                  <c:v>0.00986469</c:v>
                </c:pt>
                <c:pt idx="189">
                  <c:v>0.00993888</c:v>
                </c:pt>
                <c:pt idx="190">
                  <c:v>0.0096634</c:v>
                </c:pt>
                <c:pt idx="191">
                  <c:v>0.00977301</c:v>
                </c:pt>
                <c:pt idx="192">
                  <c:v>0.00968562</c:v>
                </c:pt>
                <c:pt idx="193">
                  <c:v>0.00967262</c:v>
                </c:pt>
                <c:pt idx="194">
                  <c:v>0.0097396</c:v>
                </c:pt>
                <c:pt idx="195">
                  <c:v>0.00981844</c:v>
                </c:pt>
                <c:pt idx="196">
                  <c:v>0.00978997</c:v>
                </c:pt>
                <c:pt idx="197">
                  <c:v>0.00956075</c:v>
                </c:pt>
                <c:pt idx="198">
                  <c:v>0.00975031</c:v>
                </c:pt>
                <c:pt idx="199">
                  <c:v>0.00969294</c:v>
                </c:pt>
                <c:pt idx="200">
                  <c:v>0.00981748</c:v>
                </c:pt>
                <c:pt idx="201">
                  <c:v>0.0097942</c:v>
                </c:pt>
                <c:pt idx="202">
                  <c:v>0.00990695</c:v>
                </c:pt>
                <c:pt idx="203">
                  <c:v>0.00983686</c:v>
                </c:pt>
                <c:pt idx="204">
                  <c:v>0.00978367</c:v>
                </c:pt>
                <c:pt idx="205">
                  <c:v>0.00963853</c:v>
                </c:pt>
                <c:pt idx="206">
                  <c:v>0.00983694</c:v>
                </c:pt>
                <c:pt idx="207">
                  <c:v>0.00977723</c:v>
                </c:pt>
                <c:pt idx="208">
                  <c:v>0.00975368</c:v>
                </c:pt>
                <c:pt idx="209">
                  <c:v>0.00986285</c:v>
                </c:pt>
                <c:pt idx="210">
                  <c:v>0.00978482</c:v>
                </c:pt>
                <c:pt idx="211">
                  <c:v>0.00978457</c:v>
                </c:pt>
                <c:pt idx="212">
                  <c:v>0.00975377</c:v>
                </c:pt>
                <c:pt idx="213">
                  <c:v>0.00972164</c:v>
                </c:pt>
                <c:pt idx="214">
                  <c:v>0.00972496</c:v>
                </c:pt>
                <c:pt idx="215">
                  <c:v>0.00979734</c:v>
                </c:pt>
                <c:pt idx="216">
                  <c:v>0.0098216</c:v>
                </c:pt>
                <c:pt idx="217">
                  <c:v>0.01002954</c:v>
                </c:pt>
                <c:pt idx="218">
                  <c:v>0.00991682</c:v>
                </c:pt>
                <c:pt idx="219">
                  <c:v>0.00970725</c:v>
                </c:pt>
                <c:pt idx="220">
                  <c:v>0.00980916</c:v>
                </c:pt>
                <c:pt idx="221">
                  <c:v>0.00974601</c:v>
                </c:pt>
                <c:pt idx="222">
                  <c:v>0.00982169</c:v>
                </c:pt>
                <c:pt idx="223">
                  <c:v>0.0098376</c:v>
                </c:pt>
                <c:pt idx="224">
                  <c:v>0.00970677</c:v>
                </c:pt>
                <c:pt idx="225">
                  <c:v>0.009876</c:v>
                </c:pt>
                <c:pt idx="226">
                  <c:v>0.00981973</c:v>
                </c:pt>
                <c:pt idx="227">
                  <c:v>0.00978376</c:v>
                </c:pt>
                <c:pt idx="228">
                  <c:v>0.00981625</c:v>
                </c:pt>
                <c:pt idx="229">
                  <c:v>0.00988868</c:v>
                </c:pt>
                <c:pt idx="230">
                  <c:v>0.00980819</c:v>
                </c:pt>
                <c:pt idx="231">
                  <c:v>0.00969273</c:v>
                </c:pt>
                <c:pt idx="232">
                  <c:v>0.0096208</c:v>
                </c:pt>
                <c:pt idx="233">
                  <c:v>0.0099286</c:v>
                </c:pt>
                <c:pt idx="234">
                  <c:v>0.00978466</c:v>
                </c:pt>
                <c:pt idx="235">
                  <c:v>0.00978108</c:v>
                </c:pt>
                <c:pt idx="236">
                  <c:v>0.00978165</c:v>
                </c:pt>
                <c:pt idx="237">
                  <c:v>0.00985178</c:v>
                </c:pt>
                <c:pt idx="238">
                  <c:v>0.0098261</c:v>
                </c:pt>
                <c:pt idx="239">
                  <c:v>0.00985099</c:v>
                </c:pt>
                <c:pt idx="240">
                  <c:v>0.00987824</c:v>
                </c:pt>
                <c:pt idx="241">
                  <c:v>0.00971735</c:v>
                </c:pt>
                <c:pt idx="242">
                  <c:v>0.00987049</c:v>
                </c:pt>
                <c:pt idx="243">
                  <c:v>0.00982353</c:v>
                </c:pt>
                <c:pt idx="244">
                  <c:v>0.00968644</c:v>
                </c:pt>
                <c:pt idx="245">
                  <c:v>0.00979597</c:v>
                </c:pt>
                <c:pt idx="246">
                  <c:v>0.0098086</c:v>
                </c:pt>
                <c:pt idx="247">
                  <c:v>0.00983609</c:v>
                </c:pt>
                <c:pt idx="248">
                  <c:v>0.00989989</c:v>
                </c:pt>
                <c:pt idx="249">
                  <c:v>0.00993337</c:v>
                </c:pt>
                <c:pt idx="250">
                  <c:v>0.00991348</c:v>
                </c:pt>
                <c:pt idx="251">
                  <c:v>0.00982449</c:v>
                </c:pt>
                <c:pt idx="252">
                  <c:v>0.00979219</c:v>
                </c:pt>
                <c:pt idx="253">
                  <c:v>0.00980624</c:v>
                </c:pt>
                <c:pt idx="254">
                  <c:v>0.00972751</c:v>
                </c:pt>
                <c:pt idx="255">
                  <c:v>0.00971111</c:v>
                </c:pt>
                <c:pt idx="256">
                  <c:v>0.00985825</c:v>
                </c:pt>
                <c:pt idx="257">
                  <c:v>0.00993513</c:v>
                </c:pt>
                <c:pt idx="258">
                  <c:v>0.00986774</c:v>
                </c:pt>
                <c:pt idx="259">
                  <c:v>0.0099016</c:v>
                </c:pt>
                <c:pt idx="260">
                  <c:v>0.00978833</c:v>
                </c:pt>
                <c:pt idx="261">
                  <c:v>0.00978574</c:v>
                </c:pt>
                <c:pt idx="262">
                  <c:v>0.01000485</c:v>
                </c:pt>
                <c:pt idx="263">
                  <c:v>0.00992136</c:v>
                </c:pt>
                <c:pt idx="264">
                  <c:v>0.00982924</c:v>
                </c:pt>
                <c:pt idx="265">
                  <c:v>0.00993334</c:v>
                </c:pt>
                <c:pt idx="266">
                  <c:v>0.00990295</c:v>
                </c:pt>
                <c:pt idx="267">
                  <c:v>0.0097165</c:v>
                </c:pt>
                <c:pt idx="268">
                  <c:v>0.00993658</c:v>
                </c:pt>
                <c:pt idx="269">
                  <c:v>0.00990698</c:v>
                </c:pt>
                <c:pt idx="270">
                  <c:v>0.00978876</c:v>
                </c:pt>
                <c:pt idx="271">
                  <c:v>0.00983184</c:v>
                </c:pt>
                <c:pt idx="272">
                  <c:v>0.00986449</c:v>
                </c:pt>
                <c:pt idx="273">
                  <c:v>0.00987722</c:v>
                </c:pt>
                <c:pt idx="274">
                  <c:v>0.00990768</c:v>
                </c:pt>
                <c:pt idx="275">
                  <c:v>0.0099094</c:v>
                </c:pt>
                <c:pt idx="276">
                  <c:v>0.00997965</c:v>
                </c:pt>
                <c:pt idx="277">
                  <c:v>0.00978349</c:v>
                </c:pt>
                <c:pt idx="278">
                  <c:v>0.0099702</c:v>
                </c:pt>
                <c:pt idx="279">
                  <c:v>0.00992582</c:v>
                </c:pt>
                <c:pt idx="280">
                  <c:v>0.01001994</c:v>
                </c:pt>
                <c:pt idx="281">
                  <c:v>0.00981622</c:v>
                </c:pt>
                <c:pt idx="282">
                  <c:v>0.00978327</c:v>
                </c:pt>
                <c:pt idx="283">
                  <c:v>0.00976751</c:v>
                </c:pt>
                <c:pt idx="284">
                  <c:v>0.00983981</c:v>
                </c:pt>
                <c:pt idx="285">
                  <c:v>0.00980423</c:v>
                </c:pt>
                <c:pt idx="286">
                  <c:v>0.00977449</c:v>
                </c:pt>
                <c:pt idx="287">
                  <c:v>0.00996343</c:v>
                </c:pt>
                <c:pt idx="288">
                  <c:v>0.00998997</c:v>
                </c:pt>
                <c:pt idx="289">
                  <c:v>0.00977174</c:v>
                </c:pt>
                <c:pt idx="290">
                  <c:v>0.00986366</c:v>
                </c:pt>
                <c:pt idx="291">
                  <c:v>0.00979741</c:v>
                </c:pt>
                <c:pt idx="292">
                  <c:v>0.00994171</c:v>
                </c:pt>
                <c:pt idx="293">
                  <c:v>0.01008529</c:v>
                </c:pt>
                <c:pt idx="294">
                  <c:v>0.00991699</c:v>
                </c:pt>
                <c:pt idx="295">
                  <c:v>0.00973842</c:v>
                </c:pt>
                <c:pt idx="296">
                  <c:v>0.00989901</c:v>
                </c:pt>
                <c:pt idx="297">
                  <c:v>0.00991364</c:v>
                </c:pt>
                <c:pt idx="298">
                  <c:v>0.00990236</c:v>
                </c:pt>
                <c:pt idx="299">
                  <c:v>0.00987193</c:v>
                </c:pt>
                <c:pt idx="300">
                  <c:v>0.00982647</c:v>
                </c:pt>
                <c:pt idx="301">
                  <c:v>0.01003449</c:v>
                </c:pt>
                <c:pt idx="302">
                  <c:v>0.00980649</c:v>
                </c:pt>
                <c:pt idx="303">
                  <c:v>0.00988696</c:v>
                </c:pt>
                <c:pt idx="304">
                  <c:v>0.01003777</c:v>
                </c:pt>
                <c:pt idx="305">
                  <c:v>0.00988623</c:v>
                </c:pt>
                <c:pt idx="306">
                  <c:v>0.0100234</c:v>
                </c:pt>
                <c:pt idx="307">
                  <c:v>0.00996173</c:v>
                </c:pt>
                <c:pt idx="308">
                  <c:v>0.01007345</c:v>
                </c:pt>
                <c:pt idx="309">
                  <c:v>0.0099806</c:v>
                </c:pt>
                <c:pt idx="310">
                  <c:v>0.00986448</c:v>
                </c:pt>
                <c:pt idx="311">
                  <c:v>0.00999635</c:v>
                </c:pt>
                <c:pt idx="312">
                  <c:v>0.00995391</c:v>
                </c:pt>
                <c:pt idx="313">
                  <c:v>0.01000515</c:v>
                </c:pt>
                <c:pt idx="314">
                  <c:v>0.0098956</c:v>
                </c:pt>
                <c:pt idx="315">
                  <c:v>0.00984831</c:v>
                </c:pt>
                <c:pt idx="316">
                  <c:v>0.00994715</c:v>
                </c:pt>
                <c:pt idx="317">
                  <c:v>0.00990922</c:v>
                </c:pt>
                <c:pt idx="318">
                  <c:v>0.01006429</c:v>
                </c:pt>
                <c:pt idx="319">
                  <c:v>0.00998273</c:v>
                </c:pt>
                <c:pt idx="320">
                  <c:v>0.00997681</c:v>
                </c:pt>
                <c:pt idx="321">
                  <c:v>0.00999198</c:v>
                </c:pt>
                <c:pt idx="322">
                  <c:v>0.00993777</c:v>
                </c:pt>
                <c:pt idx="323">
                  <c:v>0.01012429</c:v>
                </c:pt>
                <c:pt idx="324">
                  <c:v>0.00999029</c:v>
                </c:pt>
                <c:pt idx="325">
                  <c:v>0.01008914</c:v>
                </c:pt>
                <c:pt idx="326">
                  <c:v>0.01000186</c:v>
                </c:pt>
                <c:pt idx="327">
                  <c:v>0.00996355</c:v>
                </c:pt>
                <c:pt idx="328">
                  <c:v>0.00985345</c:v>
                </c:pt>
                <c:pt idx="329">
                  <c:v>0.01006183</c:v>
                </c:pt>
                <c:pt idx="330">
                  <c:v>0.01009362</c:v>
                </c:pt>
                <c:pt idx="331">
                  <c:v>0.01015315</c:v>
                </c:pt>
                <c:pt idx="332">
                  <c:v>0.00991067</c:v>
                </c:pt>
                <c:pt idx="333">
                  <c:v>0.00989001</c:v>
                </c:pt>
                <c:pt idx="334">
                  <c:v>0.01004154</c:v>
                </c:pt>
                <c:pt idx="335">
                  <c:v>0.00996449</c:v>
                </c:pt>
                <c:pt idx="336">
                  <c:v>0.00996542</c:v>
                </c:pt>
                <c:pt idx="337">
                  <c:v>0.00997967</c:v>
                </c:pt>
                <c:pt idx="338">
                  <c:v>0.00983072</c:v>
                </c:pt>
                <c:pt idx="339">
                  <c:v>0.00999339</c:v>
                </c:pt>
                <c:pt idx="340">
                  <c:v>0.01003167</c:v>
                </c:pt>
                <c:pt idx="341">
                  <c:v>0.01000632</c:v>
                </c:pt>
                <c:pt idx="342">
                  <c:v>0.00979607</c:v>
                </c:pt>
                <c:pt idx="343">
                  <c:v>0.0101155</c:v>
                </c:pt>
                <c:pt idx="344">
                  <c:v>0.00997228</c:v>
                </c:pt>
                <c:pt idx="345">
                  <c:v>0.01004277</c:v>
                </c:pt>
                <c:pt idx="346">
                  <c:v>0.0099125</c:v>
                </c:pt>
                <c:pt idx="347">
                  <c:v>0.00990263</c:v>
                </c:pt>
                <c:pt idx="348">
                  <c:v>0.01003928</c:v>
                </c:pt>
                <c:pt idx="349">
                  <c:v>0.009984</c:v>
                </c:pt>
                <c:pt idx="350">
                  <c:v>0.0100879</c:v>
                </c:pt>
                <c:pt idx="351">
                  <c:v>0.00986029</c:v>
                </c:pt>
                <c:pt idx="352">
                  <c:v>0.01009352</c:v>
                </c:pt>
                <c:pt idx="353">
                  <c:v>0.00981343</c:v>
                </c:pt>
                <c:pt idx="354">
                  <c:v>0.01001871</c:v>
                </c:pt>
                <c:pt idx="355">
                  <c:v>0.01007304</c:v>
                </c:pt>
                <c:pt idx="356">
                  <c:v>0.01007315</c:v>
                </c:pt>
                <c:pt idx="357">
                  <c:v>0.0099498</c:v>
                </c:pt>
                <c:pt idx="358">
                  <c:v>0.01000814</c:v>
                </c:pt>
                <c:pt idx="359">
                  <c:v>0.00998882</c:v>
                </c:pt>
                <c:pt idx="360">
                  <c:v>0.00994654</c:v>
                </c:pt>
                <c:pt idx="361">
                  <c:v>0.01024034</c:v>
                </c:pt>
                <c:pt idx="362">
                  <c:v>0.01007501</c:v>
                </c:pt>
                <c:pt idx="363">
                  <c:v>0.00991138</c:v>
                </c:pt>
                <c:pt idx="364">
                  <c:v>0.00994368</c:v>
                </c:pt>
                <c:pt idx="365">
                  <c:v>0.0100048</c:v>
                </c:pt>
                <c:pt idx="366">
                  <c:v>0.01008656</c:v>
                </c:pt>
                <c:pt idx="367">
                  <c:v>0.00995989</c:v>
                </c:pt>
                <c:pt idx="368">
                  <c:v>0.01013299</c:v>
                </c:pt>
                <c:pt idx="369">
                  <c:v>0.00999133</c:v>
                </c:pt>
                <c:pt idx="370">
                  <c:v>0.0100882</c:v>
                </c:pt>
                <c:pt idx="371">
                  <c:v>0.0100476</c:v>
                </c:pt>
                <c:pt idx="372">
                  <c:v>0.00993079</c:v>
                </c:pt>
                <c:pt idx="373">
                  <c:v>0.00994109</c:v>
                </c:pt>
                <c:pt idx="374">
                  <c:v>0.01004035</c:v>
                </c:pt>
                <c:pt idx="375">
                  <c:v>0.0099931</c:v>
                </c:pt>
                <c:pt idx="376">
                  <c:v>0.01013008</c:v>
                </c:pt>
                <c:pt idx="377">
                  <c:v>0.00998615</c:v>
                </c:pt>
                <c:pt idx="378">
                  <c:v>0.01013289</c:v>
                </c:pt>
                <c:pt idx="379">
                  <c:v>0.01001491</c:v>
                </c:pt>
                <c:pt idx="380">
                  <c:v>0.01004395</c:v>
                </c:pt>
                <c:pt idx="381">
                  <c:v>0.01004132</c:v>
                </c:pt>
                <c:pt idx="382">
                  <c:v>0.01000643</c:v>
                </c:pt>
                <c:pt idx="383">
                  <c:v>0.0099417</c:v>
                </c:pt>
                <c:pt idx="384">
                  <c:v>0.01007491</c:v>
                </c:pt>
                <c:pt idx="385">
                  <c:v>0.01012879</c:v>
                </c:pt>
                <c:pt idx="386">
                  <c:v>0.01001136</c:v>
                </c:pt>
                <c:pt idx="387">
                  <c:v>0.0100985</c:v>
                </c:pt>
                <c:pt idx="388">
                  <c:v>0.01001418</c:v>
                </c:pt>
                <c:pt idx="389">
                  <c:v>0.01009972</c:v>
                </c:pt>
                <c:pt idx="390">
                  <c:v>0.00992246</c:v>
                </c:pt>
                <c:pt idx="391">
                  <c:v>0.01002314</c:v>
                </c:pt>
                <c:pt idx="392">
                  <c:v>0.01001648</c:v>
                </c:pt>
                <c:pt idx="393">
                  <c:v>0.00996758</c:v>
                </c:pt>
                <c:pt idx="394">
                  <c:v>0.00998645</c:v>
                </c:pt>
                <c:pt idx="395">
                  <c:v>0.01007345</c:v>
                </c:pt>
                <c:pt idx="396">
                  <c:v>0.01009194</c:v>
                </c:pt>
                <c:pt idx="397">
                  <c:v>0.01019933</c:v>
                </c:pt>
                <c:pt idx="398">
                  <c:v>0.01019102</c:v>
                </c:pt>
                <c:pt idx="399">
                  <c:v>0.01018476</c:v>
                </c:pt>
                <c:pt idx="400">
                  <c:v>0.01003174</c:v>
                </c:pt>
                <c:pt idx="401">
                  <c:v>0.00998648</c:v>
                </c:pt>
                <c:pt idx="402">
                  <c:v>0.01025255</c:v>
                </c:pt>
                <c:pt idx="403">
                  <c:v>0.00984502</c:v>
                </c:pt>
                <c:pt idx="404">
                  <c:v>0.01004042</c:v>
                </c:pt>
                <c:pt idx="405">
                  <c:v>0.01004235</c:v>
                </c:pt>
                <c:pt idx="406">
                  <c:v>0.01000477</c:v>
                </c:pt>
                <c:pt idx="407">
                  <c:v>0.01007914</c:v>
                </c:pt>
                <c:pt idx="408">
                  <c:v>0.01015326</c:v>
                </c:pt>
                <c:pt idx="409">
                  <c:v>0.01016373</c:v>
                </c:pt>
                <c:pt idx="410">
                  <c:v>0.01009306</c:v>
                </c:pt>
                <c:pt idx="411">
                  <c:v>0.01026757</c:v>
                </c:pt>
                <c:pt idx="412">
                  <c:v>0.01004741</c:v>
                </c:pt>
                <c:pt idx="413">
                  <c:v>0.01000592</c:v>
                </c:pt>
                <c:pt idx="414">
                  <c:v>0.01018639</c:v>
                </c:pt>
                <c:pt idx="415">
                  <c:v>0.01017721</c:v>
                </c:pt>
                <c:pt idx="416">
                  <c:v>0.01023996</c:v>
                </c:pt>
                <c:pt idx="417">
                  <c:v>0.01017154</c:v>
                </c:pt>
                <c:pt idx="418">
                  <c:v>0.01005576</c:v>
                </c:pt>
                <c:pt idx="419">
                  <c:v>0.01012091</c:v>
                </c:pt>
                <c:pt idx="420">
                  <c:v>0.01019064</c:v>
                </c:pt>
                <c:pt idx="421">
                  <c:v>0.01006109</c:v>
                </c:pt>
                <c:pt idx="422">
                  <c:v>0.01007671</c:v>
                </c:pt>
                <c:pt idx="423">
                  <c:v>0.01010506</c:v>
                </c:pt>
                <c:pt idx="424">
                  <c:v>0.01023898</c:v>
                </c:pt>
                <c:pt idx="425">
                  <c:v>0.00999138</c:v>
                </c:pt>
                <c:pt idx="426">
                  <c:v>0.01020262</c:v>
                </c:pt>
                <c:pt idx="427">
                  <c:v>0.01019014</c:v>
                </c:pt>
                <c:pt idx="428">
                  <c:v>0.01021786</c:v>
                </c:pt>
                <c:pt idx="429">
                  <c:v>0.010093</c:v>
                </c:pt>
                <c:pt idx="430">
                  <c:v>0.01017339</c:v>
                </c:pt>
                <c:pt idx="431">
                  <c:v>0.0101785</c:v>
                </c:pt>
                <c:pt idx="432">
                  <c:v>0.0100776</c:v>
                </c:pt>
                <c:pt idx="433">
                  <c:v>0.01024587</c:v>
                </c:pt>
                <c:pt idx="434">
                  <c:v>0.01002831</c:v>
                </c:pt>
                <c:pt idx="435">
                  <c:v>0.01029373</c:v>
                </c:pt>
                <c:pt idx="436">
                  <c:v>0.01022059</c:v>
                </c:pt>
                <c:pt idx="437">
                  <c:v>0.01008367</c:v>
                </c:pt>
                <c:pt idx="438">
                  <c:v>0.01011939</c:v>
                </c:pt>
                <c:pt idx="439">
                  <c:v>0.0100599</c:v>
                </c:pt>
                <c:pt idx="440">
                  <c:v>0.0100083</c:v>
                </c:pt>
                <c:pt idx="441">
                  <c:v>0.01005494</c:v>
                </c:pt>
                <c:pt idx="442">
                  <c:v>0.01008999</c:v>
                </c:pt>
                <c:pt idx="443">
                  <c:v>0.01007868</c:v>
                </c:pt>
                <c:pt idx="444">
                  <c:v>0.0100584</c:v>
                </c:pt>
                <c:pt idx="445">
                  <c:v>0.0101304</c:v>
                </c:pt>
                <c:pt idx="446">
                  <c:v>0.01024252</c:v>
                </c:pt>
                <c:pt idx="447">
                  <c:v>0.01013992</c:v>
                </c:pt>
                <c:pt idx="448">
                  <c:v>0.01012439</c:v>
                </c:pt>
                <c:pt idx="449">
                  <c:v>0.01002194</c:v>
                </c:pt>
                <c:pt idx="450">
                  <c:v>0.01009689</c:v>
                </c:pt>
                <c:pt idx="451">
                  <c:v>0.01010333</c:v>
                </c:pt>
                <c:pt idx="452">
                  <c:v>0.01023424</c:v>
                </c:pt>
                <c:pt idx="453">
                  <c:v>0.01019902</c:v>
                </c:pt>
                <c:pt idx="454">
                  <c:v>0.01024306</c:v>
                </c:pt>
                <c:pt idx="455">
                  <c:v>0.01029864</c:v>
                </c:pt>
                <c:pt idx="456">
                  <c:v>0.00992642</c:v>
                </c:pt>
                <c:pt idx="457">
                  <c:v>0.0103846</c:v>
                </c:pt>
                <c:pt idx="458">
                  <c:v>0.01003853</c:v>
                </c:pt>
                <c:pt idx="459">
                  <c:v>0.01012694</c:v>
                </c:pt>
                <c:pt idx="460">
                  <c:v>0.01013729</c:v>
                </c:pt>
                <c:pt idx="461">
                  <c:v>0.01015452</c:v>
                </c:pt>
                <c:pt idx="462">
                  <c:v>0.01027535</c:v>
                </c:pt>
                <c:pt idx="463">
                  <c:v>0.01023479</c:v>
                </c:pt>
                <c:pt idx="464">
                  <c:v>0.01005667</c:v>
                </c:pt>
                <c:pt idx="465">
                  <c:v>0.01013915</c:v>
                </c:pt>
                <c:pt idx="466">
                  <c:v>0.01009183</c:v>
                </c:pt>
                <c:pt idx="467">
                  <c:v>0.01006805</c:v>
                </c:pt>
                <c:pt idx="468">
                  <c:v>0.01023559</c:v>
                </c:pt>
                <c:pt idx="469">
                  <c:v>0.01024141</c:v>
                </c:pt>
                <c:pt idx="470">
                  <c:v>0.01005257</c:v>
                </c:pt>
                <c:pt idx="471">
                  <c:v>0.01004524</c:v>
                </c:pt>
                <c:pt idx="472">
                  <c:v>0.01009228</c:v>
                </c:pt>
                <c:pt idx="473">
                  <c:v>0.01018589</c:v>
                </c:pt>
                <c:pt idx="474">
                  <c:v>0.0101893</c:v>
                </c:pt>
                <c:pt idx="475">
                  <c:v>0.01016762</c:v>
                </c:pt>
                <c:pt idx="476">
                  <c:v>0.01034797</c:v>
                </c:pt>
                <c:pt idx="477">
                  <c:v>0.010158</c:v>
                </c:pt>
                <c:pt idx="478">
                  <c:v>0.00996823</c:v>
                </c:pt>
                <c:pt idx="479">
                  <c:v>0.01027537</c:v>
                </c:pt>
                <c:pt idx="480">
                  <c:v>0.0101758</c:v>
                </c:pt>
                <c:pt idx="481">
                  <c:v>0.01007243</c:v>
                </c:pt>
                <c:pt idx="482">
                  <c:v>0.01014107</c:v>
                </c:pt>
                <c:pt idx="483">
                  <c:v>0.01029986</c:v>
                </c:pt>
                <c:pt idx="484">
                  <c:v>0.0101193</c:v>
                </c:pt>
                <c:pt idx="485">
                  <c:v>0.01018205</c:v>
                </c:pt>
                <c:pt idx="486">
                  <c:v>0.01020326</c:v>
                </c:pt>
                <c:pt idx="487">
                  <c:v>0.01025765</c:v>
                </c:pt>
                <c:pt idx="488">
                  <c:v>0.01019436</c:v>
                </c:pt>
                <c:pt idx="489">
                  <c:v>0.01019279</c:v>
                </c:pt>
                <c:pt idx="490">
                  <c:v>0.01032804</c:v>
                </c:pt>
                <c:pt idx="491">
                  <c:v>0.01018425</c:v>
                </c:pt>
                <c:pt idx="492">
                  <c:v>0.01033385</c:v>
                </c:pt>
                <c:pt idx="493">
                  <c:v>0.01021241</c:v>
                </c:pt>
                <c:pt idx="494">
                  <c:v>0.0102756</c:v>
                </c:pt>
                <c:pt idx="495">
                  <c:v>0.01024738</c:v>
                </c:pt>
                <c:pt idx="496">
                  <c:v>0.01019749</c:v>
                </c:pt>
                <c:pt idx="497">
                  <c:v>0.01001476</c:v>
                </c:pt>
                <c:pt idx="498">
                  <c:v>0.01017276</c:v>
                </c:pt>
                <c:pt idx="499">
                  <c:v>0.01016169</c:v>
                </c:pt>
                <c:pt idx="500">
                  <c:v>0.0103481</c:v>
                </c:pt>
                <c:pt idx="501">
                  <c:v>0.01029951</c:v>
                </c:pt>
                <c:pt idx="502">
                  <c:v>0.01026346</c:v>
                </c:pt>
                <c:pt idx="503">
                  <c:v>0.01029389</c:v>
                </c:pt>
                <c:pt idx="504">
                  <c:v>0.00997508</c:v>
                </c:pt>
                <c:pt idx="505">
                  <c:v>0.0101373</c:v>
                </c:pt>
                <c:pt idx="506">
                  <c:v>0.01023861</c:v>
                </c:pt>
                <c:pt idx="507">
                  <c:v>0.0103011</c:v>
                </c:pt>
                <c:pt idx="508">
                  <c:v>0.01013337</c:v>
                </c:pt>
                <c:pt idx="509">
                  <c:v>0.01029862</c:v>
                </c:pt>
                <c:pt idx="510">
                  <c:v>0.01012378</c:v>
                </c:pt>
                <c:pt idx="511">
                  <c:v>0.01021193</c:v>
                </c:pt>
                <c:pt idx="512">
                  <c:v>0.0101904</c:v>
                </c:pt>
                <c:pt idx="513">
                  <c:v>0.01018071</c:v>
                </c:pt>
                <c:pt idx="514">
                  <c:v>0.01032041</c:v>
                </c:pt>
                <c:pt idx="515">
                  <c:v>0.01016292</c:v>
                </c:pt>
                <c:pt idx="516">
                  <c:v>0.01023122</c:v>
                </c:pt>
                <c:pt idx="517">
                  <c:v>0.0105122</c:v>
                </c:pt>
                <c:pt idx="518">
                  <c:v>0.01015996</c:v>
                </c:pt>
                <c:pt idx="519">
                  <c:v>0.01003421</c:v>
                </c:pt>
                <c:pt idx="520">
                  <c:v>0.01028605</c:v>
                </c:pt>
                <c:pt idx="521">
                  <c:v>0.01036716</c:v>
                </c:pt>
                <c:pt idx="522">
                  <c:v>0.0103651</c:v>
                </c:pt>
                <c:pt idx="523">
                  <c:v>0.01034937</c:v>
                </c:pt>
                <c:pt idx="524">
                  <c:v>0.01031209</c:v>
                </c:pt>
                <c:pt idx="525">
                  <c:v>0.01021199</c:v>
                </c:pt>
                <c:pt idx="526">
                  <c:v>0.01040803</c:v>
                </c:pt>
                <c:pt idx="527">
                  <c:v>0.01017364</c:v>
                </c:pt>
                <c:pt idx="528">
                  <c:v>0.01028881</c:v>
                </c:pt>
                <c:pt idx="529">
                  <c:v>0.01038065</c:v>
                </c:pt>
                <c:pt idx="530">
                  <c:v>0.01031124</c:v>
                </c:pt>
                <c:pt idx="531">
                  <c:v>0.01046111</c:v>
                </c:pt>
                <c:pt idx="532">
                  <c:v>0.01033449</c:v>
                </c:pt>
                <c:pt idx="533">
                  <c:v>0.01017411</c:v>
                </c:pt>
                <c:pt idx="534">
                  <c:v>0.01019908</c:v>
                </c:pt>
                <c:pt idx="535">
                  <c:v>0.01026358</c:v>
                </c:pt>
                <c:pt idx="536">
                  <c:v>0.01039813</c:v>
                </c:pt>
                <c:pt idx="537">
                  <c:v>0.01017758</c:v>
                </c:pt>
                <c:pt idx="538">
                  <c:v>0.01052043</c:v>
                </c:pt>
                <c:pt idx="539">
                  <c:v>0.01020343</c:v>
                </c:pt>
                <c:pt idx="540">
                  <c:v>0.01037132</c:v>
                </c:pt>
                <c:pt idx="541">
                  <c:v>0.01021796</c:v>
                </c:pt>
                <c:pt idx="542">
                  <c:v>0.01021083</c:v>
                </c:pt>
                <c:pt idx="543">
                  <c:v>0.01029879</c:v>
                </c:pt>
                <c:pt idx="544">
                  <c:v>0.01033304</c:v>
                </c:pt>
                <c:pt idx="545">
                  <c:v>0.01033645</c:v>
                </c:pt>
                <c:pt idx="546">
                  <c:v>0.01030694</c:v>
                </c:pt>
                <c:pt idx="547">
                  <c:v>0.01037789</c:v>
                </c:pt>
                <c:pt idx="548">
                  <c:v>0.01014166</c:v>
                </c:pt>
                <c:pt idx="549">
                  <c:v>0.01036476</c:v>
                </c:pt>
                <c:pt idx="550">
                  <c:v>0.01007901</c:v>
                </c:pt>
                <c:pt idx="551">
                  <c:v>0.01034651</c:v>
                </c:pt>
                <c:pt idx="552">
                  <c:v>0.01033656</c:v>
                </c:pt>
                <c:pt idx="553">
                  <c:v>0.01028195</c:v>
                </c:pt>
                <c:pt idx="554">
                  <c:v>0.01018173</c:v>
                </c:pt>
                <c:pt idx="555">
                  <c:v>0.010409</c:v>
                </c:pt>
                <c:pt idx="556">
                  <c:v>0.01043898</c:v>
                </c:pt>
                <c:pt idx="557">
                  <c:v>0.01043205</c:v>
                </c:pt>
                <c:pt idx="558">
                  <c:v>0.01028261</c:v>
                </c:pt>
                <c:pt idx="559">
                  <c:v>0.01034927</c:v>
                </c:pt>
                <c:pt idx="560">
                  <c:v>0.01013207</c:v>
                </c:pt>
                <c:pt idx="561">
                  <c:v>0.01018371</c:v>
                </c:pt>
                <c:pt idx="562">
                  <c:v>0.01021812</c:v>
                </c:pt>
                <c:pt idx="563">
                  <c:v>0.01043796</c:v>
                </c:pt>
                <c:pt idx="564">
                  <c:v>0.01024248</c:v>
                </c:pt>
                <c:pt idx="565">
                  <c:v>0.01006524</c:v>
                </c:pt>
                <c:pt idx="566">
                  <c:v>0.01040418</c:v>
                </c:pt>
                <c:pt idx="567">
                  <c:v>0.01025015</c:v>
                </c:pt>
                <c:pt idx="568">
                  <c:v>0.01019003</c:v>
                </c:pt>
                <c:pt idx="569">
                  <c:v>0.01021573</c:v>
                </c:pt>
                <c:pt idx="570">
                  <c:v>0.01046789</c:v>
                </c:pt>
                <c:pt idx="571">
                  <c:v>0.0104086</c:v>
                </c:pt>
                <c:pt idx="572">
                  <c:v>0.01038394</c:v>
                </c:pt>
                <c:pt idx="573">
                  <c:v>0.01046379</c:v>
                </c:pt>
                <c:pt idx="574">
                  <c:v>0.01029411</c:v>
                </c:pt>
                <c:pt idx="575">
                  <c:v>0.01029295</c:v>
                </c:pt>
                <c:pt idx="576">
                  <c:v>0.01020839</c:v>
                </c:pt>
                <c:pt idx="577">
                  <c:v>0.01034518</c:v>
                </c:pt>
                <c:pt idx="578">
                  <c:v>0.01031951</c:v>
                </c:pt>
                <c:pt idx="579">
                  <c:v>0.01015106</c:v>
                </c:pt>
                <c:pt idx="580">
                  <c:v>0.01023196</c:v>
                </c:pt>
                <c:pt idx="581">
                  <c:v>0.01046349</c:v>
                </c:pt>
                <c:pt idx="582">
                  <c:v>0.01033583</c:v>
                </c:pt>
                <c:pt idx="583">
                  <c:v>0.01036459</c:v>
                </c:pt>
                <c:pt idx="584">
                  <c:v>0.01041048</c:v>
                </c:pt>
                <c:pt idx="585">
                  <c:v>0.01026688</c:v>
                </c:pt>
                <c:pt idx="586">
                  <c:v>0.01019631</c:v>
                </c:pt>
                <c:pt idx="587">
                  <c:v>0.01040325</c:v>
                </c:pt>
                <c:pt idx="588">
                  <c:v>0.01035968</c:v>
                </c:pt>
                <c:pt idx="589">
                  <c:v>0.01047655</c:v>
                </c:pt>
                <c:pt idx="590">
                  <c:v>0.0103941</c:v>
                </c:pt>
                <c:pt idx="591">
                  <c:v>0.01026624</c:v>
                </c:pt>
                <c:pt idx="592">
                  <c:v>0.01034439</c:v>
                </c:pt>
                <c:pt idx="593">
                  <c:v>0.01033773</c:v>
                </c:pt>
                <c:pt idx="594">
                  <c:v>0.0103745</c:v>
                </c:pt>
                <c:pt idx="595">
                  <c:v>0.0104803</c:v>
                </c:pt>
                <c:pt idx="596">
                  <c:v>0.0103299</c:v>
                </c:pt>
                <c:pt idx="597">
                  <c:v>0.01030251</c:v>
                </c:pt>
                <c:pt idx="598">
                  <c:v>0.01047557</c:v>
                </c:pt>
                <c:pt idx="599">
                  <c:v>0.01029676</c:v>
                </c:pt>
                <c:pt idx="600">
                  <c:v>0.01035245</c:v>
                </c:pt>
                <c:pt idx="601">
                  <c:v>0.01015243</c:v>
                </c:pt>
                <c:pt idx="602">
                  <c:v>0.01041114</c:v>
                </c:pt>
                <c:pt idx="603">
                  <c:v>0.01037415</c:v>
                </c:pt>
                <c:pt idx="604">
                  <c:v>0.01036373</c:v>
                </c:pt>
                <c:pt idx="605">
                  <c:v>0.01039281</c:v>
                </c:pt>
                <c:pt idx="606">
                  <c:v>0.0101969</c:v>
                </c:pt>
                <c:pt idx="607">
                  <c:v>0.01048983</c:v>
                </c:pt>
                <c:pt idx="608">
                  <c:v>0.0103539</c:v>
                </c:pt>
                <c:pt idx="609">
                  <c:v>0.0105942</c:v>
                </c:pt>
                <c:pt idx="610">
                  <c:v>0.01044435</c:v>
                </c:pt>
                <c:pt idx="611">
                  <c:v>0.01036906</c:v>
                </c:pt>
                <c:pt idx="612">
                  <c:v>0.01036016</c:v>
                </c:pt>
                <c:pt idx="613">
                  <c:v>0.01020509</c:v>
                </c:pt>
                <c:pt idx="614">
                  <c:v>0.01040172</c:v>
                </c:pt>
                <c:pt idx="615">
                  <c:v>0.0105624</c:v>
                </c:pt>
                <c:pt idx="616">
                  <c:v>0.01055856</c:v>
                </c:pt>
                <c:pt idx="617">
                  <c:v>0.01029572</c:v>
                </c:pt>
                <c:pt idx="618">
                  <c:v>0.01031938</c:v>
                </c:pt>
                <c:pt idx="619">
                  <c:v>0.01048096</c:v>
                </c:pt>
                <c:pt idx="620">
                  <c:v>0.01048041</c:v>
                </c:pt>
                <c:pt idx="621">
                  <c:v>0.01037527</c:v>
                </c:pt>
                <c:pt idx="622">
                  <c:v>0.01028818</c:v>
                </c:pt>
                <c:pt idx="623">
                  <c:v>0.01042554</c:v>
                </c:pt>
                <c:pt idx="624">
                  <c:v>0.01027707</c:v>
                </c:pt>
                <c:pt idx="625">
                  <c:v>0.01040566</c:v>
                </c:pt>
                <c:pt idx="626">
                  <c:v>0.01047353</c:v>
                </c:pt>
                <c:pt idx="627">
                  <c:v>0.01058918</c:v>
                </c:pt>
                <c:pt idx="628">
                  <c:v>0.01042976</c:v>
                </c:pt>
                <c:pt idx="629">
                  <c:v>0.01034424</c:v>
                </c:pt>
                <c:pt idx="630">
                  <c:v>0.01039167</c:v>
                </c:pt>
                <c:pt idx="631">
                  <c:v>0.01039347</c:v>
                </c:pt>
                <c:pt idx="632">
                  <c:v>0.01039775</c:v>
                </c:pt>
                <c:pt idx="633">
                  <c:v>0.01036123</c:v>
                </c:pt>
                <c:pt idx="634">
                  <c:v>0.01036494</c:v>
                </c:pt>
                <c:pt idx="635">
                  <c:v>0.01053466</c:v>
                </c:pt>
                <c:pt idx="636">
                  <c:v>0.01025736</c:v>
                </c:pt>
                <c:pt idx="637">
                  <c:v>0.01057991</c:v>
                </c:pt>
                <c:pt idx="638">
                  <c:v>0.01039887</c:v>
                </c:pt>
                <c:pt idx="639">
                  <c:v>0.01057193</c:v>
                </c:pt>
                <c:pt idx="640">
                  <c:v>0.01035697</c:v>
                </c:pt>
                <c:pt idx="641">
                  <c:v>0.01043307</c:v>
                </c:pt>
                <c:pt idx="642">
                  <c:v>0.01063716</c:v>
                </c:pt>
                <c:pt idx="643">
                  <c:v>0.01036362</c:v>
                </c:pt>
                <c:pt idx="644">
                  <c:v>0.01059636</c:v>
                </c:pt>
                <c:pt idx="645">
                  <c:v>0.01051351</c:v>
                </c:pt>
                <c:pt idx="646">
                  <c:v>0.01043649</c:v>
                </c:pt>
                <c:pt idx="647">
                  <c:v>0.01051835</c:v>
                </c:pt>
                <c:pt idx="648">
                  <c:v>0.01030138</c:v>
                </c:pt>
                <c:pt idx="649">
                  <c:v>0.01042249</c:v>
                </c:pt>
                <c:pt idx="650">
                  <c:v>0.01055164</c:v>
                </c:pt>
                <c:pt idx="651">
                  <c:v>0.01045305</c:v>
                </c:pt>
                <c:pt idx="652">
                  <c:v>0.01056216</c:v>
                </c:pt>
                <c:pt idx="653">
                  <c:v>0.0104853</c:v>
                </c:pt>
                <c:pt idx="654">
                  <c:v>0.01053609</c:v>
                </c:pt>
                <c:pt idx="655">
                  <c:v>0.01037338</c:v>
                </c:pt>
                <c:pt idx="656">
                  <c:v>0.01053205</c:v>
                </c:pt>
                <c:pt idx="657">
                  <c:v>0.01038403</c:v>
                </c:pt>
                <c:pt idx="658">
                  <c:v>0.01035945</c:v>
                </c:pt>
                <c:pt idx="659">
                  <c:v>0.01064309</c:v>
                </c:pt>
                <c:pt idx="660">
                  <c:v>0.01057501</c:v>
                </c:pt>
                <c:pt idx="661">
                  <c:v>0.01042678</c:v>
                </c:pt>
                <c:pt idx="662">
                  <c:v>0.01049057</c:v>
                </c:pt>
                <c:pt idx="663">
                  <c:v>0.01046248</c:v>
                </c:pt>
                <c:pt idx="664">
                  <c:v>0.010407</c:v>
                </c:pt>
                <c:pt idx="665">
                  <c:v>0.01047473</c:v>
                </c:pt>
                <c:pt idx="666">
                  <c:v>0.01025634</c:v>
                </c:pt>
                <c:pt idx="667">
                  <c:v>0.01042779</c:v>
                </c:pt>
                <c:pt idx="668">
                  <c:v>0.0104768</c:v>
                </c:pt>
                <c:pt idx="669">
                  <c:v>0.01053908</c:v>
                </c:pt>
                <c:pt idx="670">
                  <c:v>0.01041985</c:v>
                </c:pt>
                <c:pt idx="671">
                  <c:v>0.01049741</c:v>
                </c:pt>
                <c:pt idx="672">
                  <c:v>0.01058801</c:v>
                </c:pt>
                <c:pt idx="673">
                  <c:v>0.01041617</c:v>
                </c:pt>
                <c:pt idx="674">
                  <c:v>0.01043797</c:v>
                </c:pt>
                <c:pt idx="675">
                  <c:v>0.01043174</c:v>
                </c:pt>
                <c:pt idx="676">
                  <c:v>0.01035898</c:v>
                </c:pt>
                <c:pt idx="677">
                  <c:v>0.01045254</c:v>
                </c:pt>
                <c:pt idx="678">
                  <c:v>0.01055517</c:v>
                </c:pt>
                <c:pt idx="679">
                  <c:v>0.01044748</c:v>
                </c:pt>
                <c:pt idx="680">
                  <c:v>0.01046279</c:v>
                </c:pt>
                <c:pt idx="681">
                  <c:v>0.01032901</c:v>
                </c:pt>
                <c:pt idx="682">
                  <c:v>0.01063281</c:v>
                </c:pt>
                <c:pt idx="683">
                  <c:v>0.01061558</c:v>
                </c:pt>
                <c:pt idx="684">
                  <c:v>0.01041606</c:v>
                </c:pt>
                <c:pt idx="685">
                  <c:v>0.01061151</c:v>
                </c:pt>
                <c:pt idx="686">
                  <c:v>0.01051054</c:v>
                </c:pt>
                <c:pt idx="687">
                  <c:v>0.01054303</c:v>
                </c:pt>
                <c:pt idx="688">
                  <c:v>0.01037793</c:v>
                </c:pt>
                <c:pt idx="689">
                  <c:v>0.01047938</c:v>
                </c:pt>
                <c:pt idx="690">
                  <c:v>0.01051541</c:v>
                </c:pt>
                <c:pt idx="691">
                  <c:v>0.01036361</c:v>
                </c:pt>
                <c:pt idx="692">
                  <c:v>0.01050115</c:v>
                </c:pt>
                <c:pt idx="693">
                  <c:v>0.01051835</c:v>
                </c:pt>
                <c:pt idx="694">
                  <c:v>0.01045588</c:v>
                </c:pt>
                <c:pt idx="695">
                  <c:v>0.01057239</c:v>
                </c:pt>
                <c:pt idx="696">
                  <c:v>0.01040783</c:v>
                </c:pt>
                <c:pt idx="697">
                  <c:v>0.01051256</c:v>
                </c:pt>
                <c:pt idx="698">
                  <c:v>0.01047449</c:v>
                </c:pt>
                <c:pt idx="699">
                  <c:v>0.01050187</c:v>
                </c:pt>
                <c:pt idx="700">
                  <c:v>0.01045166</c:v>
                </c:pt>
                <c:pt idx="701">
                  <c:v>0.01043484</c:v>
                </c:pt>
                <c:pt idx="702">
                  <c:v>0.01065542</c:v>
                </c:pt>
                <c:pt idx="703">
                  <c:v>0.01046893</c:v>
                </c:pt>
                <c:pt idx="704">
                  <c:v>0.01048518</c:v>
                </c:pt>
                <c:pt idx="705">
                  <c:v>0.01043474</c:v>
                </c:pt>
                <c:pt idx="706">
                  <c:v>0.01056806</c:v>
                </c:pt>
                <c:pt idx="707">
                  <c:v>0.01022324</c:v>
                </c:pt>
                <c:pt idx="708">
                  <c:v>0.01049919</c:v>
                </c:pt>
                <c:pt idx="709">
                  <c:v>0.01057025</c:v>
                </c:pt>
                <c:pt idx="710">
                  <c:v>0.01036434</c:v>
                </c:pt>
                <c:pt idx="711">
                  <c:v>0.01063888</c:v>
                </c:pt>
                <c:pt idx="712">
                  <c:v>0.01076327</c:v>
                </c:pt>
                <c:pt idx="713">
                  <c:v>0.01027765</c:v>
                </c:pt>
                <c:pt idx="714">
                  <c:v>0.01047063</c:v>
                </c:pt>
                <c:pt idx="715">
                  <c:v>0.01062071</c:v>
                </c:pt>
                <c:pt idx="716">
                  <c:v>0.01058933</c:v>
                </c:pt>
                <c:pt idx="717">
                  <c:v>0.01064772</c:v>
                </c:pt>
                <c:pt idx="718">
                  <c:v>0.01061907</c:v>
                </c:pt>
                <c:pt idx="719">
                  <c:v>0.01053832</c:v>
                </c:pt>
                <c:pt idx="720">
                  <c:v>0.01039469</c:v>
                </c:pt>
                <c:pt idx="721">
                  <c:v>0.01031082</c:v>
                </c:pt>
                <c:pt idx="722">
                  <c:v>0.01044034</c:v>
                </c:pt>
                <c:pt idx="723">
                  <c:v>0.0106387</c:v>
                </c:pt>
                <c:pt idx="724">
                  <c:v>0.01056955</c:v>
                </c:pt>
                <c:pt idx="725">
                  <c:v>0.01035256</c:v>
                </c:pt>
                <c:pt idx="726">
                  <c:v>0.01062071</c:v>
                </c:pt>
                <c:pt idx="727">
                  <c:v>0.01054655</c:v>
                </c:pt>
                <c:pt idx="728">
                  <c:v>0.01057163</c:v>
                </c:pt>
                <c:pt idx="729">
                  <c:v>0.01048091</c:v>
                </c:pt>
                <c:pt idx="730">
                  <c:v>0.01055535</c:v>
                </c:pt>
                <c:pt idx="731">
                  <c:v>0.01040874</c:v>
                </c:pt>
                <c:pt idx="732">
                  <c:v>0.01056714</c:v>
                </c:pt>
                <c:pt idx="733">
                  <c:v>0.01062519</c:v>
                </c:pt>
                <c:pt idx="734">
                  <c:v>0.01050168</c:v>
                </c:pt>
                <c:pt idx="735">
                  <c:v>0.01058321</c:v>
                </c:pt>
                <c:pt idx="736">
                  <c:v>0.01052541</c:v>
                </c:pt>
                <c:pt idx="737">
                  <c:v>0.01059763</c:v>
                </c:pt>
                <c:pt idx="738">
                  <c:v>0.0106565</c:v>
                </c:pt>
                <c:pt idx="739">
                  <c:v>0.01055953</c:v>
                </c:pt>
                <c:pt idx="740">
                  <c:v>0.01056091</c:v>
                </c:pt>
                <c:pt idx="741">
                  <c:v>0.01064679</c:v>
                </c:pt>
                <c:pt idx="742">
                  <c:v>0.0104416</c:v>
                </c:pt>
                <c:pt idx="743">
                  <c:v>0.01055252</c:v>
                </c:pt>
                <c:pt idx="744">
                  <c:v>0.0105191</c:v>
                </c:pt>
                <c:pt idx="745">
                  <c:v>0.01051547</c:v>
                </c:pt>
                <c:pt idx="746">
                  <c:v>0.01036256</c:v>
                </c:pt>
                <c:pt idx="747">
                  <c:v>0.01050417</c:v>
                </c:pt>
                <c:pt idx="748">
                  <c:v>0.0105663</c:v>
                </c:pt>
                <c:pt idx="749">
                  <c:v>0.01061786</c:v>
                </c:pt>
                <c:pt idx="750">
                  <c:v>0.01047999</c:v>
                </c:pt>
                <c:pt idx="751">
                  <c:v>0.01077812</c:v>
                </c:pt>
                <c:pt idx="752">
                  <c:v>0.01055699</c:v>
                </c:pt>
                <c:pt idx="753">
                  <c:v>0.01068109</c:v>
                </c:pt>
                <c:pt idx="754">
                  <c:v>0.01060872</c:v>
                </c:pt>
                <c:pt idx="755">
                  <c:v>0.01068231</c:v>
                </c:pt>
                <c:pt idx="756">
                  <c:v>0.01052593</c:v>
                </c:pt>
                <c:pt idx="757">
                  <c:v>0.01049715</c:v>
                </c:pt>
                <c:pt idx="758">
                  <c:v>0.01049318</c:v>
                </c:pt>
                <c:pt idx="759">
                  <c:v>0.0106376</c:v>
                </c:pt>
                <c:pt idx="760">
                  <c:v>0.01059855</c:v>
                </c:pt>
                <c:pt idx="761">
                  <c:v>0.01076047</c:v>
                </c:pt>
                <c:pt idx="762">
                  <c:v>0.0106111</c:v>
                </c:pt>
                <c:pt idx="763">
                  <c:v>0.01047945</c:v>
                </c:pt>
                <c:pt idx="764">
                  <c:v>0.01055581</c:v>
                </c:pt>
                <c:pt idx="765">
                  <c:v>0.01071432</c:v>
                </c:pt>
                <c:pt idx="766">
                  <c:v>0.01065588</c:v>
                </c:pt>
                <c:pt idx="767">
                  <c:v>0.01050282</c:v>
                </c:pt>
                <c:pt idx="768">
                  <c:v>0.01060906</c:v>
                </c:pt>
                <c:pt idx="769">
                  <c:v>0.01073569</c:v>
                </c:pt>
                <c:pt idx="770">
                  <c:v>0.01070779</c:v>
                </c:pt>
                <c:pt idx="771">
                  <c:v>0.01073587</c:v>
                </c:pt>
                <c:pt idx="772">
                  <c:v>0.01067277</c:v>
                </c:pt>
                <c:pt idx="773">
                  <c:v>0.01053369</c:v>
                </c:pt>
                <c:pt idx="774">
                  <c:v>0.01058738</c:v>
                </c:pt>
                <c:pt idx="775">
                  <c:v>0.01062552</c:v>
                </c:pt>
                <c:pt idx="776">
                  <c:v>0.01057407</c:v>
                </c:pt>
                <c:pt idx="777">
                  <c:v>0.01026401</c:v>
                </c:pt>
                <c:pt idx="778">
                  <c:v>0.01060004</c:v>
                </c:pt>
                <c:pt idx="779">
                  <c:v>0.01065843</c:v>
                </c:pt>
                <c:pt idx="780">
                  <c:v>0.01061353</c:v>
                </c:pt>
                <c:pt idx="781">
                  <c:v>0.01060334</c:v>
                </c:pt>
                <c:pt idx="782">
                  <c:v>0.01061176</c:v>
                </c:pt>
                <c:pt idx="783">
                  <c:v>0.01052862</c:v>
                </c:pt>
                <c:pt idx="784">
                  <c:v>0.01066108</c:v>
                </c:pt>
                <c:pt idx="785">
                  <c:v>0.01054015</c:v>
                </c:pt>
                <c:pt idx="786">
                  <c:v>0.01051933</c:v>
                </c:pt>
                <c:pt idx="787">
                  <c:v>0.01040017</c:v>
                </c:pt>
                <c:pt idx="788">
                  <c:v>0.01053921</c:v>
                </c:pt>
                <c:pt idx="789">
                  <c:v>0.01067708</c:v>
                </c:pt>
                <c:pt idx="790">
                  <c:v>0.01057307</c:v>
                </c:pt>
                <c:pt idx="791">
                  <c:v>0.0107118</c:v>
                </c:pt>
                <c:pt idx="792">
                  <c:v>0.01064985</c:v>
                </c:pt>
                <c:pt idx="793">
                  <c:v>0.01045499</c:v>
                </c:pt>
                <c:pt idx="794">
                  <c:v>0.01059062</c:v>
                </c:pt>
                <c:pt idx="795">
                  <c:v>0.01058754</c:v>
                </c:pt>
                <c:pt idx="796">
                  <c:v>0.01071765</c:v>
                </c:pt>
                <c:pt idx="797">
                  <c:v>0.01041888</c:v>
                </c:pt>
                <c:pt idx="798">
                  <c:v>0.01064283</c:v>
                </c:pt>
                <c:pt idx="799">
                  <c:v>0.01058123</c:v>
                </c:pt>
                <c:pt idx="800">
                  <c:v>0.01057945</c:v>
                </c:pt>
                <c:pt idx="801">
                  <c:v>0.01056457</c:v>
                </c:pt>
                <c:pt idx="802">
                  <c:v>0.01068828</c:v>
                </c:pt>
                <c:pt idx="803">
                  <c:v>0.01072066</c:v>
                </c:pt>
                <c:pt idx="804">
                  <c:v>0.01062815</c:v>
                </c:pt>
                <c:pt idx="805">
                  <c:v>0.01057954</c:v>
                </c:pt>
                <c:pt idx="806">
                  <c:v>0.01077825</c:v>
                </c:pt>
                <c:pt idx="807">
                  <c:v>0.01080491</c:v>
                </c:pt>
                <c:pt idx="808">
                  <c:v>0.01046239</c:v>
                </c:pt>
                <c:pt idx="809">
                  <c:v>0.01063445</c:v>
                </c:pt>
                <c:pt idx="810">
                  <c:v>0.01053778</c:v>
                </c:pt>
                <c:pt idx="811">
                  <c:v>0.01048939</c:v>
                </c:pt>
                <c:pt idx="812">
                  <c:v>0.0106958</c:v>
                </c:pt>
                <c:pt idx="813">
                  <c:v>0.01072208</c:v>
                </c:pt>
                <c:pt idx="814">
                  <c:v>0.01061475</c:v>
                </c:pt>
                <c:pt idx="815">
                  <c:v>0.01063222</c:v>
                </c:pt>
                <c:pt idx="816">
                  <c:v>0.01063172</c:v>
                </c:pt>
                <c:pt idx="817">
                  <c:v>0.01073403</c:v>
                </c:pt>
                <c:pt idx="818">
                  <c:v>0.01061418</c:v>
                </c:pt>
                <c:pt idx="819">
                  <c:v>0.01080011</c:v>
                </c:pt>
                <c:pt idx="820">
                  <c:v>0.01055026</c:v>
                </c:pt>
                <c:pt idx="821">
                  <c:v>0.01062364</c:v>
                </c:pt>
                <c:pt idx="822">
                  <c:v>0.01085915</c:v>
                </c:pt>
                <c:pt idx="823">
                  <c:v>0.01050448</c:v>
                </c:pt>
                <c:pt idx="824">
                  <c:v>0.01077805</c:v>
                </c:pt>
                <c:pt idx="825">
                  <c:v>0.01068441</c:v>
                </c:pt>
                <c:pt idx="826">
                  <c:v>0.01066883</c:v>
                </c:pt>
                <c:pt idx="827">
                  <c:v>0.01054697</c:v>
                </c:pt>
                <c:pt idx="828">
                  <c:v>0.01059163</c:v>
                </c:pt>
                <c:pt idx="829">
                  <c:v>0.01078453</c:v>
                </c:pt>
                <c:pt idx="830">
                  <c:v>0.01063455</c:v>
                </c:pt>
                <c:pt idx="831">
                  <c:v>0.01067787</c:v>
                </c:pt>
                <c:pt idx="832">
                  <c:v>0.01055432</c:v>
                </c:pt>
                <c:pt idx="833">
                  <c:v>0.01075332</c:v>
                </c:pt>
                <c:pt idx="834">
                  <c:v>0.01064034</c:v>
                </c:pt>
                <c:pt idx="835">
                  <c:v>0.01064886</c:v>
                </c:pt>
                <c:pt idx="836">
                  <c:v>0.01075388</c:v>
                </c:pt>
                <c:pt idx="837">
                  <c:v>0.01077019</c:v>
                </c:pt>
                <c:pt idx="838">
                  <c:v>0.01072393</c:v>
                </c:pt>
                <c:pt idx="839">
                  <c:v>0.01058182</c:v>
                </c:pt>
                <c:pt idx="840">
                  <c:v>0.01061455</c:v>
                </c:pt>
                <c:pt idx="841">
                  <c:v>0.0106702</c:v>
                </c:pt>
                <c:pt idx="842">
                  <c:v>0.01053515</c:v>
                </c:pt>
                <c:pt idx="843">
                  <c:v>0.01050175</c:v>
                </c:pt>
                <c:pt idx="844">
                  <c:v>0.01049016</c:v>
                </c:pt>
                <c:pt idx="845">
                  <c:v>0.01075165</c:v>
                </c:pt>
                <c:pt idx="846">
                  <c:v>0.0105825</c:v>
                </c:pt>
                <c:pt idx="847">
                  <c:v>0.01050269</c:v>
                </c:pt>
                <c:pt idx="848">
                  <c:v>0.01052925</c:v>
                </c:pt>
                <c:pt idx="849">
                  <c:v>0.0106783</c:v>
                </c:pt>
                <c:pt idx="850">
                  <c:v>0.01056444</c:v>
                </c:pt>
                <c:pt idx="851">
                  <c:v>0.01043891</c:v>
                </c:pt>
                <c:pt idx="852">
                  <c:v>0.01055455</c:v>
                </c:pt>
                <c:pt idx="853">
                  <c:v>0.01055038</c:v>
                </c:pt>
                <c:pt idx="854">
                  <c:v>0.0105279</c:v>
                </c:pt>
                <c:pt idx="855">
                  <c:v>0.01075253</c:v>
                </c:pt>
                <c:pt idx="856">
                  <c:v>0.01045653</c:v>
                </c:pt>
                <c:pt idx="857">
                  <c:v>0.01060742</c:v>
                </c:pt>
                <c:pt idx="858">
                  <c:v>0.01062364</c:v>
                </c:pt>
                <c:pt idx="859">
                  <c:v>0.01067631</c:v>
                </c:pt>
                <c:pt idx="860">
                  <c:v>0.01059586</c:v>
                </c:pt>
                <c:pt idx="861">
                  <c:v>0.01062834</c:v>
                </c:pt>
                <c:pt idx="862">
                  <c:v>0.01068999</c:v>
                </c:pt>
                <c:pt idx="863">
                  <c:v>0.0107101</c:v>
                </c:pt>
                <c:pt idx="864">
                  <c:v>0.010908</c:v>
                </c:pt>
                <c:pt idx="865">
                  <c:v>0.01067042</c:v>
                </c:pt>
                <c:pt idx="866">
                  <c:v>0.01070338</c:v>
                </c:pt>
                <c:pt idx="867">
                  <c:v>0.01078453</c:v>
                </c:pt>
                <c:pt idx="868">
                  <c:v>0.01074719</c:v>
                </c:pt>
                <c:pt idx="869">
                  <c:v>0.01058688</c:v>
                </c:pt>
                <c:pt idx="870">
                  <c:v>0.01053177</c:v>
                </c:pt>
                <c:pt idx="871">
                  <c:v>0.01063736</c:v>
                </c:pt>
                <c:pt idx="872">
                  <c:v>0.01070496</c:v>
                </c:pt>
                <c:pt idx="873">
                  <c:v>0.0105247</c:v>
                </c:pt>
                <c:pt idx="874">
                  <c:v>0.01072618</c:v>
                </c:pt>
                <c:pt idx="875">
                  <c:v>0.01064672</c:v>
                </c:pt>
                <c:pt idx="876">
                  <c:v>0.0107156</c:v>
                </c:pt>
                <c:pt idx="877">
                  <c:v>0.0107933</c:v>
                </c:pt>
                <c:pt idx="878">
                  <c:v>0.01071199</c:v>
                </c:pt>
                <c:pt idx="879">
                  <c:v>0.010738</c:v>
                </c:pt>
                <c:pt idx="880">
                  <c:v>0.01051966</c:v>
                </c:pt>
                <c:pt idx="881">
                  <c:v>0.01085958</c:v>
                </c:pt>
                <c:pt idx="882">
                  <c:v>0.01070039</c:v>
                </c:pt>
                <c:pt idx="883">
                  <c:v>0.01058533</c:v>
                </c:pt>
                <c:pt idx="884">
                  <c:v>0.01066288</c:v>
                </c:pt>
                <c:pt idx="885">
                  <c:v>0.01064828</c:v>
                </c:pt>
                <c:pt idx="886">
                  <c:v>0.01063421</c:v>
                </c:pt>
                <c:pt idx="887">
                  <c:v>0.01052607</c:v>
                </c:pt>
                <c:pt idx="888">
                  <c:v>0.0107952</c:v>
                </c:pt>
                <c:pt idx="889">
                  <c:v>0.01069188</c:v>
                </c:pt>
                <c:pt idx="890">
                  <c:v>0.01057712</c:v>
                </c:pt>
                <c:pt idx="891">
                  <c:v>0.01071511</c:v>
                </c:pt>
                <c:pt idx="892">
                  <c:v>0.01075749</c:v>
                </c:pt>
                <c:pt idx="893">
                  <c:v>0.01078161</c:v>
                </c:pt>
                <c:pt idx="894">
                  <c:v>0.01070455</c:v>
                </c:pt>
                <c:pt idx="895">
                  <c:v>0.01077518</c:v>
                </c:pt>
                <c:pt idx="896">
                  <c:v>0.01066024</c:v>
                </c:pt>
                <c:pt idx="897">
                  <c:v>0.01069592</c:v>
                </c:pt>
                <c:pt idx="898">
                  <c:v>0.01093512</c:v>
                </c:pt>
                <c:pt idx="899">
                  <c:v>0.01071639</c:v>
                </c:pt>
                <c:pt idx="900">
                  <c:v>0.0108245</c:v>
                </c:pt>
                <c:pt idx="901">
                  <c:v>0.01069028</c:v>
                </c:pt>
                <c:pt idx="902">
                  <c:v>0.01082243</c:v>
                </c:pt>
                <c:pt idx="903">
                  <c:v>0.01093275</c:v>
                </c:pt>
                <c:pt idx="904">
                  <c:v>0.01072708</c:v>
                </c:pt>
                <c:pt idx="905">
                  <c:v>0.01060236</c:v>
                </c:pt>
                <c:pt idx="906">
                  <c:v>0.01075009</c:v>
                </c:pt>
                <c:pt idx="907">
                  <c:v>0.01077496</c:v>
                </c:pt>
                <c:pt idx="908">
                  <c:v>0.01071167</c:v>
                </c:pt>
                <c:pt idx="909">
                  <c:v>0.01072979</c:v>
                </c:pt>
                <c:pt idx="910">
                  <c:v>0.01053015</c:v>
                </c:pt>
                <c:pt idx="911">
                  <c:v>0.01060225</c:v>
                </c:pt>
                <c:pt idx="912">
                  <c:v>0.01067501</c:v>
                </c:pt>
                <c:pt idx="913">
                  <c:v>0.01070122</c:v>
                </c:pt>
                <c:pt idx="914">
                  <c:v>0.01070488</c:v>
                </c:pt>
                <c:pt idx="915">
                  <c:v>0.01062003</c:v>
                </c:pt>
                <c:pt idx="916">
                  <c:v>0.01054198</c:v>
                </c:pt>
                <c:pt idx="917">
                  <c:v>0.01069849</c:v>
                </c:pt>
                <c:pt idx="918">
                  <c:v>0.01063572</c:v>
                </c:pt>
                <c:pt idx="919">
                  <c:v>0.01052046</c:v>
                </c:pt>
                <c:pt idx="920">
                  <c:v>0.0107702</c:v>
                </c:pt>
                <c:pt idx="921">
                  <c:v>0.01085438</c:v>
                </c:pt>
                <c:pt idx="922">
                  <c:v>0.01076783</c:v>
                </c:pt>
                <c:pt idx="923">
                  <c:v>0.01072924</c:v>
                </c:pt>
                <c:pt idx="924">
                  <c:v>0.01079688</c:v>
                </c:pt>
                <c:pt idx="925">
                  <c:v>0.01078098</c:v>
                </c:pt>
                <c:pt idx="926">
                  <c:v>0.01085766</c:v>
                </c:pt>
                <c:pt idx="927">
                  <c:v>0.01070726</c:v>
                </c:pt>
                <c:pt idx="928">
                  <c:v>0.01080257</c:v>
                </c:pt>
                <c:pt idx="929">
                  <c:v>0.01071664</c:v>
                </c:pt>
                <c:pt idx="930">
                  <c:v>0.01067092</c:v>
                </c:pt>
                <c:pt idx="931">
                  <c:v>0.01069096</c:v>
                </c:pt>
                <c:pt idx="932">
                  <c:v>0.01073538</c:v>
                </c:pt>
                <c:pt idx="933">
                  <c:v>0.01059387</c:v>
                </c:pt>
                <c:pt idx="934">
                  <c:v>0.01068578</c:v>
                </c:pt>
                <c:pt idx="935">
                  <c:v>0.01060994</c:v>
                </c:pt>
                <c:pt idx="936">
                  <c:v>0.0107347</c:v>
                </c:pt>
                <c:pt idx="937">
                  <c:v>0.01078348</c:v>
                </c:pt>
                <c:pt idx="938">
                  <c:v>0.01073125</c:v>
                </c:pt>
                <c:pt idx="939">
                  <c:v>0.01081575</c:v>
                </c:pt>
                <c:pt idx="940">
                  <c:v>0.01077277</c:v>
                </c:pt>
                <c:pt idx="941">
                  <c:v>0.01079447</c:v>
                </c:pt>
                <c:pt idx="942">
                  <c:v>0.01067517</c:v>
                </c:pt>
                <c:pt idx="943">
                  <c:v>0.01046199</c:v>
                </c:pt>
                <c:pt idx="944">
                  <c:v>0.01076885</c:v>
                </c:pt>
                <c:pt idx="945">
                  <c:v>0.01079978</c:v>
                </c:pt>
                <c:pt idx="946">
                  <c:v>0.01055454</c:v>
                </c:pt>
                <c:pt idx="947">
                  <c:v>0.01083983</c:v>
                </c:pt>
                <c:pt idx="948">
                  <c:v>0.01066708</c:v>
                </c:pt>
                <c:pt idx="949">
                  <c:v>0.01074284</c:v>
                </c:pt>
                <c:pt idx="950">
                  <c:v>0.01060339</c:v>
                </c:pt>
                <c:pt idx="951">
                  <c:v>0.01073445</c:v>
                </c:pt>
                <c:pt idx="952">
                  <c:v>0.01069186</c:v>
                </c:pt>
                <c:pt idx="953">
                  <c:v>0.01070703</c:v>
                </c:pt>
                <c:pt idx="954">
                  <c:v>0.01063866</c:v>
                </c:pt>
                <c:pt idx="955">
                  <c:v>0.01092224</c:v>
                </c:pt>
                <c:pt idx="956">
                  <c:v>0.01068011</c:v>
                </c:pt>
                <c:pt idx="957">
                  <c:v>0.01079077</c:v>
                </c:pt>
                <c:pt idx="958">
                  <c:v>0.01077821</c:v>
                </c:pt>
                <c:pt idx="959">
                  <c:v>0.01076802</c:v>
                </c:pt>
                <c:pt idx="960">
                  <c:v>0.01090022</c:v>
                </c:pt>
                <c:pt idx="961">
                  <c:v>0.0107134</c:v>
                </c:pt>
                <c:pt idx="962">
                  <c:v>0.01084611</c:v>
                </c:pt>
                <c:pt idx="963">
                  <c:v>0.01055087</c:v>
                </c:pt>
                <c:pt idx="964">
                  <c:v>0.01081937</c:v>
                </c:pt>
                <c:pt idx="965">
                  <c:v>0.0107055</c:v>
                </c:pt>
                <c:pt idx="966">
                  <c:v>0.01071695</c:v>
                </c:pt>
                <c:pt idx="967">
                  <c:v>0.0108001</c:v>
                </c:pt>
                <c:pt idx="968">
                  <c:v>0.01067405</c:v>
                </c:pt>
                <c:pt idx="969">
                  <c:v>0.01063093</c:v>
                </c:pt>
                <c:pt idx="970">
                  <c:v>0.01071265</c:v>
                </c:pt>
                <c:pt idx="971">
                  <c:v>0.01078546</c:v>
                </c:pt>
                <c:pt idx="972">
                  <c:v>0.01080523</c:v>
                </c:pt>
                <c:pt idx="973">
                  <c:v>0.0108806</c:v>
                </c:pt>
                <c:pt idx="974">
                  <c:v>0.01080292</c:v>
                </c:pt>
                <c:pt idx="975">
                  <c:v>0.01075985</c:v>
                </c:pt>
                <c:pt idx="976">
                  <c:v>0.01073577</c:v>
                </c:pt>
                <c:pt idx="977">
                  <c:v>0.01075057</c:v>
                </c:pt>
                <c:pt idx="978">
                  <c:v>0.01082789</c:v>
                </c:pt>
                <c:pt idx="979">
                  <c:v>0.01084982</c:v>
                </c:pt>
                <c:pt idx="980">
                  <c:v>0.01074706</c:v>
                </c:pt>
                <c:pt idx="981">
                  <c:v>0.01093518</c:v>
                </c:pt>
                <c:pt idx="982">
                  <c:v>0.01081383</c:v>
                </c:pt>
                <c:pt idx="983">
                  <c:v>0.0109277</c:v>
                </c:pt>
                <c:pt idx="984">
                  <c:v>0.01085896</c:v>
                </c:pt>
                <c:pt idx="985">
                  <c:v>0.01061951</c:v>
                </c:pt>
                <c:pt idx="986">
                  <c:v>0.01089015</c:v>
                </c:pt>
                <c:pt idx="987">
                  <c:v>0.01076556</c:v>
                </c:pt>
                <c:pt idx="988">
                  <c:v>0.01070797</c:v>
                </c:pt>
                <c:pt idx="989">
                  <c:v>0.0109224</c:v>
                </c:pt>
                <c:pt idx="990">
                  <c:v>0.01094699</c:v>
                </c:pt>
                <c:pt idx="991">
                  <c:v>0.01068251</c:v>
                </c:pt>
                <c:pt idx="992">
                  <c:v>0.01078235</c:v>
                </c:pt>
                <c:pt idx="993">
                  <c:v>0.01082965</c:v>
                </c:pt>
                <c:pt idx="994">
                  <c:v>0.01069137</c:v>
                </c:pt>
                <c:pt idx="995">
                  <c:v>0.010766</c:v>
                </c:pt>
                <c:pt idx="996">
                  <c:v>0.01074908</c:v>
                </c:pt>
                <c:pt idx="997">
                  <c:v>0.01083963</c:v>
                </c:pt>
                <c:pt idx="998">
                  <c:v>0.01065813</c:v>
                </c:pt>
                <c:pt idx="999">
                  <c:v>0.01093336</c:v>
                </c:pt>
              </c:numCache>
            </c:numRef>
          </c:yVal>
        </c:ser>
        <c:ser>
          <c:idx val="1"/>
          <c:order val="1"/>
          <c:tx>
            <c:v>ReBRAC</c:v>
          </c:tx>
          <c:spPr>
            <a:ln xmlns:a="http://schemas.openxmlformats.org/drawingml/2006/main" w="15240">
              <a:solidFill>
                <a:srgbClr val="087F8C"/>
              </a:solidFill>
            </a:ln>
          </c:spPr>
          <c:marker>
            <c:symbol val="none"/>
          </c:marker>
          <c:xVal>
            <c:numRef>
              <c:f>'Chart Data'!$C$2:$C$1001</c:f>
              <c:numCache>
                <c:formatCode>General</c:formatCode>
                <c:ptCount val="10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numCache>
            </c:numRef>
          </c:xVal>
          <c:yVal>
            <c:numRef>
              <c:f>'Chart Data'!$D$2:$D$1001</c:f>
              <c:numCache>
                <c:formatCode>General</c:formatCode>
                <c:ptCount val="1000"/>
                <c:pt idx="0">
                  <c:v>0.01442494</c:v>
                </c:pt>
                <c:pt idx="1">
                  <c:v>0.00682762</c:v>
                </c:pt>
                <c:pt idx="2">
                  <c:v>0.00565382</c:v>
                </c:pt>
                <c:pt idx="3">
                  <c:v>0.00554026</c:v>
                </c:pt>
                <c:pt idx="4">
                  <c:v>0.00569955</c:v>
                </c:pt>
                <c:pt idx="5">
                  <c:v>0.00622201</c:v>
                </c:pt>
                <c:pt idx="6">
                  <c:v>0.0064276</c:v>
                </c:pt>
                <c:pt idx="7">
                  <c:v>0.00667673</c:v>
                </c:pt>
                <c:pt idx="8">
                  <c:v>0.00702205</c:v>
                </c:pt>
                <c:pt idx="9">
                  <c:v>0.00708162</c:v>
                </c:pt>
                <c:pt idx="10">
                  <c:v>0.00720559</c:v>
                </c:pt>
                <c:pt idx="11">
                  <c:v>0.00737191</c:v>
                </c:pt>
                <c:pt idx="12">
                  <c:v>0.00748476</c:v>
                </c:pt>
                <c:pt idx="13">
                  <c:v>0.00767053</c:v>
                </c:pt>
                <c:pt idx="14">
                  <c:v>0.00772793</c:v>
                </c:pt>
                <c:pt idx="15">
                  <c:v>0.00777933</c:v>
                </c:pt>
                <c:pt idx="16">
                  <c:v>0.00787777</c:v>
                </c:pt>
                <c:pt idx="17">
                  <c:v>0.00794149</c:v>
                </c:pt>
                <c:pt idx="18">
                  <c:v>0.00805082</c:v>
                </c:pt>
                <c:pt idx="19">
                  <c:v>0.00801938</c:v>
                </c:pt>
                <c:pt idx="20">
                  <c:v>0.00803869</c:v>
                </c:pt>
                <c:pt idx="21">
                  <c:v>0.00820701</c:v>
                </c:pt>
                <c:pt idx="22">
                  <c:v>0.00828224</c:v>
                </c:pt>
                <c:pt idx="23">
                  <c:v>0.00826526</c:v>
                </c:pt>
                <c:pt idx="24">
                  <c:v>0.00833493</c:v>
                </c:pt>
                <c:pt idx="25">
                  <c:v>0.00850284</c:v>
                </c:pt>
                <c:pt idx="26">
                  <c:v>0.00857404</c:v>
                </c:pt>
                <c:pt idx="27">
                  <c:v>0.00872811</c:v>
                </c:pt>
                <c:pt idx="28">
                  <c:v>0.0087583</c:v>
                </c:pt>
                <c:pt idx="29">
                  <c:v>0.00879011</c:v>
                </c:pt>
                <c:pt idx="30">
                  <c:v>0.00891423</c:v>
                </c:pt>
                <c:pt idx="31">
                  <c:v>0.00895603</c:v>
                </c:pt>
                <c:pt idx="32">
                  <c:v>0.00906555</c:v>
                </c:pt>
                <c:pt idx="33">
                  <c:v>0.00891294</c:v>
                </c:pt>
                <c:pt idx="34">
                  <c:v>0.00901546</c:v>
                </c:pt>
                <c:pt idx="35">
                  <c:v>0.00900287</c:v>
                </c:pt>
                <c:pt idx="36">
                  <c:v>0.00874801</c:v>
                </c:pt>
                <c:pt idx="37">
                  <c:v>0.00890482</c:v>
                </c:pt>
                <c:pt idx="38">
                  <c:v>0.00899759</c:v>
                </c:pt>
                <c:pt idx="39">
                  <c:v>0.00913663</c:v>
                </c:pt>
                <c:pt idx="40">
                  <c:v>0.00918633</c:v>
                </c:pt>
                <c:pt idx="41">
                  <c:v>0.00926567</c:v>
                </c:pt>
                <c:pt idx="42">
                  <c:v>0.00918019</c:v>
                </c:pt>
                <c:pt idx="43">
                  <c:v>0.00921881</c:v>
                </c:pt>
                <c:pt idx="44">
                  <c:v>0.0092325</c:v>
                </c:pt>
                <c:pt idx="45">
                  <c:v>0.00926432</c:v>
                </c:pt>
                <c:pt idx="46">
                  <c:v>0.00930677</c:v>
                </c:pt>
                <c:pt idx="47">
                  <c:v>0.00929177</c:v>
                </c:pt>
                <c:pt idx="48">
                  <c:v>0.00931305</c:v>
                </c:pt>
                <c:pt idx="49">
                  <c:v>0.00925631</c:v>
                </c:pt>
                <c:pt idx="50">
                  <c:v>0.0094436</c:v>
                </c:pt>
                <c:pt idx="51">
                  <c:v>0.0093547</c:v>
                </c:pt>
                <c:pt idx="52">
                  <c:v>0.00949693</c:v>
                </c:pt>
                <c:pt idx="53">
                  <c:v>0.00951219</c:v>
                </c:pt>
                <c:pt idx="54">
                  <c:v>0.00957015</c:v>
                </c:pt>
                <c:pt idx="55">
                  <c:v>0.00953614</c:v>
                </c:pt>
                <c:pt idx="56">
                  <c:v>0.00966225</c:v>
                </c:pt>
                <c:pt idx="57">
                  <c:v>0.00970145</c:v>
                </c:pt>
                <c:pt idx="58">
                  <c:v>0.00963352</c:v>
                </c:pt>
                <c:pt idx="59">
                  <c:v>0.00964944</c:v>
                </c:pt>
                <c:pt idx="60">
                  <c:v>0.00956533</c:v>
                </c:pt>
                <c:pt idx="61">
                  <c:v>0.00964775</c:v>
                </c:pt>
                <c:pt idx="62">
                  <c:v>0.00957917</c:v>
                </c:pt>
                <c:pt idx="63">
                  <c:v>0.00946359</c:v>
                </c:pt>
                <c:pt idx="64">
                  <c:v>0.00945526</c:v>
                </c:pt>
                <c:pt idx="65">
                  <c:v>0.00967166</c:v>
                </c:pt>
                <c:pt idx="66">
                  <c:v>0.00974182</c:v>
                </c:pt>
                <c:pt idx="67">
                  <c:v>0.0097724</c:v>
                </c:pt>
                <c:pt idx="68">
                  <c:v>0.00983665</c:v>
                </c:pt>
                <c:pt idx="69">
                  <c:v>0.00984691</c:v>
                </c:pt>
                <c:pt idx="70">
                  <c:v>0.0097644</c:v>
                </c:pt>
                <c:pt idx="71">
                  <c:v>0.00988271</c:v>
                </c:pt>
                <c:pt idx="72">
                  <c:v>0.00980591</c:v>
                </c:pt>
                <c:pt idx="73">
                  <c:v>0.0098049</c:v>
                </c:pt>
                <c:pt idx="74">
                  <c:v>0.00984597</c:v>
                </c:pt>
                <c:pt idx="75">
                  <c:v>0.00983015</c:v>
                </c:pt>
                <c:pt idx="76">
                  <c:v>0.0098381</c:v>
                </c:pt>
                <c:pt idx="77">
                  <c:v>0.00972864</c:v>
                </c:pt>
                <c:pt idx="78">
                  <c:v>0.0098216</c:v>
                </c:pt>
                <c:pt idx="79">
                  <c:v>0.00970267</c:v>
                </c:pt>
                <c:pt idx="80">
                  <c:v>0.00978878</c:v>
                </c:pt>
                <c:pt idx="81">
                  <c:v>0.00961046</c:v>
                </c:pt>
                <c:pt idx="82">
                  <c:v>0.00967274</c:v>
                </c:pt>
                <c:pt idx="83">
                  <c:v>0.0096601</c:v>
                </c:pt>
                <c:pt idx="84">
                  <c:v>0.00976254</c:v>
                </c:pt>
                <c:pt idx="85">
                  <c:v>0.00962539</c:v>
                </c:pt>
                <c:pt idx="86">
                  <c:v>0.00949539</c:v>
                </c:pt>
                <c:pt idx="87">
                  <c:v>0.00964945</c:v>
                </c:pt>
                <c:pt idx="88">
                  <c:v>0.00982574</c:v>
                </c:pt>
                <c:pt idx="89">
                  <c:v>0.00987732</c:v>
                </c:pt>
                <c:pt idx="90">
                  <c:v>0.0098112</c:v>
                </c:pt>
                <c:pt idx="91">
                  <c:v>0.00982062</c:v>
                </c:pt>
                <c:pt idx="92">
                  <c:v>0.00972299</c:v>
                </c:pt>
                <c:pt idx="93">
                  <c:v>0.00982016</c:v>
                </c:pt>
                <c:pt idx="94">
                  <c:v>0.00989001</c:v>
                </c:pt>
                <c:pt idx="95">
                  <c:v>0.00971965</c:v>
                </c:pt>
                <c:pt idx="96">
                  <c:v>0.00977207</c:v>
                </c:pt>
                <c:pt idx="97">
                  <c:v>0.00986159</c:v>
                </c:pt>
                <c:pt idx="98">
                  <c:v>0.00975644</c:v>
                </c:pt>
                <c:pt idx="99">
                  <c:v>0.00968265</c:v>
                </c:pt>
                <c:pt idx="100">
                  <c:v>0.00970773</c:v>
                </c:pt>
                <c:pt idx="101">
                  <c:v>0.00968529</c:v>
                </c:pt>
                <c:pt idx="102">
                  <c:v>0.00965181</c:v>
                </c:pt>
                <c:pt idx="103">
                  <c:v>0.00941059</c:v>
                </c:pt>
                <c:pt idx="104">
                  <c:v>0.00953737</c:v>
                </c:pt>
                <c:pt idx="105">
                  <c:v>0.00970945</c:v>
                </c:pt>
                <c:pt idx="106">
                  <c:v>0.00966472</c:v>
                </c:pt>
                <c:pt idx="107">
                  <c:v>0.00982731</c:v>
                </c:pt>
                <c:pt idx="108">
                  <c:v>0.00980048</c:v>
                </c:pt>
                <c:pt idx="109">
                  <c:v>0.00987058</c:v>
                </c:pt>
                <c:pt idx="110">
                  <c:v>0.00978426</c:v>
                </c:pt>
                <c:pt idx="111">
                  <c:v>0.00982176</c:v>
                </c:pt>
                <c:pt idx="112">
                  <c:v>0.00972811</c:v>
                </c:pt>
                <c:pt idx="113">
                  <c:v>0.00978202</c:v>
                </c:pt>
                <c:pt idx="114">
                  <c:v>0.00974838</c:v>
                </c:pt>
                <c:pt idx="115">
                  <c:v>0.00975627</c:v>
                </c:pt>
                <c:pt idx="116">
                  <c:v>0.00983267</c:v>
                </c:pt>
                <c:pt idx="117">
                  <c:v>0.00972438</c:v>
                </c:pt>
                <c:pt idx="118">
                  <c:v>0.00962136</c:v>
                </c:pt>
                <c:pt idx="119">
                  <c:v>0.00961284</c:v>
                </c:pt>
                <c:pt idx="120">
                  <c:v>0.00958749</c:v>
                </c:pt>
                <c:pt idx="121">
                  <c:v>0.00979168</c:v>
                </c:pt>
                <c:pt idx="122">
                  <c:v>0.0098321</c:v>
                </c:pt>
                <c:pt idx="123">
                  <c:v>0.00986107</c:v>
                </c:pt>
                <c:pt idx="124">
                  <c:v>0.00988753</c:v>
                </c:pt>
                <c:pt idx="125">
                  <c:v>0.00985891</c:v>
                </c:pt>
                <c:pt idx="126">
                  <c:v>0.00987053</c:v>
                </c:pt>
                <c:pt idx="127">
                  <c:v>0.00985481</c:v>
                </c:pt>
                <c:pt idx="128">
                  <c:v>0.00976509</c:v>
                </c:pt>
                <c:pt idx="129">
                  <c:v>0.00986299</c:v>
                </c:pt>
                <c:pt idx="130">
                  <c:v>0.00974223</c:v>
                </c:pt>
                <c:pt idx="131">
                  <c:v>0.00976848</c:v>
                </c:pt>
                <c:pt idx="132">
                  <c:v>0.00966955</c:v>
                </c:pt>
                <c:pt idx="133">
                  <c:v>0.00972871</c:v>
                </c:pt>
                <c:pt idx="134">
                  <c:v>0.00971051</c:v>
                </c:pt>
                <c:pt idx="135">
                  <c:v>0.00941983</c:v>
                </c:pt>
                <c:pt idx="136">
                  <c:v>0.00979977</c:v>
                </c:pt>
                <c:pt idx="137">
                  <c:v>0.00985511</c:v>
                </c:pt>
                <c:pt idx="138">
                  <c:v>0.00984597</c:v>
                </c:pt>
                <c:pt idx="139">
                  <c:v>0.00996185</c:v>
                </c:pt>
                <c:pt idx="140">
                  <c:v>0.00995051</c:v>
                </c:pt>
                <c:pt idx="141">
                  <c:v>0.00988852</c:v>
                </c:pt>
                <c:pt idx="142">
                  <c:v>0.0098152</c:v>
                </c:pt>
                <c:pt idx="143">
                  <c:v>0.00983957</c:v>
                </c:pt>
                <c:pt idx="144">
                  <c:v>0.00986374</c:v>
                </c:pt>
                <c:pt idx="145">
                  <c:v>0.00987063</c:v>
                </c:pt>
                <c:pt idx="146">
                  <c:v>0.00977287</c:v>
                </c:pt>
                <c:pt idx="147">
                  <c:v>0.0097169</c:v>
                </c:pt>
                <c:pt idx="148">
                  <c:v>0.00969014</c:v>
                </c:pt>
                <c:pt idx="149">
                  <c:v>0.00957707</c:v>
                </c:pt>
                <c:pt idx="150">
                  <c:v>0.00971675</c:v>
                </c:pt>
                <c:pt idx="151">
                  <c:v>0.00982636</c:v>
                </c:pt>
                <c:pt idx="152">
                  <c:v>0.00994922</c:v>
                </c:pt>
                <c:pt idx="153">
                  <c:v>0.00987923</c:v>
                </c:pt>
                <c:pt idx="154">
                  <c:v>0.00990163</c:v>
                </c:pt>
                <c:pt idx="155">
                  <c:v>0.00997194</c:v>
                </c:pt>
                <c:pt idx="156">
                  <c:v>0.00994173</c:v>
                </c:pt>
                <c:pt idx="157">
                  <c:v>0.00991282</c:v>
                </c:pt>
                <c:pt idx="158">
                  <c:v>0.00989618</c:v>
                </c:pt>
                <c:pt idx="159">
                  <c:v>0.00989239</c:v>
                </c:pt>
                <c:pt idx="160">
                  <c:v>0.00984027</c:v>
                </c:pt>
                <c:pt idx="161">
                  <c:v>0.00979013</c:v>
                </c:pt>
                <c:pt idx="162">
                  <c:v>0.00979418</c:v>
                </c:pt>
                <c:pt idx="163">
                  <c:v>0.00956033</c:v>
                </c:pt>
                <c:pt idx="164">
                  <c:v>0.00973607</c:v>
                </c:pt>
                <c:pt idx="165">
                  <c:v>0.00980659</c:v>
                </c:pt>
                <c:pt idx="166">
                  <c:v>0.00990056</c:v>
                </c:pt>
                <c:pt idx="167">
                  <c:v>0.00990611</c:v>
                </c:pt>
                <c:pt idx="168">
                  <c:v>0.00996747</c:v>
                </c:pt>
                <c:pt idx="169">
                  <c:v>0.0099303</c:v>
                </c:pt>
                <c:pt idx="170">
                  <c:v>0.00992828</c:v>
                </c:pt>
                <c:pt idx="171">
                  <c:v>0.00991414</c:v>
                </c:pt>
                <c:pt idx="172">
                  <c:v>0.00990691</c:v>
                </c:pt>
                <c:pt idx="173">
                  <c:v>0.00982288</c:v>
                </c:pt>
                <c:pt idx="174">
                  <c:v>0.00994979</c:v>
                </c:pt>
                <c:pt idx="175">
                  <c:v>0.00986074</c:v>
                </c:pt>
                <c:pt idx="176">
                  <c:v>0.00984215</c:v>
                </c:pt>
                <c:pt idx="177">
                  <c:v>0.00953548</c:v>
                </c:pt>
                <c:pt idx="178">
                  <c:v>0.00970382</c:v>
                </c:pt>
                <c:pt idx="179">
                  <c:v>0.0099609</c:v>
                </c:pt>
                <c:pt idx="180">
                  <c:v>0.01001952</c:v>
                </c:pt>
                <c:pt idx="181">
                  <c:v>0.00990945</c:v>
                </c:pt>
                <c:pt idx="182">
                  <c:v>0.00995596</c:v>
                </c:pt>
                <c:pt idx="183">
                  <c:v>0.0099841</c:v>
                </c:pt>
                <c:pt idx="184">
                  <c:v>0.00999278</c:v>
                </c:pt>
                <c:pt idx="185">
                  <c:v>0.00997349</c:v>
                </c:pt>
                <c:pt idx="186">
                  <c:v>0.00990395</c:v>
                </c:pt>
                <c:pt idx="187">
                  <c:v>0.00982533</c:v>
                </c:pt>
                <c:pt idx="188">
                  <c:v>0.00986415</c:v>
                </c:pt>
                <c:pt idx="189">
                  <c:v>0.0099264</c:v>
                </c:pt>
                <c:pt idx="190">
                  <c:v>0.00990909</c:v>
                </c:pt>
                <c:pt idx="191">
                  <c:v>0.00951044</c:v>
                </c:pt>
                <c:pt idx="192">
                  <c:v>0.00984746</c:v>
                </c:pt>
                <c:pt idx="193">
                  <c:v>0.00989167</c:v>
                </c:pt>
                <c:pt idx="194">
                  <c:v>0.00999736</c:v>
                </c:pt>
                <c:pt idx="195">
                  <c:v>0.01004433</c:v>
                </c:pt>
                <c:pt idx="196">
                  <c:v>0.00999558</c:v>
                </c:pt>
                <c:pt idx="197">
                  <c:v>0.01004772</c:v>
                </c:pt>
                <c:pt idx="198">
                  <c:v>0.01002497</c:v>
                </c:pt>
                <c:pt idx="199">
                  <c:v>0.01001871</c:v>
                </c:pt>
                <c:pt idx="200">
                  <c:v>0.0100111</c:v>
                </c:pt>
                <c:pt idx="201">
                  <c:v>0.00995048</c:v>
                </c:pt>
                <c:pt idx="202">
                  <c:v>0.00997652</c:v>
                </c:pt>
                <c:pt idx="203">
                  <c:v>0.00985187</c:v>
                </c:pt>
                <c:pt idx="204">
                  <c:v>0.009845</c:v>
                </c:pt>
                <c:pt idx="205">
                  <c:v>0.0098673</c:v>
                </c:pt>
                <c:pt idx="206">
                  <c:v>0.01003252</c:v>
                </c:pt>
                <c:pt idx="207">
                  <c:v>0.01004041</c:v>
                </c:pt>
                <c:pt idx="208">
                  <c:v>0.01005245</c:v>
                </c:pt>
                <c:pt idx="209">
                  <c:v>0.0100937</c:v>
                </c:pt>
                <c:pt idx="210">
                  <c:v>0.01006857</c:v>
                </c:pt>
                <c:pt idx="211">
                  <c:v>0.01002478</c:v>
                </c:pt>
                <c:pt idx="212">
                  <c:v>0.01008662</c:v>
                </c:pt>
                <c:pt idx="213">
                  <c:v>0.01007442</c:v>
                </c:pt>
                <c:pt idx="214">
                  <c:v>0.01010213</c:v>
                </c:pt>
                <c:pt idx="215">
                  <c:v>0.00998908</c:v>
                </c:pt>
                <c:pt idx="216">
                  <c:v>0.00994882</c:v>
                </c:pt>
                <c:pt idx="217">
                  <c:v>0.00980972</c:v>
                </c:pt>
                <c:pt idx="218">
                  <c:v>0.00993097</c:v>
                </c:pt>
                <c:pt idx="219">
                  <c:v>0.01004765</c:v>
                </c:pt>
                <c:pt idx="220">
                  <c:v>0.01006124</c:v>
                </c:pt>
                <c:pt idx="221">
                  <c:v>0.01005951</c:v>
                </c:pt>
                <c:pt idx="222">
                  <c:v>0.01001858</c:v>
                </c:pt>
                <c:pt idx="223">
                  <c:v>0.01006002</c:v>
                </c:pt>
                <c:pt idx="224">
                  <c:v>0.01004741</c:v>
                </c:pt>
                <c:pt idx="225">
                  <c:v>0.01005505</c:v>
                </c:pt>
                <c:pt idx="226">
                  <c:v>0.0101001</c:v>
                </c:pt>
                <c:pt idx="227">
                  <c:v>0.01002304</c:v>
                </c:pt>
                <c:pt idx="228">
                  <c:v>0.01000052</c:v>
                </c:pt>
                <c:pt idx="229">
                  <c:v>0.00994011</c:v>
                </c:pt>
                <c:pt idx="230">
                  <c:v>0.00987853</c:v>
                </c:pt>
                <c:pt idx="231">
                  <c:v>0.01002783</c:v>
                </c:pt>
                <c:pt idx="232">
                  <c:v>0.01009648</c:v>
                </c:pt>
                <c:pt idx="233">
                  <c:v>0.01003325</c:v>
                </c:pt>
                <c:pt idx="234">
                  <c:v>0.01008136</c:v>
                </c:pt>
                <c:pt idx="235">
                  <c:v>0.01013089</c:v>
                </c:pt>
                <c:pt idx="236">
                  <c:v>0.01009536</c:v>
                </c:pt>
                <c:pt idx="237">
                  <c:v>0.01011233</c:v>
                </c:pt>
                <c:pt idx="238">
                  <c:v>0.01009115</c:v>
                </c:pt>
                <c:pt idx="239">
                  <c:v>0.01013106</c:v>
                </c:pt>
                <c:pt idx="240">
                  <c:v>0.01007875</c:v>
                </c:pt>
                <c:pt idx="241">
                  <c:v>0.01002415</c:v>
                </c:pt>
                <c:pt idx="242">
                  <c:v>0.01004069</c:v>
                </c:pt>
                <c:pt idx="243">
                  <c:v>0.01007845</c:v>
                </c:pt>
                <c:pt idx="244">
                  <c:v>0.01008663</c:v>
                </c:pt>
                <c:pt idx="245">
                  <c:v>0.01006519</c:v>
                </c:pt>
                <c:pt idx="246">
                  <c:v>0.01011431</c:v>
                </c:pt>
                <c:pt idx="247">
                  <c:v>0.01019652</c:v>
                </c:pt>
                <c:pt idx="248">
                  <c:v>0.01008616</c:v>
                </c:pt>
                <c:pt idx="249">
                  <c:v>0.01009819</c:v>
                </c:pt>
                <c:pt idx="250">
                  <c:v>0.0100596</c:v>
                </c:pt>
                <c:pt idx="251">
                  <c:v>0.01016627</c:v>
                </c:pt>
                <c:pt idx="252">
                  <c:v>0.01007646</c:v>
                </c:pt>
                <c:pt idx="253">
                  <c:v>0.0101064</c:v>
                </c:pt>
                <c:pt idx="254">
                  <c:v>0.01014462</c:v>
                </c:pt>
                <c:pt idx="255">
                  <c:v>0.01019357</c:v>
                </c:pt>
                <c:pt idx="256">
                  <c:v>0.01005679</c:v>
                </c:pt>
                <c:pt idx="257">
                  <c:v>0.01018153</c:v>
                </c:pt>
                <c:pt idx="258">
                  <c:v>0.01009903</c:v>
                </c:pt>
                <c:pt idx="259">
                  <c:v>0.01004884</c:v>
                </c:pt>
                <c:pt idx="260">
                  <c:v>0.01011188</c:v>
                </c:pt>
                <c:pt idx="261">
                  <c:v>0.01007883</c:v>
                </c:pt>
                <c:pt idx="262">
                  <c:v>0.01012363</c:v>
                </c:pt>
                <c:pt idx="263">
                  <c:v>0.01015594</c:v>
                </c:pt>
                <c:pt idx="264">
                  <c:v>0.01008629</c:v>
                </c:pt>
                <c:pt idx="265">
                  <c:v>0.01010405</c:v>
                </c:pt>
                <c:pt idx="266">
                  <c:v>0.01013508</c:v>
                </c:pt>
                <c:pt idx="267">
                  <c:v>0.01010641</c:v>
                </c:pt>
                <c:pt idx="268">
                  <c:v>0.01013729</c:v>
                </c:pt>
                <c:pt idx="269">
                  <c:v>0.01007067</c:v>
                </c:pt>
                <c:pt idx="270">
                  <c:v>0.01014232</c:v>
                </c:pt>
                <c:pt idx="271">
                  <c:v>0.01011905</c:v>
                </c:pt>
                <c:pt idx="272">
                  <c:v>0.01014546</c:v>
                </c:pt>
                <c:pt idx="273">
                  <c:v>0.01019207</c:v>
                </c:pt>
                <c:pt idx="274">
                  <c:v>0.01017401</c:v>
                </c:pt>
                <c:pt idx="275">
                  <c:v>0.01008961</c:v>
                </c:pt>
                <c:pt idx="276">
                  <c:v>0.01007414</c:v>
                </c:pt>
                <c:pt idx="277">
                  <c:v>0.01012879</c:v>
                </c:pt>
                <c:pt idx="278">
                  <c:v>0.01013572</c:v>
                </c:pt>
                <c:pt idx="279">
                  <c:v>0.01011849</c:v>
                </c:pt>
                <c:pt idx="280">
                  <c:v>0.01015692</c:v>
                </c:pt>
                <c:pt idx="281">
                  <c:v>0.01010321</c:v>
                </c:pt>
                <c:pt idx="282">
                  <c:v>0.01013325</c:v>
                </c:pt>
                <c:pt idx="283">
                  <c:v>0.01014232</c:v>
                </c:pt>
                <c:pt idx="284">
                  <c:v>0.01016722</c:v>
                </c:pt>
                <c:pt idx="285">
                  <c:v>0.01019457</c:v>
                </c:pt>
                <c:pt idx="286">
                  <c:v>0.01014523</c:v>
                </c:pt>
                <c:pt idx="287">
                  <c:v>0.01015753</c:v>
                </c:pt>
                <c:pt idx="288">
                  <c:v>0.01004672</c:v>
                </c:pt>
                <c:pt idx="289">
                  <c:v>0.01018185</c:v>
                </c:pt>
                <c:pt idx="290">
                  <c:v>0.01014854</c:v>
                </c:pt>
                <c:pt idx="291">
                  <c:v>0.0101088</c:v>
                </c:pt>
                <c:pt idx="292">
                  <c:v>0.01016106</c:v>
                </c:pt>
                <c:pt idx="293">
                  <c:v>0.01010109</c:v>
                </c:pt>
                <c:pt idx="294">
                  <c:v>0.01015039</c:v>
                </c:pt>
                <c:pt idx="295">
                  <c:v>0.01010542</c:v>
                </c:pt>
                <c:pt idx="296">
                  <c:v>0.01010811</c:v>
                </c:pt>
                <c:pt idx="297">
                  <c:v>0.01011174</c:v>
                </c:pt>
                <c:pt idx="298">
                  <c:v>0.01016849</c:v>
                </c:pt>
                <c:pt idx="299">
                  <c:v>0.0101265</c:v>
                </c:pt>
                <c:pt idx="300">
                  <c:v>0.01014176</c:v>
                </c:pt>
                <c:pt idx="301">
                  <c:v>0.01015319</c:v>
                </c:pt>
                <c:pt idx="302">
                  <c:v>0.01004616</c:v>
                </c:pt>
                <c:pt idx="303">
                  <c:v>0.01003845</c:v>
                </c:pt>
                <c:pt idx="304">
                  <c:v>0.01009938</c:v>
                </c:pt>
                <c:pt idx="305">
                  <c:v>0.01015134</c:v>
                </c:pt>
                <c:pt idx="306">
                  <c:v>0.01011956</c:v>
                </c:pt>
                <c:pt idx="307">
                  <c:v>0.010105</c:v>
                </c:pt>
                <c:pt idx="308">
                  <c:v>0.01006191</c:v>
                </c:pt>
                <c:pt idx="309">
                  <c:v>0.0101036</c:v>
                </c:pt>
                <c:pt idx="310">
                  <c:v>0.01021962</c:v>
                </c:pt>
                <c:pt idx="311">
                  <c:v>0.01013231</c:v>
                </c:pt>
                <c:pt idx="312">
                  <c:v>0.01012987</c:v>
                </c:pt>
                <c:pt idx="313">
                  <c:v>0.01010577</c:v>
                </c:pt>
                <c:pt idx="314">
                  <c:v>0.01014512</c:v>
                </c:pt>
                <c:pt idx="315">
                  <c:v>0.01017046</c:v>
                </c:pt>
                <c:pt idx="316">
                  <c:v>0.01011685</c:v>
                </c:pt>
                <c:pt idx="317">
                  <c:v>0.01011242</c:v>
                </c:pt>
                <c:pt idx="318">
                  <c:v>0.01013442</c:v>
                </c:pt>
                <c:pt idx="319">
                  <c:v>0.01004108</c:v>
                </c:pt>
                <c:pt idx="320">
                  <c:v>0.01010189</c:v>
                </c:pt>
                <c:pt idx="321">
                  <c:v>0.01006119</c:v>
                </c:pt>
                <c:pt idx="322">
                  <c:v>0.01020368</c:v>
                </c:pt>
                <c:pt idx="323">
                  <c:v>0.01014133</c:v>
                </c:pt>
                <c:pt idx="324">
                  <c:v>0.01016509</c:v>
                </c:pt>
                <c:pt idx="325">
                  <c:v>0.01008526</c:v>
                </c:pt>
                <c:pt idx="326">
                  <c:v>0.01007062</c:v>
                </c:pt>
                <c:pt idx="327">
                  <c:v>0.01003297</c:v>
                </c:pt>
                <c:pt idx="328">
                  <c:v>0.01005962</c:v>
                </c:pt>
                <c:pt idx="329">
                  <c:v>0.01014084</c:v>
                </c:pt>
                <c:pt idx="330">
                  <c:v>0.01007894</c:v>
                </c:pt>
                <c:pt idx="331">
                  <c:v>0.01015838</c:v>
                </c:pt>
                <c:pt idx="332">
                  <c:v>0.01006403</c:v>
                </c:pt>
                <c:pt idx="333">
                  <c:v>0.01012491</c:v>
                </c:pt>
                <c:pt idx="334">
                  <c:v>0.01013459</c:v>
                </c:pt>
                <c:pt idx="335">
                  <c:v>0.0100845</c:v>
                </c:pt>
                <c:pt idx="336">
                  <c:v>0.0102028</c:v>
                </c:pt>
                <c:pt idx="337">
                  <c:v>0.01013396</c:v>
                </c:pt>
                <c:pt idx="338">
                  <c:v>0.01007811</c:v>
                </c:pt>
                <c:pt idx="339">
                  <c:v>0.01008542</c:v>
                </c:pt>
                <c:pt idx="340">
                  <c:v>0.0101546</c:v>
                </c:pt>
                <c:pt idx="341">
                  <c:v>0.01018979</c:v>
                </c:pt>
                <c:pt idx="342">
                  <c:v>0.0101221</c:v>
                </c:pt>
                <c:pt idx="343">
                  <c:v>0.0101463</c:v>
                </c:pt>
                <c:pt idx="344">
                  <c:v>0.01009858</c:v>
                </c:pt>
                <c:pt idx="345">
                  <c:v>0.01012083</c:v>
                </c:pt>
                <c:pt idx="346">
                  <c:v>0.01009802</c:v>
                </c:pt>
                <c:pt idx="347">
                  <c:v>0.01011632</c:v>
                </c:pt>
                <c:pt idx="348">
                  <c:v>0.01013643</c:v>
                </c:pt>
                <c:pt idx="349">
                  <c:v>0.01013384</c:v>
                </c:pt>
                <c:pt idx="350">
                  <c:v>0.01015942</c:v>
                </c:pt>
                <c:pt idx="351">
                  <c:v>0.01016388</c:v>
                </c:pt>
                <c:pt idx="352">
                  <c:v>0.01017136</c:v>
                </c:pt>
                <c:pt idx="353">
                  <c:v>0.01011698</c:v>
                </c:pt>
                <c:pt idx="354">
                  <c:v>0.01011335</c:v>
                </c:pt>
                <c:pt idx="355">
                  <c:v>0.01009686</c:v>
                </c:pt>
                <c:pt idx="356">
                  <c:v>0.01009297</c:v>
                </c:pt>
                <c:pt idx="357">
                  <c:v>0.01011584</c:v>
                </c:pt>
                <c:pt idx="358">
                  <c:v>0.01017176</c:v>
                </c:pt>
                <c:pt idx="359">
                  <c:v>0.01012212</c:v>
                </c:pt>
                <c:pt idx="360">
                  <c:v>0.01014602</c:v>
                </c:pt>
                <c:pt idx="361">
                  <c:v>0.01015597</c:v>
                </c:pt>
                <c:pt idx="362">
                  <c:v>0.01018043</c:v>
                </c:pt>
                <c:pt idx="363">
                  <c:v>0.01019479</c:v>
                </c:pt>
                <c:pt idx="364">
                  <c:v>0.0101136</c:v>
                </c:pt>
                <c:pt idx="365">
                  <c:v>0.01019288</c:v>
                </c:pt>
                <c:pt idx="366">
                  <c:v>0.01016893</c:v>
                </c:pt>
                <c:pt idx="367">
                  <c:v>0.01018353</c:v>
                </c:pt>
                <c:pt idx="368">
                  <c:v>0.01023198</c:v>
                </c:pt>
                <c:pt idx="369">
                  <c:v>0.01016721</c:v>
                </c:pt>
                <c:pt idx="370">
                  <c:v>0.01018505</c:v>
                </c:pt>
                <c:pt idx="371">
                  <c:v>0.01016381</c:v>
                </c:pt>
                <c:pt idx="372">
                  <c:v>0.01015758</c:v>
                </c:pt>
                <c:pt idx="373">
                  <c:v>0.01018315</c:v>
                </c:pt>
                <c:pt idx="374">
                  <c:v>0.01013258</c:v>
                </c:pt>
                <c:pt idx="375">
                  <c:v>0.01019206</c:v>
                </c:pt>
                <c:pt idx="376">
                  <c:v>0.01008088</c:v>
                </c:pt>
                <c:pt idx="377">
                  <c:v>0.01024693</c:v>
                </c:pt>
                <c:pt idx="378">
                  <c:v>0.01015754</c:v>
                </c:pt>
                <c:pt idx="379">
                  <c:v>0.0101212</c:v>
                </c:pt>
                <c:pt idx="380">
                  <c:v>0.01022311</c:v>
                </c:pt>
                <c:pt idx="381">
                  <c:v>0.01021867</c:v>
                </c:pt>
                <c:pt idx="382">
                  <c:v>0.01016156</c:v>
                </c:pt>
                <c:pt idx="383">
                  <c:v>0.0102259</c:v>
                </c:pt>
                <c:pt idx="384">
                  <c:v>0.01015642</c:v>
                </c:pt>
                <c:pt idx="385">
                  <c:v>0.0101426</c:v>
                </c:pt>
                <c:pt idx="386">
                  <c:v>0.01011779</c:v>
                </c:pt>
                <c:pt idx="387">
                  <c:v>0.01016434</c:v>
                </c:pt>
                <c:pt idx="388">
                  <c:v>0.01021327</c:v>
                </c:pt>
                <c:pt idx="389">
                  <c:v>0.01021195</c:v>
                </c:pt>
                <c:pt idx="390">
                  <c:v>0.010194</c:v>
                </c:pt>
                <c:pt idx="391">
                  <c:v>0.01011292</c:v>
                </c:pt>
                <c:pt idx="392">
                  <c:v>0.01019408</c:v>
                </c:pt>
                <c:pt idx="393">
                  <c:v>0.01013605</c:v>
                </c:pt>
                <c:pt idx="394">
                  <c:v>0.01021619</c:v>
                </c:pt>
                <c:pt idx="395">
                  <c:v>0.01022112</c:v>
                </c:pt>
                <c:pt idx="396">
                  <c:v>0.01019456</c:v>
                </c:pt>
                <c:pt idx="397">
                  <c:v>0.01015582</c:v>
                </c:pt>
                <c:pt idx="398">
                  <c:v>0.01018403</c:v>
                </c:pt>
                <c:pt idx="399">
                  <c:v>0.01014504</c:v>
                </c:pt>
                <c:pt idx="400">
                  <c:v>0.01024211</c:v>
                </c:pt>
                <c:pt idx="401">
                  <c:v>0.01023854</c:v>
                </c:pt>
                <c:pt idx="402">
                  <c:v>0.01014661</c:v>
                </c:pt>
                <c:pt idx="403">
                  <c:v>0.01019071</c:v>
                </c:pt>
                <c:pt idx="404">
                  <c:v>0.01016081</c:v>
                </c:pt>
                <c:pt idx="405">
                  <c:v>0.01018127</c:v>
                </c:pt>
                <c:pt idx="406">
                  <c:v>0.01014369</c:v>
                </c:pt>
                <c:pt idx="407">
                  <c:v>0.01023812</c:v>
                </c:pt>
                <c:pt idx="408">
                  <c:v>0.01022047</c:v>
                </c:pt>
                <c:pt idx="409">
                  <c:v>0.01015997</c:v>
                </c:pt>
                <c:pt idx="410">
                  <c:v>0.01018403</c:v>
                </c:pt>
                <c:pt idx="411">
                  <c:v>0.01022073</c:v>
                </c:pt>
                <c:pt idx="412">
                  <c:v>0.0101957</c:v>
                </c:pt>
                <c:pt idx="413">
                  <c:v>0.01019658</c:v>
                </c:pt>
                <c:pt idx="414">
                  <c:v>0.01014658</c:v>
                </c:pt>
                <c:pt idx="415">
                  <c:v>0.01012073</c:v>
                </c:pt>
                <c:pt idx="416">
                  <c:v>0.01025006</c:v>
                </c:pt>
                <c:pt idx="417">
                  <c:v>0.01022221</c:v>
                </c:pt>
                <c:pt idx="418">
                  <c:v>0.0102494</c:v>
                </c:pt>
                <c:pt idx="419">
                  <c:v>0.01016557</c:v>
                </c:pt>
                <c:pt idx="420">
                  <c:v>0.01019267</c:v>
                </c:pt>
                <c:pt idx="421">
                  <c:v>0.01019954</c:v>
                </c:pt>
                <c:pt idx="422">
                  <c:v>0.01016463</c:v>
                </c:pt>
                <c:pt idx="423">
                  <c:v>0.01015661</c:v>
                </c:pt>
                <c:pt idx="424">
                  <c:v>0.01022747</c:v>
                </c:pt>
                <c:pt idx="425">
                  <c:v>0.01019049</c:v>
                </c:pt>
                <c:pt idx="426">
                  <c:v>0.01021385</c:v>
                </c:pt>
                <c:pt idx="427">
                  <c:v>0.01022029</c:v>
                </c:pt>
                <c:pt idx="428">
                  <c:v>0.01024307</c:v>
                </c:pt>
                <c:pt idx="429">
                  <c:v>0.01017995</c:v>
                </c:pt>
                <c:pt idx="430">
                  <c:v>0.01018693</c:v>
                </c:pt>
                <c:pt idx="431">
                  <c:v>0.0100902</c:v>
                </c:pt>
                <c:pt idx="432">
                  <c:v>0.01027269</c:v>
                </c:pt>
                <c:pt idx="433">
                  <c:v>0.0102401</c:v>
                </c:pt>
                <c:pt idx="434">
                  <c:v>0.01027619</c:v>
                </c:pt>
                <c:pt idx="435">
                  <c:v>0.01021398</c:v>
                </c:pt>
                <c:pt idx="436">
                  <c:v>0.0101649</c:v>
                </c:pt>
                <c:pt idx="437">
                  <c:v>0.01023932</c:v>
                </c:pt>
                <c:pt idx="438">
                  <c:v>0.01018441</c:v>
                </c:pt>
                <c:pt idx="439">
                  <c:v>0.01023424</c:v>
                </c:pt>
                <c:pt idx="440">
                  <c:v>0.01031379</c:v>
                </c:pt>
                <c:pt idx="441">
                  <c:v>0.01018415</c:v>
                </c:pt>
                <c:pt idx="442">
                  <c:v>0.01019022</c:v>
                </c:pt>
                <c:pt idx="443">
                  <c:v>0.01015178</c:v>
                </c:pt>
                <c:pt idx="444">
                  <c:v>0.01022734</c:v>
                </c:pt>
                <c:pt idx="445">
                  <c:v>0.01024827</c:v>
                </c:pt>
                <c:pt idx="446">
                  <c:v>0.01018283</c:v>
                </c:pt>
                <c:pt idx="447">
                  <c:v>0.01017911</c:v>
                </c:pt>
                <c:pt idx="448">
                  <c:v>0.01016702</c:v>
                </c:pt>
                <c:pt idx="449">
                  <c:v>0.01022241</c:v>
                </c:pt>
                <c:pt idx="450">
                  <c:v>0.01014459</c:v>
                </c:pt>
                <c:pt idx="451">
                  <c:v>0.01018261</c:v>
                </c:pt>
                <c:pt idx="452">
                  <c:v>0.01016542</c:v>
                </c:pt>
                <c:pt idx="453">
                  <c:v>0.01017282</c:v>
                </c:pt>
                <c:pt idx="454">
                  <c:v>0.01027209</c:v>
                </c:pt>
                <c:pt idx="455">
                  <c:v>0.01026994</c:v>
                </c:pt>
                <c:pt idx="456">
                  <c:v>0.01023176</c:v>
                </c:pt>
                <c:pt idx="457">
                  <c:v>0.0101993</c:v>
                </c:pt>
                <c:pt idx="458">
                  <c:v>0.01021962</c:v>
                </c:pt>
                <c:pt idx="459">
                  <c:v>0.01022737</c:v>
                </c:pt>
                <c:pt idx="460">
                  <c:v>0.01016903</c:v>
                </c:pt>
                <c:pt idx="461">
                  <c:v>0.01028015</c:v>
                </c:pt>
                <c:pt idx="462">
                  <c:v>0.01016142</c:v>
                </c:pt>
                <c:pt idx="463">
                  <c:v>0.01028442</c:v>
                </c:pt>
                <c:pt idx="464">
                  <c:v>0.01020853</c:v>
                </c:pt>
                <c:pt idx="465">
                  <c:v>0.01016576</c:v>
                </c:pt>
                <c:pt idx="466">
                  <c:v>0.01019007</c:v>
                </c:pt>
                <c:pt idx="467">
                  <c:v>0.01023382</c:v>
                </c:pt>
                <c:pt idx="468">
                  <c:v>0.01022399</c:v>
                </c:pt>
                <c:pt idx="469">
                  <c:v>0.01018225</c:v>
                </c:pt>
                <c:pt idx="470">
                  <c:v>0.01016801</c:v>
                </c:pt>
                <c:pt idx="471">
                  <c:v>0.01015105</c:v>
                </c:pt>
                <c:pt idx="472">
                  <c:v>0.01025666</c:v>
                </c:pt>
                <c:pt idx="473">
                  <c:v>0.01010017</c:v>
                </c:pt>
                <c:pt idx="474">
                  <c:v>0.01015925</c:v>
                </c:pt>
                <c:pt idx="475">
                  <c:v>0.01023951</c:v>
                </c:pt>
                <c:pt idx="476">
                  <c:v>0.01017611</c:v>
                </c:pt>
                <c:pt idx="477">
                  <c:v>0.0102346</c:v>
                </c:pt>
                <c:pt idx="478">
                  <c:v>0.01013058</c:v>
                </c:pt>
                <c:pt idx="479">
                  <c:v>0.01013252</c:v>
                </c:pt>
                <c:pt idx="480">
                  <c:v>0.01015362</c:v>
                </c:pt>
                <c:pt idx="481">
                  <c:v>0.01009399</c:v>
                </c:pt>
                <c:pt idx="482">
                  <c:v>0.01006842</c:v>
                </c:pt>
                <c:pt idx="483">
                  <c:v>0.01015326</c:v>
                </c:pt>
                <c:pt idx="484">
                  <c:v>0.01011921</c:v>
                </c:pt>
                <c:pt idx="485">
                  <c:v>0.01022355</c:v>
                </c:pt>
                <c:pt idx="486">
                  <c:v>0.01020748</c:v>
                </c:pt>
                <c:pt idx="487">
                  <c:v>0.01009978</c:v>
                </c:pt>
                <c:pt idx="488">
                  <c:v>0.01011904</c:v>
                </c:pt>
                <c:pt idx="489">
                  <c:v>0.01013564</c:v>
                </c:pt>
                <c:pt idx="490">
                  <c:v>0.01025208</c:v>
                </c:pt>
                <c:pt idx="491">
                  <c:v>0.01026174</c:v>
                </c:pt>
                <c:pt idx="492">
                  <c:v>0.01021023</c:v>
                </c:pt>
                <c:pt idx="493">
                  <c:v>0.01012086</c:v>
                </c:pt>
                <c:pt idx="494">
                  <c:v>0.01017447</c:v>
                </c:pt>
                <c:pt idx="495">
                  <c:v>0.01016761</c:v>
                </c:pt>
                <c:pt idx="496">
                  <c:v>0.01022292</c:v>
                </c:pt>
                <c:pt idx="497">
                  <c:v>0.01018958</c:v>
                </c:pt>
                <c:pt idx="498">
                  <c:v>0.01017306</c:v>
                </c:pt>
                <c:pt idx="499">
                  <c:v>0.01021298</c:v>
                </c:pt>
                <c:pt idx="500">
                  <c:v>0.01023493</c:v>
                </c:pt>
                <c:pt idx="501">
                  <c:v>0.01020821</c:v>
                </c:pt>
                <c:pt idx="502">
                  <c:v>0.01030663</c:v>
                </c:pt>
                <c:pt idx="503">
                  <c:v>0.01019307</c:v>
                </c:pt>
                <c:pt idx="504">
                  <c:v>0.01017723</c:v>
                </c:pt>
                <c:pt idx="505">
                  <c:v>0.01015566</c:v>
                </c:pt>
                <c:pt idx="506">
                  <c:v>0.01023412</c:v>
                </c:pt>
                <c:pt idx="507">
                  <c:v>0.01016191</c:v>
                </c:pt>
                <c:pt idx="508">
                  <c:v>0.01021803</c:v>
                </c:pt>
                <c:pt idx="509">
                  <c:v>0.01015748</c:v>
                </c:pt>
                <c:pt idx="510">
                  <c:v>0.01023363</c:v>
                </c:pt>
                <c:pt idx="511">
                  <c:v>0.01020712</c:v>
                </c:pt>
                <c:pt idx="512">
                  <c:v>0.01019076</c:v>
                </c:pt>
                <c:pt idx="513">
                  <c:v>0.01016701</c:v>
                </c:pt>
                <c:pt idx="514">
                  <c:v>0.01013688</c:v>
                </c:pt>
                <c:pt idx="515">
                  <c:v>0.01015766</c:v>
                </c:pt>
                <c:pt idx="516">
                  <c:v>0.01022118</c:v>
                </c:pt>
                <c:pt idx="517">
                  <c:v>0.01017487</c:v>
                </c:pt>
                <c:pt idx="518">
                  <c:v>0.01026832</c:v>
                </c:pt>
                <c:pt idx="519">
                  <c:v>0.01016624</c:v>
                </c:pt>
                <c:pt idx="520">
                  <c:v>0.01018611</c:v>
                </c:pt>
                <c:pt idx="521">
                  <c:v>0.01026372</c:v>
                </c:pt>
                <c:pt idx="522">
                  <c:v>0.01027224</c:v>
                </c:pt>
                <c:pt idx="523">
                  <c:v>0.01021804</c:v>
                </c:pt>
                <c:pt idx="524">
                  <c:v>0.01019429</c:v>
                </c:pt>
                <c:pt idx="525">
                  <c:v>0.01022678</c:v>
                </c:pt>
                <c:pt idx="526">
                  <c:v>0.01016222</c:v>
                </c:pt>
                <c:pt idx="527">
                  <c:v>0.01027584</c:v>
                </c:pt>
                <c:pt idx="528">
                  <c:v>0.01018981</c:v>
                </c:pt>
                <c:pt idx="529">
                  <c:v>0.01016786</c:v>
                </c:pt>
                <c:pt idx="530">
                  <c:v>0.01022137</c:v>
                </c:pt>
                <c:pt idx="531">
                  <c:v>0.0102058</c:v>
                </c:pt>
                <c:pt idx="532">
                  <c:v>0.01022288</c:v>
                </c:pt>
                <c:pt idx="533">
                  <c:v>0.01013947</c:v>
                </c:pt>
                <c:pt idx="534">
                  <c:v>0.01024937</c:v>
                </c:pt>
                <c:pt idx="535">
                  <c:v>0.01020215</c:v>
                </c:pt>
                <c:pt idx="536">
                  <c:v>0.01021584</c:v>
                </c:pt>
                <c:pt idx="537">
                  <c:v>0.01017628</c:v>
                </c:pt>
                <c:pt idx="538">
                  <c:v>0.01024011</c:v>
                </c:pt>
                <c:pt idx="539">
                  <c:v>0.01024152</c:v>
                </c:pt>
                <c:pt idx="540">
                  <c:v>0.01017863</c:v>
                </c:pt>
                <c:pt idx="541">
                  <c:v>0.01015359</c:v>
                </c:pt>
                <c:pt idx="542">
                  <c:v>0.01027233</c:v>
                </c:pt>
                <c:pt idx="543">
                  <c:v>0.01020899</c:v>
                </c:pt>
                <c:pt idx="544">
                  <c:v>0.01024223</c:v>
                </c:pt>
                <c:pt idx="545">
                  <c:v>0.01023234</c:v>
                </c:pt>
                <c:pt idx="546">
                  <c:v>0.01022023</c:v>
                </c:pt>
                <c:pt idx="547">
                  <c:v>0.01022277</c:v>
                </c:pt>
                <c:pt idx="548">
                  <c:v>0.01018575</c:v>
                </c:pt>
                <c:pt idx="549">
                  <c:v>0.01021813</c:v>
                </c:pt>
                <c:pt idx="550">
                  <c:v>0.01022627</c:v>
                </c:pt>
                <c:pt idx="551">
                  <c:v>0.01023025</c:v>
                </c:pt>
                <c:pt idx="552">
                  <c:v>0.01018353</c:v>
                </c:pt>
                <c:pt idx="553">
                  <c:v>0.01016992</c:v>
                </c:pt>
                <c:pt idx="554">
                  <c:v>0.01018501</c:v>
                </c:pt>
                <c:pt idx="555">
                  <c:v>0.01020746</c:v>
                </c:pt>
                <c:pt idx="556">
                  <c:v>0.01015813</c:v>
                </c:pt>
                <c:pt idx="557">
                  <c:v>0.01021775</c:v>
                </c:pt>
                <c:pt idx="558">
                  <c:v>0.01018672</c:v>
                </c:pt>
                <c:pt idx="559">
                  <c:v>0.01022583</c:v>
                </c:pt>
                <c:pt idx="560">
                  <c:v>0.01021287</c:v>
                </c:pt>
                <c:pt idx="561">
                  <c:v>0.01020502</c:v>
                </c:pt>
                <c:pt idx="562">
                  <c:v>0.01023142</c:v>
                </c:pt>
                <c:pt idx="563">
                  <c:v>0.01018641</c:v>
                </c:pt>
                <c:pt idx="564">
                  <c:v>0.01017334</c:v>
                </c:pt>
                <c:pt idx="565">
                  <c:v>0.01019414</c:v>
                </c:pt>
                <c:pt idx="566">
                  <c:v>0.01021507</c:v>
                </c:pt>
                <c:pt idx="567">
                  <c:v>0.01016745</c:v>
                </c:pt>
                <c:pt idx="568">
                  <c:v>0.01019993</c:v>
                </c:pt>
                <c:pt idx="569">
                  <c:v>0.01020993</c:v>
                </c:pt>
                <c:pt idx="570">
                  <c:v>0.01019359</c:v>
                </c:pt>
                <c:pt idx="571">
                  <c:v>0.01022807</c:v>
                </c:pt>
                <c:pt idx="572">
                  <c:v>0.0102377</c:v>
                </c:pt>
                <c:pt idx="573">
                  <c:v>0.01017899</c:v>
                </c:pt>
                <c:pt idx="574">
                  <c:v>0.01022097</c:v>
                </c:pt>
                <c:pt idx="575">
                  <c:v>0.01020192</c:v>
                </c:pt>
                <c:pt idx="576">
                  <c:v>0.01020428</c:v>
                </c:pt>
                <c:pt idx="577">
                  <c:v>0.01017405</c:v>
                </c:pt>
                <c:pt idx="578">
                  <c:v>0.01025603</c:v>
                </c:pt>
                <c:pt idx="579">
                  <c:v>0.01022042</c:v>
                </c:pt>
                <c:pt idx="580">
                  <c:v>0.0101965</c:v>
                </c:pt>
                <c:pt idx="581">
                  <c:v>0.01021881</c:v>
                </c:pt>
                <c:pt idx="582">
                  <c:v>0.01024579</c:v>
                </c:pt>
                <c:pt idx="583">
                  <c:v>0.01016627</c:v>
                </c:pt>
                <c:pt idx="584">
                  <c:v>0.01019095</c:v>
                </c:pt>
                <c:pt idx="585">
                  <c:v>0.01021871</c:v>
                </c:pt>
                <c:pt idx="586">
                  <c:v>0.01018282</c:v>
                </c:pt>
                <c:pt idx="587">
                  <c:v>0.01016054</c:v>
                </c:pt>
                <c:pt idx="588">
                  <c:v>0.0101723</c:v>
                </c:pt>
                <c:pt idx="589">
                  <c:v>0.01014602</c:v>
                </c:pt>
                <c:pt idx="590">
                  <c:v>0.01018477</c:v>
                </c:pt>
                <c:pt idx="591">
                  <c:v>0.01014662</c:v>
                </c:pt>
                <c:pt idx="592">
                  <c:v>0.01016038</c:v>
                </c:pt>
                <c:pt idx="593">
                  <c:v>0.01019664</c:v>
                </c:pt>
                <c:pt idx="594">
                  <c:v>0.01017169</c:v>
                </c:pt>
                <c:pt idx="595">
                  <c:v>0.01020283</c:v>
                </c:pt>
                <c:pt idx="596">
                  <c:v>0.01017233</c:v>
                </c:pt>
                <c:pt idx="597">
                  <c:v>0.01016937</c:v>
                </c:pt>
                <c:pt idx="598">
                  <c:v>0.01016121</c:v>
                </c:pt>
                <c:pt idx="599">
                  <c:v>0.01017633</c:v>
                </c:pt>
                <c:pt idx="600">
                  <c:v>0.01014255</c:v>
                </c:pt>
                <c:pt idx="601">
                  <c:v>0.01018598</c:v>
                </c:pt>
                <c:pt idx="602">
                  <c:v>0.01018394</c:v>
                </c:pt>
                <c:pt idx="603">
                  <c:v>0.01023999</c:v>
                </c:pt>
                <c:pt idx="604">
                  <c:v>0.01011368</c:v>
                </c:pt>
                <c:pt idx="605">
                  <c:v>0.01022495</c:v>
                </c:pt>
                <c:pt idx="606">
                  <c:v>0.0101581</c:v>
                </c:pt>
                <c:pt idx="607">
                  <c:v>0.01017113</c:v>
                </c:pt>
                <c:pt idx="608">
                  <c:v>0.01026899</c:v>
                </c:pt>
                <c:pt idx="609">
                  <c:v>0.01014708</c:v>
                </c:pt>
                <c:pt idx="610">
                  <c:v>0.01027935</c:v>
                </c:pt>
                <c:pt idx="611">
                  <c:v>0.01017014</c:v>
                </c:pt>
                <c:pt idx="612">
                  <c:v>0.01021377</c:v>
                </c:pt>
                <c:pt idx="613">
                  <c:v>0.01019066</c:v>
                </c:pt>
                <c:pt idx="614">
                  <c:v>0.01007942</c:v>
                </c:pt>
                <c:pt idx="615">
                  <c:v>0.01017377</c:v>
                </c:pt>
                <c:pt idx="616">
                  <c:v>0.01012459</c:v>
                </c:pt>
                <c:pt idx="617">
                  <c:v>0.01022173</c:v>
                </c:pt>
                <c:pt idx="618">
                  <c:v>0.0101337</c:v>
                </c:pt>
                <c:pt idx="619">
                  <c:v>0.01018364</c:v>
                </c:pt>
                <c:pt idx="620">
                  <c:v>0.01020496</c:v>
                </c:pt>
                <c:pt idx="621">
                  <c:v>0.0101968</c:v>
                </c:pt>
                <c:pt idx="622">
                  <c:v>0.01017116</c:v>
                </c:pt>
                <c:pt idx="623">
                  <c:v>0.01019648</c:v>
                </c:pt>
                <c:pt idx="624">
                  <c:v>0.01017457</c:v>
                </c:pt>
                <c:pt idx="625">
                  <c:v>0.01020823</c:v>
                </c:pt>
                <c:pt idx="626">
                  <c:v>0.01020102</c:v>
                </c:pt>
                <c:pt idx="627">
                  <c:v>0.0101731</c:v>
                </c:pt>
                <c:pt idx="628">
                  <c:v>0.01015466</c:v>
                </c:pt>
                <c:pt idx="629">
                  <c:v>0.01026058</c:v>
                </c:pt>
                <c:pt idx="630">
                  <c:v>0.0101627</c:v>
                </c:pt>
                <c:pt idx="631">
                  <c:v>0.01021378</c:v>
                </c:pt>
                <c:pt idx="632">
                  <c:v>0.01018714</c:v>
                </c:pt>
                <c:pt idx="633">
                  <c:v>0.01023781</c:v>
                </c:pt>
                <c:pt idx="634">
                  <c:v>0.01013202</c:v>
                </c:pt>
                <c:pt idx="635">
                  <c:v>0.01017608</c:v>
                </c:pt>
                <c:pt idx="636">
                  <c:v>0.01014845</c:v>
                </c:pt>
                <c:pt idx="637">
                  <c:v>0.01017006</c:v>
                </c:pt>
                <c:pt idx="638">
                  <c:v>0.01012646</c:v>
                </c:pt>
                <c:pt idx="639">
                  <c:v>0.01023075</c:v>
                </c:pt>
                <c:pt idx="640">
                  <c:v>0.01018524</c:v>
                </c:pt>
                <c:pt idx="641">
                  <c:v>0.01010895</c:v>
                </c:pt>
                <c:pt idx="642">
                  <c:v>0.01014628</c:v>
                </c:pt>
                <c:pt idx="643">
                  <c:v>0.01014957</c:v>
                </c:pt>
                <c:pt idx="644">
                  <c:v>0.01012802</c:v>
                </c:pt>
                <c:pt idx="645">
                  <c:v>0.01016265</c:v>
                </c:pt>
                <c:pt idx="646">
                  <c:v>0.01015903</c:v>
                </c:pt>
                <c:pt idx="647">
                  <c:v>0.01016042</c:v>
                </c:pt>
                <c:pt idx="648">
                  <c:v>0.01008478</c:v>
                </c:pt>
                <c:pt idx="649">
                  <c:v>0.01018003</c:v>
                </c:pt>
                <c:pt idx="650">
                  <c:v>0.01016757</c:v>
                </c:pt>
                <c:pt idx="651">
                  <c:v>0.0101629</c:v>
                </c:pt>
                <c:pt idx="652">
                  <c:v>0.01016311</c:v>
                </c:pt>
                <c:pt idx="653">
                  <c:v>0.01020394</c:v>
                </c:pt>
                <c:pt idx="654">
                  <c:v>0.010167</c:v>
                </c:pt>
                <c:pt idx="655">
                  <c:v>0.01015026</c:v>
                </c:pt>
                <c:pt idx="656">
                  <c:v>0.01017936</c:v>
                </c:pt>
                <c:pt idx="657">
                  <c:v>0.01017831</c:v>
                </c:pt>
                <c:pt idx="658">
                  <c:v>0.01013703</c:v>
                </c:pt>
                <c:pt idx="659">
                  <c:v>0.01015354</c:v>
                </c:pt>
                <c:pt idx="660">
                  <c:v>0.0101565</c:v>
                </c:pt>
                <c:pt idx="661">
                  <c:v>0.01016543</c:v>
                </c:pt>
                <c:pt idx="662">
                  <c:v>0.01008141</c:v>
                </c:pt>
                <c:pt idx="663">
                  <c:v>0.01015114</c:v>
                </c:pt>
                <c:pt idx="664">
                  <c:v>0.01014046</c:v>
                </c:pt>
                <c:pt idx="665">
                  <c:v>0.0102191</c:v>
                </c:pt>
                <c:pt idx="666">
                  <c:v>0.01017191</c:v>
                </c:pt>
                <c:pt idx="667">
                  <c:v>0.0101239</c:v>
                </c:pt>
                <c:pt idx="668">
                  <c:v>0.01016927</c:v>
                </c:pt>
                <c:pt idx="669">
                  <c:v>0.01020375</c:v>
                </c:pt>
                <c:pt idx="670">
                  <c:v>0.01023686</c:v>
                </c:pt>
                <c:pt idx="671">
                  <c:v>0.01008224</c:v>
                </c:pt>
                <c:pt idx="672">
                  <c:v>0.01012386</c:v>
                </c:pt>
                <c:pt idx="673">
                  <c:v>0.0101438</c:v>
                </c:pt>
                <c:pt idx="674">
                  <c:v>0.01015924</c:v>
                </c:pt>
                <c:pt idx="675">
                  <c:v>0.01020348</c:v>
                </c:pt>
                <c:pt idx="676">
                  <c:v>0.01017712</c:v>
                </c:pt>
                <c:pt idx="677">
                  <c:v>0.01019335</c:v>
                </c:pt>
                <c:pt idx="678">
                  <c:v>0.01021852</c:v>
                </c:pt>
                <c:pt idx="679">
                  <c:v>0.01022125</c:v>
                </c:pt>
                <c:pt idx="680">
                  <c:v>0.01015469</c:v>
                </c:pt>
                <c:pt idx="681">
                  <c:v>0.01021671</c:v>
                </c:pt>
                <c:pt idx="682">
                  <c:v>0.01019774</c:v>
                </c:pt>
                <c:pt idx="683">
                  <c:v>0.0101416</c:v>
                </c:pt>
                <c:pt idx="684">
                  <c:v>0.01016109</c:v>
                </c:pt>
                <c:pt idx="685">
                  <c:v>0.01014723</c:v>
                </c:pt>
                <c:pt idx="686">
                  <c:v>0.01013389</c:v>
                </c:pt>
                <c:pt idx="687">
                  <c:v>0.01014458</c:v>
                </c:pt>
                <c:pt idx="688">
                  <c:v>0.01013032</c:v>
                </c:pt>
                <c:pt idx="689">
                  <c:v>0.01017943</c:v>
                </c:pt>
                <c:pt idx="690">
                  <c:v>0.01026085</c:v>
                </c:pt>
                <c:pt idx="691">
                  <c:v>0.01019142</c:v>
                </c:pt>
                <c:pt idx="692">
                  <c:v>0.01020393</c:v>
                </c:pt>
                <c:pt idx="693">
                  <c:v>0.01016432</c:v>
                </c:pt>
                <c:pt idx="694">
                  <c:v>0.01017525</c:v>
                </c:pt>
                <c:pt idx="695">
                  <c:v>0.01022535</c:v>
                </c:pt>
                <c:pt idx="696">
                  <c:v>0.01023161</c:v>
                </c:pt>
                <c:pt idx="697">
                  <c:v>0.01017253</c:v>
                </c:pt>
                <c:pt idx="698">
                  <c:v>0.01013535</c:v>
                </c:pt>
                <c:pt idx="699">
                  <c:v>0.01024161</c:v>
                </c:pt>
                <c:pt idx="700">
                  <c:v>0.01015991</c:v>
                </c:pt>
                <c:pt idx="701">
                  <c:v>0.01012658</c:v>
                </c:pt>
                <c:pt idx="702">
                  <c:v>0.01015251</c:v>
                </c:pt>
                <c:pt idx="703">
                  <c:v>0.01018545</c:v>
                </c:pt>
                <c:pt idx="704">
                  <c:v>0.01010644</c:v>
                </c:pt>
                <c:pt idx="705">
                  <c:v>0.01017365</c:v>
                </c:pt>
                <c:pt idx="706">
                  <c:v>0.01012246</c:v>
                </c:pt>
                <c:pt idx="707">
                  <c:v>0.01014707</c:v>
                </c:pt>
                <c:pt idx="708">
                  <c:v>0.01014691</c:v>
                </c:pt>
                <c:pt idx="709">
                  <c:v>0.01018314</c:v>
                </c:pt>
                <c:pt idx="710">
                  <c:v>0.01014556</c:v>
                </c:pt>
                <c:pt idx="711">
                  <c:v>0.01016749</c:v>
                </c:pt>
                <c:pt idx="712">
                  <c:v>0.01020054</c:v>
                </c:pt>
                <c:pt idx="713">
                  <c:v>0.01016735</c:v>
                </c:pt>
                <c:pt idx="714">
                  <c:v>0.01018297</c:v>
                </c:pt>
                <c:pt idx="715">
                  <c:v>0.01016419</c:v>
                </c:pt>
                <c:pt idx="716">
                  <c:v>0.0101486</c:v>
                </c:pt>
                <c:pt idx="717">
                  <c:v>0.01009772</c:v>
                </c:pt>
                <c:pt idx="718">
                  <c:v>0.01015558</c:v>
                </c:pt>
                <c:pt idx="719">
                  <c:v>0.0101885</c:v>
                </c:pt>
                <c:pt idx="720">
                  <c:v>0.0101721</c:v>
                </c:pt>
                <c:pt idx="721">
                  <c:v>0.01024968</c:v>
                </c:pt>
                <c:pt idx="722">
                  <c:v>0.01020328</c:v>
                </c:pt>
                <c:pt idx="723">
                  <c:v>0.01016437</c:v>
                </c:pt>
                <c:pt idx="724">
                  <c:v>0.01013369</c:v>
                </c:pt>
                <c:pt idx="725">
                  <c:v>0.01018316</c:v>
                </c:pt>
                <c:pt idx="726">
                  <c:v>0.01017537</c:v>
                </c:pt>
                <c:pt idx="727">
                  <c:v>0.01010442</c:v>
                </c:pt>
                <c:pt idx="728">
                  <c:v>0.01014717</c:v>
                </c:pt>
                <c:pt idx="729">
                  <c:v>0.01018823</c:v>
                </c:pt>
                <c:pt idx="730">
                  <c:v>0.01011687</c:v>
                </c:pt>
                <c:pt idx="731">
                  <c:v>0.01012634</c:v>
                </c:pt>
                <c:pt idx="732">
                  <c:v>0.01022265</c:v>
                </c:pt>
                <c:pt idx="733">
                  <c:v>0.01013952</c:v>
                </c:pt>
                <c:pt idx="734">
                  <c:v>0.01013134</c:v>
                </c:pt>
                <c:pt idx="735">
                  <c:v>0.01015077</c:v>
                </c:pt>
                <c:pt idx="736">
                  <c:v>0.0101284</c:v>
                </c:pt>
                <c:pt idx="737">
                  <c:v>0.01017685</c:v>
                </c:pt>
                <c:pt idx="738">
                  <c:v>0.0101464</c:v>
                </c:pt>
                <c:pt idx="739">
                  <c:v>0.01025147</c:v>
                </c:pt>
                <c:pt idx="740">
                  <c:v>0.01024203</c:v>
                </c:pt>
                <c:pt idx="741">
                  <c:v>0.01012029</c:v>
                </c:pt>
                <c:pt idx="742">
                  <c:v>0.01019825</c:v>
                </c:pt>
                <c:pt idx="743">
                  <c:v>0.01016164</c:v>
                </c:pt>
                <c:pt idx="744">
                  <c:v>0.01023624</c:v>
                </c:pt>
                <c:pt idx="745">
                  <c:v>0.01021182</c:v>
                </c:pt>
                <c:pt idx="746">
                  <c:v>0.01020655</c:v>
                </c:pt>
                <c:pt idx="747">
                  <c:v>0.01012696</c:v>
                </c:pt>
                <c:pt idx="748">
                  <c:v>0.01013493</c:v>
                </c:pt>
                <c:pt idx="749">
                  <c:v>0.0101916</c:v>
                </c:pt>
                <c:pt idx="750">
                  <c:v>0.01009561</c:v>
                </c:pt>
                <c:pt idx="751">
                  <c:v>0.0101126</c:v>
                </c:pt>
                <c:pt idx="752">
                  <c:v>0.0101322</c:v>
                </c:pt>
                <c:pt idx="753">
                  <c:v>0.01019678</c:v>
                </c:pt>
                <c:pt idx="754">
                  <c:v>0.01020659</c:v>
                </c:pt>
                <c:pt idx="755">
                  <c:v>0.0101488</c:v>
                </c:pt>
                <c:pt idx="756">
                  <c:v>0.0101879</c:v>
                </c:pt>
                <c:pt idx="757">
                  <c:v>0.01012778</c:v>
                </c:pt>
                <c:pt idx="758">
                  <c:v>0.0101269</c:v>
                </c:pt>
                <c:pt idx="759">
                  <c:v>0.01011524</c:v>
                </c:pt>
                <c:pt idx="760">
                  <c:v>0.01017178</c:v>
                </c:pt>
                <c:pt idx="761">
                  <c:v>0.01012194</c:v>
                </c:pt>
                <c:pt idx="762">
                  <c:v>0.01010184</c:v>
                </c:pt>
                <c:pt idx="763">
                  <c:v>0.01021369</c:v>
                </c:pt>
                <c:pt idx="764">
                  <c:v>0.01011783</c:v>
                </c:pt>
                <c:pt idx="765">
                  <c:v>0.01014347</c:v>
                </c:pt>
                <c:pt idx="766">
                  <c:v>0.01024454</c:v>
                </c:pt>
                <c:pt idx="767">
                  <c:v>0.01008016</c:v>
                </c:pt>
                <c:pt idx="768">
                  <c:v>0.01016056</c:v>
                </c:pt>
                <c:pt idx="769">
                  <c:v>0.01016426</c:v>
                </c:pt>
                <c:pt idx="770">
                  <c:v>0.01020833</c:v>
                </c:pt>
                <c:pt idx="771">
                  <c:v>0.01009458</c:v>
                </c:pt>
                <c:pt idx="772">
                  <c:v>0.01017285</c:v>
                </c:pt>
                <c:pt idx="773">
                  <c:v>0.01013745</c:v>
                </c:pt>
                <c:pt idx="774">
                  <c:v>0.01014804</c:v>
                </c:pt>
                <c:pt idx="775">
                  <c:v>0.01013266</c:v>
                </c:pt>
                <c:pt idx="776">
                  <c:v>0.01011555</c:v>
                </c:pt>
                <c:pt idx="777">
                  <c:v>0.01018256</c:v>
                </c:pt>
                <c:pt idx="778">
                  <c:v>0.01014879</c:v>
                </c:pt>
                <c:pt idx="779">
                  <c:v>0.01011906</c:v>
                </c:pt>
                <c:pt idx="780">
                  <c:v>0.01014824</c:v>
                </c:pt>
                <c:pt idx="781">
                  <c:v>0.0101684</c:v>
                </c:pt>
                <c:pt idx="782">
                  <c:v>0.01018072</c:v>
                </c:pt>
                <c:pt idx="783">
                  <c:v>0.01012711</c:v>
                </c:pt>
                <c:pt idx="784">
                  <c:v>0.01017277</c:v>
                </c:pt>
                <c:pt idx="785">
                  <c:v>0.01012367</c:v>
                </c:pt>
                <c:pt idx="786">
                  <c:v>0.01009487</c:v>
                </c:pt>
                <c:pt idx="787">
                  <c:v>0.0101652</c:v>
                </c:pt>
                <c:pt idx="788">
                  <c:v>0.01015356</c:v>
                </c:pt>
                <c:pt idx="789">
                  <c:v>0.01005662</c:v>
                </c:pt>
                <c:pt idx="790">
                  <c:v>0.01005581</c:v>
                </c:pt>
                <c:pt idx="791">
                  <c:v>0.0101853</c:v>
                </c:pt>
                <c:pt idx="792">
                  <c:v>0.01016545</c:v>
                </c:pt>
                <c:pt idx="793">
                  <c:v>0.0101507</c:v>
                </c:pt>
                <c:pt idx="794">
                  <c:v>0.01012837</c:v>
                </c:pt>
                <c:pt idx="795">
                  <c:v>0.01009613</c:v>
                </c:pt>
                <c:pt idx="796">
                  <c:v>0.01011256</c:v>
                </c:pt>
                <c:pt idx="797">
                  <c:v>0.0100998</c:v>
                </c:pt>
                <c:pt idx="798">
                  <c:v>0.01007168</c:v>
                </c:pt>
                <c:pt idx="799">
                  <c:v>0.01008328</c:v>
                </c:pt>
                <c:pt idx="800">
                  <c:v>0.01011064</c:v>
                </c:pt>
                <c:pt idx="801">
                  <c:v>0.01009406</c:v>
                </c:pt>
                <c:pt idx="802">
                  <c:v>0.01010353</c:v>
                </c:pt>
                <c:pt idx="803">
                  <c:v>0.01009963</c:v>
                </c:pt>
                <c:pt idx="804">
                  <c:v>0.01012707</c:v>
                </c:pt>
                <c:pt idx="805">
                  <c:v>0.0101384</c:v>
                </c:pt>
                <c:pt idx="806">
                  <c:v>0.01010964</c:v>
                </c:pt>
                <c:pt idx="807">
                  <c:v>0.01006391</c:v>
                </c:pt>
                <c:pt idx="808">
                  <c:v>0.0101278</c:v>
                </c:pt>
                <c:pt idx="809">
                  <c:v>0.01013449</c:v>
                </c:pt>
                <c:pt idx="810">
                  <c:v>0.01007367</c:v>
                </c:pt>
                <c:pt idx="811">
                  <c:v>0.01009756</c:v>
                </c:pt>
                <c:pt idx="812">
                  <c:v>0.01007854</c:v>
                </c:pt>
                <c:pt idx="813">
                  <c:v>0.01009555</c:v>
                </c:pt>
                <c:pt idx="814">
                  <c:v>0.01015146</c:v>
                </c:pt>
                <c:pt idx="815">
                  <c:v>0.0100937</c:v>
                </c:pt>
                <c:pt idx="816">
                  <c:v>0.01013702</c:v>
                </c:pt>
                <c:pt idx="817">
                  <c:v>0.01011899</c:v>
                </c:pt>
                <c:pt idx="818">
                  <c:v>0.01013526</c:v>
                </c:pt>
                <c:pt idx="819">
                  <c:v>0.01012299</c:v>
                </c:pt>
                <c:pt idx="820">
                  <c:v>0.01016298</c:v>
                </c:pt>
                <c:pt idx="821">
                  <c:v>0.01014895</c:v>
                </c:pt>
                <c:pt idx="822">
                  <c:v>0.01020554</c:v>
                </c:pt>
                <c:pt idx="823">
                  <c:v>0.01013498</c:v>
                </c:pt>
                <c:pt idx="824">
                  <c:v>0.01012996</c:v>
                </c:pt>
                <c:pt idx="825">
                  <c:v>0.01008172</c:v>
                </c:pt>
                <c:pt idx="826">
                  <c:v>0.01012351</c:v>
                </c:pt>
                <c:pt idx="827">
                  <c:v>0.01010595</c:v>
                </c:pt>
                <c:pt idx="828">
                  <c:v>0.01016962</c:v>
                </c:pt>
                <c:pt idx="829">
                  <c:v>0.01010699</c:v>
                </c:pt>
                <c:pt idx="830">
                  <c:v>0.01015308</c:v>
                </c:pt>
                <c:pt idx="831">
                  <c:v>0.01008676</c:v>
                </c:pt>
                <c:pt idx="832">
                  <c:v>0.01008203</c:v>
                </c:pt>
                <c:pt idx="833">
                  <c:v>0.01015345</c:v>
                </c:pt>
                <c:pt idx="834">
                  <c:v>0.01007225</c:v>
                </c:pt>
                <c:pt idx="835">
                  <c:v>0.01011822</c:v>
                </c:pt>
                <c:pt idx="836">
                  <c:v>0.01010778</c:v>
                </c:pt>
                <c:pt idx="837">
                  <c:v>0.01017878</c:v>
                </c:pt>
                <c:pt idx="838">
                  <c:v>0.0101109</c:v>
                </c:pt>
                <c:pt idx="839">
                  <c:v>0.01014318</c:v>
                </c:pt>
                <c:pt idx="840">
                  <c:v>0.01011248</c:v>
                </c:pt>
                <c:pt idx="841">
                  <c:v>0.01008242</c:v>
                </c:pt>
                <c:pt idx="842">
                  <c:v>0.01015377</c:v>
                </c:pt>
                <c:pt idx="843">
                  <c:v>0.01013398</c:v>
                </c:pt>
                <c:pt idx="844">
                  <c:v>0.01014011</c:v>
                </c:pt>
                <c:pt idx="845">
                  <c:v>0.01019937</c:v>
                </c:pt>
                <c:pt idx="846">
                  <c:v>0.01011349</c:v>
                </c:pt>
                <c:pt idx="847">
                  <c:v>0.01017028</c:v>
                </c:pt>
                <c:pt idx="848">
                  <c:v>0.01007837</c:v>
                </c:pt>
                <c:pt idx="849">
                  <c:v>0.01009308</c:v>
                </c:pt>
                <c:pt idx="850">
                  <c:v>0.01013899</c:v>
                </c:pt>
                <c:pt idx="851">
                  <c:v>0.01011947</c:v>
                </c:pt>
                <c:pt idx="852">
                  <c:v>0.01020983</c:v>
                </c:pt>
                <c:pt idx="853">
                  <c:v>0.01008812</c:v>
                </c:pt>
                <c:pt idx="854">
                  <c:v>0.01010502</c:v>
                </c:pt>
                <c:pt idx="855">
                  <c:v>0.01010468</c:v>
                </c:pt>
                <c:pt idx="856">
                  <c:v>0.01006089</c:v>
                </c:pt>
                <c:pt idx="857">
                  <c:v>0.01014933</c:v>
                </c:pt>
                <c:pt idx="858">
                  <c:v>0.01015549</c:v>
                </c:pt>
                <c:pt idx="859">
                  <c:v>0.01011764</c:v>
                </c:pt>
                <c:pt idx="860">
                  <c:v>0.01012586</c:v>
                </c:pt>
                <c:pt idx="861">
                  <c:v>0.01010068</c:v>
                </c:pt>
                <c:pt idx="862">
                  <c:v>0.01018366</c:v>
                </c:pt>
                <c:pt idx="863">
                  <c:v>0.01017519</c:v>
                </c:pt>
                <c:pt idx="864">
                  <c:v>0.01015185</c:v>
                </c:pt>
                <c:pt idx="865">
                  <c:v>0.01011324</c:v>
                </c:pt>
                <c:pt idx="866">
                  <c:v>0.0101004</c:v>
                </c:pt>
                <c:pt idx="867">
                  <c:v>0.01014029</c:v>
                </c:pt>
                <c:pt idx="868">
                  <c:v>0.01010047</c:v>
                </c:pt>
                <c:pt idx="869">
                  <c:v>0.01014618</c:v>
                </c:pt>
                <c:pt idx="870">
                  <c:v>0.01014367</c:v>
                </c:pt>
                <c:pt idx="871">
                  <c:v>0.01012947</c:v>
                </c:pt>
                <c:pt idx="872">
                  <c:v>0.01002847</c:v>
                </c:pt>
                <c:pt idx="873">
                  <c:v>0.01010573</c:v>
                </c:pt>
                <c:pt idx="874">
                  <c:v>0.01010194</c:v>
                </c:pt>
                <c:pt idx="875">
                  <c:v>0.01010989</c:v>
                </c:pt>
                <c:pt idx="876">
                  <c:v>0.01014502</c:v>
                </c:pt>
                <c:pt idx="877">
                  <c:v>0.01016123</c:v>
                </c:pt>
                <c:pt idx="878">
                  <c:v>0.01014987</c:v>
                </c:pt>
                <c:pt idx="879">
                  <c:v>0.01010963</c:v>
                </c:pt>
                <c:pt idx="880">
                  <c:v>0.01011516</c:v>
                </c:pt>
                <c:pt idx="881">
                  <c:v>0.01014214</c:v>
                </c:pt>
                <c:pt idx="882">
                  <c:v>0.01013746</c:v>
                </c:pt>
                <c:pt idx="883">
                  <c:v>0.01012172</c:v>
                </c:pt>
                <c:pt idx="884">
                  <c:v>0.01012584</c:v>
                </c:pt>
                <c:pt idx="885">
                  <c:v>0.01006183</c:v>
                </c:pt>
                <c:pt idx="886">
                  <c:v>0.01014609</c:v>
                </c:pt>
                <c:pt idx="887">
                  <c:v>0.01013879</c:v>
                </c:pt>
                <c:pt idx="888">
                  <c:v>0.01009779</c:v>
                </c:pt>
                <c:pt idx="889">
                  <c:v>0.01001858</c:v>
                </c:pt>
                <c:pt idx="890">
                  <c:v>0.01009191</c:v>
                </c:pt>
                <c:pt idx="891">
                  <c:v>0.01012721</c:v>
                </c:pt>
                <c:pt idx="892">
                  <c:v>0.01008245</c:v>
                </c:pt>
                <c:pt idx="893">
                  <c:v>0.01005973</c:v>
                </c:pt>
                <c:pt idx="894">
                  <c:v>0.01008813</c:v>
                </c:pt>
                <c:pt idx="895">
                  <c:v>0.01013347</c:v>
                </c:pt>
                <c:pt idx="896">
                  <c:v>0.01013227</c:v>
                </c:pt>
                <c:pt idx="897">
                  <c:v>0.01002815</c:v>
                </c:pt>
                <c:pt idx="898">
                  <c:v>0.01011249</c:v>
                </c:pt>
                <c:pt idx="899">
                  <c:v>0.01010462</c:v>
                </c:pt>
                <c:pt idx="900">
                  <c:v>0.0100867</c:v>
                </c:pt>
                <c:pt idx="901">
                  <c:v>0.01016869</c:v>
                </c:pt>
                <c:pt idx="902">
                  <c:v>0.01014542</c:v>
                </c:pt>
                <c:pt idx="903">
                  <c:v>0.01014193</c:v>
                </c:pt>
                <c:pt idx="904">
                  <c:v>0.01012512</c:v>
                </c:pt>
                <c:pt idx="905">
                  <c:v>0.01011544</c:v>
                </c:pt>
                <c:pt idx="906">
                  <c:v>0.01004155</c:v>
                </c:pt>
                <c:pt idx="907">
                  <c:v>0.01014191</c:v>
                </c:pt>
                <c:pt idx="908">
                  <c:v>0.01006181</c:v>
                </c:pt>
                <c:pt idx="909">
                  <c:v>0.01009567</c:v>
                </c:pt>
                <c:pt idx="910">
                  <c:v>0.01011445</c:v>
                </c:pt>
                <c:pt idx="911">
                  <c:v>0.01007511</c:v>
                </c:pt>
                <c:pt idx="912">
                  <c:v>0.01010209</c:v>
                </c:pt>
                <c:pt idx="913">
                  <c:v>0.01009527</c:v>
                </c:pt>
                <c:pt idx="914">
                  <c:v>0.01004354</c:v>
                </c:pt>
                <c:pt idx="915">
                  <c:v>0.01016011</c:v>
                </c:pt>
                <c:pt idx="916">
                  <c:v>0.01006668</c:v>
                </c:pt>
                <c:pt idx="917">
                  <c:v>0.01013783</c:v>
                </c:pt>
                <c:pt idx="918">
                  <c:v>0.01018606</c:v>
                </c:pt>
                <c:pt idx="919">
                  <c:v>0.0101516</c:v>
                </c:pt>
                <c:pt idx="920">
                  <c:v>0.01006677</c:v>
                </c:pt>
                <c:pt idx="921">
                  <c:v>0.01008648</c:v>
                </c:pt>
                <c:pt idx="922">
                  <c:v>0.01009151</c:v>
                </c:pt>
                <c:pt idx="923">
                  <c:v>0.01011706</c:v>
                </c:pt>
                <c:pt idx="924">
                  <c:v>0.01015833</c:v>
                </c:pt>
                <c:pt idx="925">
                  <c:v>0.01013</c:v>
                </c:pt>
                <c:pt idx="926">
                  <c:v>0.01010566</c:v>
                </c:pt>
                <c:pt idx="927">
                  <c:v>0.01010483</c:v>
                </c:pt>
                <c:pt idx="928">
                  <c:v>0.01012877</c:v>
                </c:pt>
                <c:pt idx="929">
                  <c:v>0.01008284</c:v>
                </c:pt>
                <c:pt idx="930">
                  <c:v>0.01006534</c:v>
                </c:pt>
                <c:pt idx="931">
                  <c:v>0.01007851</c:v>
                </c:pt>
                <c:pt idx="932">
                  <c:v>0.01008525</c:v>
                </c:pt>
                <c:pt idx="933">
                  <c:v>0.01015066</c:v>
                </c:pt>
                <c:pt idx="934">
                  <c:v>0.01011262</c:v>
                </c:pt>
                <c:pt idx="935">
                  <c:v>0.01007363</c:v>
                </c:pt>
                <c:pt idx="936">
                  <c:v>0.01010233</c:v>
                </c:pt>
                <c:pt idx="937">
                  <c:v>0.01008303</c:v>
                </c:pt>
                <c:pt idx="938">
                  <c:v>0.01011734</c:v>
                </c:pt>
                <c:pt idx="939">
                  <c:v>0.01013084</c:v>
                </c:pt>
                <c:pt idx="940">
                  <c:v>0.01010364</c:v>
                </c:pt>
                <c:pt idx="941">
                  <c:v>0.01010013</c:v>
                </c:pt>
                <c:pt idx="942">
                  <c:v>0.01013592</c:v>
                </c:pt>
                <c:pt idx="943">
                  <c:v>0.01007612</c:v>
                </c:pt>
                <c:pt idx="944">
                  <c:v>0.01012963</c:v>
                </c:pt>
                <c:pt idx="945">
                  <c:v>0.01009885</c:v>
                </c:pt>
                <c:pt idx="946">
                  <c:v>0.01007299</c:v>
                </c:pt>
                <c:pt idx="947">
                  <c:v>0.01012107</c:v>
                </c:pt>
                <c:pt idx="948">
                  <c:v>0.0101984</c:v>
                </c:pt>
                <c:pt idx="949">
                  <c:v>0.01013006</c:v>
                </c:pt>
                <c:pt idx="950">
                  <c:v>0.01002971</c:v>
                </c:pt>
                <c:pt idx="951">
                  <c:v>0.01008811</c:v>
                </c:pt>
                <c:pt idx="952">
                  <c:v>0.01005254</c:v>
                </c:pt>
                <c:pt idx="953">
                  <c:v>0.0101585</c:v>
                </c:pt>
                <c:pt idx="954">
                  <c:v>0.01017448</c:v>
                </c:pt>
                <c:pt idx="955">
                  <c:v>0.01013453</c:v>
                </c:pt>
                <c:pt idx="956">
                  <c:v>0.01010591</c:v>
                </c:pt>
                <c:pt idx="957">
                  <c:v>0.0100793</c:v>
                </c:pt>
                <c:pt idx="958">
                  <c:v>0.01006398</c:v>
                </c:pt>
                <c:pt idx="959">
                  <c:v>0.01011973</c:v>
                </c:pt>
                <c:pt idx="960">
                  <c:v>0.01011166</c:v>
                </c:pt>
                <c:pt idx="961">
                  <c:v>0.01015615</c:v>
                </c:pt>
                <c:pt idx="962">
                  <c:v>0.01013435</c:v>
                </c:pt>
                <c:pt idx="963">
                  <c:v>0.01013941</c:v>
                </c:pt>
                <c:pt idx="964">
                  <c:v>0.01009507</c:v>
                </c:pt>
                <c:pt idx="965">
                  <c:v>0.01013533</c:v>
                </c:pt>
                <c:pt idx="966">
                  <c:v>0.01009268</c:v>
                </c:pt>
                <c:pt idx="967">
                  <c:v>0.01010046</c:v>
                </c:pt>
                <c:pt idx="968">
                  <c:v>0.01009615</c:v>
                </c:pt>
                <c:pt idx="969">
                  <c:v>0.01007126</c:v>
                </c:pt>
                <c:pt idx="970">
                  <c:v>0.01007563</c:v>
                </c:pt>
                <c:pt idx="971">
                  <c:v>0.01012716</c:v>
                </c:pt>
                <c:pt idx="972">
                  <c:v>0.01013471</c:v>
                </c:pt>
                <c:pt idx="973">
                  <c:v>0.01010808</c:v>
                </c:pt>
                <c:pt idx="974">
                  <c:v>0.01012623</c:v>
                </c:pt>
                <c:pt idx="975">
                  <c:v>0.0101002</c:v>
                </c:pt>
                <c:pt idx="976">
                  <c:v>0.01007733</c:v>
                </c:pt>
                <c:pt idx="977">
                  <c:v>0.01008911</c:v>
                </c:pt>
                <c:pt idx="978">
                  <c:v>0.0101605</c:v>
                </c:pt>
                <c:pt idx="979">
                  <c:v>0.01009967</c:v>
                </c:pt>
                <c:pt idx="980">
                  <c:v>0.01008025</c:v>
                </c:pt>
                <c:pt idx="981">
                  <c:v>0.01003352</c:v>
                </c:pt>
                <c:pt idx="982">
                  <c:v>0.01008274</c:v>
                </c:pt>
                <c:pt idx="983">
                  <c:v>0.01004507</c:v>
                </c:pt>
                <c:pt idx="984">
                  <c:v>0.01005832</c:v>
                </c:pt>
                <c:pt idx="985">
                  <c:v>0.01008435</c:v>
                </c:pt>
                <c:pt idx="986">
                  <c:v>0.01009242</c:v>
                </c:pt>
                <c:pt idx="987">
                  <c:v>0.01006312</c:v>
                </c:pt>
                <c:pt idx="988">
                  <c:v>0.01007896</c:v>
                </c:pt>
                <c:pt idx="989">
                  <c:v>0.01010984</c:v>
                </c:pt>
                <c:pt idx="990">
                  <c:v>0.01007764</c:v>
                </c:pt>
                <c:pt idx="991">
                  <c:v>0.01000731</c:v>
                </c:pt>
                <c:pt idx="992">
                  <c:v>0.01004729</c:v>
                </c:pt>
                <c:pt idx="993">
                  <c:v>0.01001492</c:v>
                </c:pt>
                <c:pt idx="994">
                  <c:v>0.01010332</c:v>
                </c:pt>
                <c:pt idx="995">
                  <c:v>0.01002453</c:v>
                </c:pt>
                <c:pt idx="996">
                  <c:v>0.01006047</c:v>
                </c:pt>
                <c:pt idx="997">
                  <c:v>0.01008787</c:v>
                </c:pt>
                <c:pt idx="998">
                  <c:v>0.01008559</c:v>
                </c:pt>
                <c:pt idx="999">
                  <c:v>0.01000456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in val="0"/>
        </c:scaling>
        <c:delete val="0"/>
        <c:axPos val="l"/>
        <c:majorGridlines>
          <c:spPr>
            <a:ln xmlns:a="http://schemas.openxmlformats.org/drawingml/2006/main" w="9525">
              <a:solidFill>
                <a:srgbClr val="D8DFE7"/>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10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Host updates (thousands)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25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
        <c:ser>
          <c:idx val="0"/>
          <c:order val="0"/>
          <c:tx>
            <c:v>TD3+BC</c:v>
          </c:tx>
          <c:spPr>
            <a:ln xmlns:a="http://schemas.openxmlformats.org/drawingml/2006/main" w="15240">
              <a:solidFill>
                <a:srgbClr val="20365C"/>
              </a:solidFill>
            </a:ln>
          </c:spPr>
          <c:marker>
            <c:symbol val="none"/>
          </c:marker>
          <c:xVal>
            <c:numRef>
              <c:f>'Chart Data'!$A$2:$A$1001</c:f>
              <c:numCache>
                <c:formatCode>General</c:formatCode>
                <c:ptCount val="10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numCache>
            </c:numRef>
          </c:xVal>
          <c:yVal>
            <c:numRef>
              <c:f>'Chart Data'!$B$2:$B$1001</c:f>
              <c:numCache>
                <c:formatCode>General</c:formatCode>
                <c:ptCount val="1000"/>
                <c:pt idx="0">
                  <c:v>1</c:v>
                </c:pt>
                <c:pt idx="1">
                  <c:v>1</c:v>
                </c:pt>
                <c:pt idx="2">
                  <c:v>1</c:v>
                </c:pt>
                <c:pt idx="3">
                  <c:v>1</c:v>
                </c:pt>
                <c:pt idx="4">
                  <c:v>1</c:v>
                </c:pt>
                <c:pt idx="5">
                  <c:v>1</c:v>
                </c:pt>
                <c:pt idx="6">
                  <c:v>1</c:v>
                </c:pt>
                <c:pt idx="7">
                  <c:v>1</c:v>
                </c:pt>
                <c:pt idx="8">
                  <c:v>1</c:v>
                </c:pt>
                <c:pt idx="9">
                  <c:v>1</c:v>
                </c:pt>
                <c:pt idx="10">
                  <c:v>1.2653924</c:v>
                </c:pt>
                <c:pt idx="11">
                  <c:v>1.26527908</c:v>
                </c:pt>
                <c:pt idx="12">
                  <c:v>1.2652867</c:v>
                </c:pt>
                <c:pt idx="13">
                  <c:v>1.26526536</c:v>
                </c:pt>
                <c:pt idx="14">
                  <c:v>1.2654066</c:v>
                </c:pt>
                <c:pt idx="15">
                  <c:v>1.27317431</c:v>
                </c:pt>
                <c:pt idx="16">
                  <c:v>1.27323477</c:v>
                </c:pt>
                <c:pt idx="17">
                  <c:v>1.27311574</c:v>
                </c:pt>
                <c:pt idx="18">
                  <c:v>1.27320254</c:v>
                </c:pt>
                <c:pt idx="19">
                  <c:v>1.27307186</c:v>
                </c:pt>
                <c:pt idx="20">
                  <c:v>1.27591639</c:v>
                </c:pt>
                <c:pt idx="21">
                  <c:v>1.27580014</c:v>
                </c:pt>
                <c:pt idx="22">
                  <c:v>1.2757404</c:v>
                </c:pt>
                <c:pt idx="23">
                  <c:v>1.27587365</c:v>
                </c:pt>
                <c:pt idx="24">
                  <c:v>1.27590203</c:v>
                </c:pt>
                <c:pt idx="25">
                  <c:v>1.28350323</c:v>
                </c:pt>
                <c:pt idx="26">
                  <c:v>1.28354556</c:v>
                </c:pt>
                <c:pt idx="27">
                  <c:v>1.28341994</c:v>
                </c:pt>
                <c:pt idx="28">
                  <c:v>1.28355009</c:v>
                </c:pt>
                <c:pt idx="29">
                  <c:v>1.28348601</c:v>
                </c:pt>
                <c:pt idx="30">
                  <c:v>1.2661165</c:v>
                </c:pt>
                <c:pt idx="31">
                  <c:v>1.26592844</c:v>
                </c:pt>
                <c:pt idx="32">
                  <c:v>1.26591224</c:v>
                </c:pt>
                <c:pt idx="33">
                  <c:v>1.26590198</c:v>
                </c:pt>
                <c:pt idx="34">
                  <c:v>1.26588385</c:v>
                </c:pt>
                <c:pt idx="35">
                  <c:v>1.27804909</c:v>
                </c:pt>
                <c:pt idx="36">
                  <c:v>1.27788865</c:v>
                </c:pt>
                <c:pt idx="37">
                  <c:v>1.27785303</c:v>
                </c:pt>
                <c:pt idx="38">
                  <c:v>1.27790672</c:v>
                </c:pt>
                <c:pt idx="39">
                  <c:v>1.27782744</c:v>
                </c:pt>
                <c:pt idx="40">
                  <c:v>1.28628995</c:v>
                </c:pt>
                <c:pt idx="41">
                  <c:v>1.2864202</c:v>
                </c:pt>
                <c:pt idx="42">
                  <c:v>1.2864722</c:v>
                </c:pt>
                <c:pt idx="43">
                  <c:v>1.28663272</c:v>
                </c:pt>
                <c:pt idx="44">
                  <c:v>1.28665469</c:v>
                </c:pt>
                <c:pt idx="45">
                  <c:v>1.27508958</c:v>
                </c:pt>
                <c:pt idx="46">
                  <c:v>1.27478952</c:v>
                </c:pt>
                <c:pt idx="47">
                  <c:v>1.27497369</c:v>
                </c:pt>
                <c:pt idx="48">
                  <c:v>1.27507846</c:v>
                </c:pt>
                <c:pt idx="49">
                  <c:v>1.274961</c:v>
                </c:pt>
                <c:pt idx="50">
                  <c:v>1.30579903</c:v>
                </c:pt>
                <c:pt idx="51">
                  <c:v>1.30581308</c:v>
                </c:pt>
                <c:pt idx="52">
                  <c:v>1.30595589</c:v>
                </c:pt>
                <c:pt idx="53">
                  <c:v>1.30580407</c:v>
                </c:pt>
                <c:pt idx="54">
                  <c:v>1.30585371</c:v>
                </c:pt>
                <c:pt idx="55">
                  <c:v>1.28569626</c:v>
                </c:pt>
                <c:pt idx="56">
                  <c:v>1.28581486</c:v>
                </c:pt>
                <c:pt idx="57">
                  <c:v>1.28592525</c:v>
                </c:pt>
                <c:pt idx="58">
                  <c:v>1.28589998</c:v>
                </c:pt>
                <c:pt idx="59">
                  <c:v>1.28575136</c:v>
                </c:pt>
                <c:pt idx="60">
                  <c:v>1.28265306</c:v>
                </c:pt>
                <c:pt idx="61">
                  <c:v>1.28257572</c:v>
                </c:pt>
                <c:pt idx="62">
                  <c:v>1.28246903</c:v>
                </c:pt>
                <c:pt idx="63">
                  <c:v>1.28254623</c:v>
                </c:pt>
                <c:pt idx="64">
                  <c:v>1.28264596</c:v>
                </c:pt>
                <c:pt idx="65">
                  <c:v>1.29795488</c:v>
                </c:pt>
                <c:pt idx="66">
                  <c:v>1.29799419</c:v>
                </c:pt>
                <c:pt idx="67">
                  <c:v>1.29798576</c:v>
                </c:pt>
                <c:pt idx="68">
                  <c:v>1.29806135</c:v>
                </c:pt>
                <c:pt idx="69">
                  <c:v>1.2981078</c:v>
                </c:pt>
                <c:pt idx="70">
                  <c:v>1.29775111</c:v>
                </c:pt>
                <c:pt idx="71">
                  <c:v>1.29771143</c:v>
                </c:pt>
                <c:pt idx="72">
                  <c:v>1.29782214</c:v>
                </c:pt>
                <c:pt idx="73">
                  <c:v>1.29771691</c:v>
                </c:pt>
                <c:pt idx="74">
                  <c:v>1.29778947</c:v>
                </c:pt>
                <c:pt idx="75">
                  <c:v>1.29266474</c:v>
                </c:pt>
                <c:pt idx="76">
                  <c:v>1.29260284</c:v>
                </c:pt>
                <c:pt idx="77">
                  <c:v>1.29263942</c:v>
                </c:pt>
                <c:pt idx="78">
                  <c:v>1.2926062</c:v>
                </c:pt>
                <c:pt idx="79">
                  <c:v>1.29264995</c:v>
                </c:pt>
                <c:pt idx="80">
                  <c:v>1.30575796</c:v>
                </c:pt>
                <c:pt idx="81">
                  <c:v>1.30580036</c:v>
                </c:pt>
                <c:pt idx="82">
                  <c:v>1.30592339</c:v>
                </c:pt>
                <c:pt idx="83">
                  <c:v>1.30578294</c:v>
                </c:pt>
                <c:pt idx="84">
                  <c:v>1.30573816</c:v>
                </c:pt>
                <c:pt idx="85">
                  <c:v>1.29874722</c:v>
                </c:pt>
                <c:pt idx="86">
                  <c:v>1.29883912</c:v>
                </c:pt>
                <c:pt idx="87">
                  <c:v>1.29874443</c:v>
                </c:pt>
                <c:pt idx="88">
                  <c:v>1.29878782</c:v>
                </c:pt>
                <c:pt idx="89">
                  <c:v>1.29881619</c:v>
                </c:pt>
                <c:pt idx="90">
                  <c:v>1.30035396</c:v>
                </c:pt>
                <c:pt idx="91">
                  <c:v>1.30040189</c:v>
                </c:pt>
                <c:pt idx="92">
                  <c:v>1.30027928</c:v>
                </c:pt>
                <c:pt idx="93">
                  <c:v>1.30033369</c:v>
                </c:pt>
                <c:pt idx="94">
                  <c:v>1.30034633</c:v>
                </c:pt>
                <c:pt idx="95">
                  <c:v>1.31076963</c:v>
                </c:pt>
                <c:pt idx="96">
                  <c:v>1.31088429</c:v>
                </c:pt>
                <c:pt idx="97">
                  <c:v>1.31092426</c:v>
                </c:pt>
                <c:pt idx="98">
                  <c:v>1.31101832</c:v>
                </c:pt>
                <c:pt idx="99">
                  <c:v>1.31086292</c:v>
                </c:pt>
                <c:pt idx="100">
                  <c:v>1.29383876</c:v>
                </c:pt>
                <c:pt idx="101">
                  <c:v>1.29378114</c:v>
                </c:pt>
                <c:pt idx="102">
                  <c:v>1.29393756</c:v>
                </c:pt>
                <c:pt idx="103">
                  <c:v>1.29399837</c:v>
                </c:pt>
                <c:pt idx="104">
                  <c:v>1.29384421</c:v>
                </c:pt>
                <c:pt idx="105">
                  <c:v>1.30337043</c:v>
                </c:pt>
                <c:pt idx="106">
                  <c:v>1.30339059</c:v>
                </c:pt>
                <c:pt idx="107">
                  <c:v>1.30334449</c:v>
                </c:pt>
                <c:pt idx="108">
                  <c:v>1.30339477</c:v>
                </c:pt>
                <c:pt idx="109">
                  <c:v>1.30336917</c:v>
                </c:pt>
                <c:pt idx="110">
                  <c:v>1.29567912</c:v>
                </c:pt>
                <c:pt idx="111">
                  <c:v>1.2955882</c:v>
                </c:pt>
                <c:pt idx="112">
                  <c:v>1.29576242</c:v>
                </c:pt>
                <c:pt idx="113">
                  <c:v>1.29586</c:v>
                </c:pt>
                <c:pt idx="114">
                  <c:v>1.29578761</c:v>
                </c:pt>
                <c:pt idx="115">
                  <c:v>1.30507807</c:v>
                </c:pt>
                <c:pt idx="116">
                  <c:v>1.30517738</c:v>
                </c:pt>
                <c:pt idx="117">
                  <c:v>1.30515384</c:v>
                </c:pt>
                <c:pt idx="118">
                  <c:v>1.30511177</c:v>
                </c:pt>
                <c:pt idx="119">
                  <c:v>1.30513943</c:v>
                </c:pt>
                <c:pt idx="120">
                  <c:v>1.28796262</c:v>
                </c:pt>
                <c:pt idx="121">
                  <c:v>1.28777365</c:v>
                </c:pt>
                <c:pt idx="122">
                  <c:v>1.28776878</c:v>
                </c:pt>
                <c:pt idx="123">
                  <c:v>1.28776423</c:v>
                </c:pt>
                <c:pt idx="124">
                  <c:v>1.28788718</c:v>
                </c:pt>
                <c:pt idx="125">
                  <c:v>1.29754559</c:v>
                </c:pt>
                <c:pt idx="126">
                  <c:v>1.29748818</c:v>
                </c:pt>
                <c:pt idx="127">
                  <c:v>1.29760591</c:v>
                </c:pt>
                <c:pt idx="128">
                  <c:v>1.29757622</c:v>
                </c:pt>
                <c:pt idx="129">
                  <c:v>1.29757906</c:v>
                </c:pt>
                <c:pt idx="130">
                  <c:v>1.29509121</c:v>
                </c:pt>
                <c:pt idx="131">
                  <c:v>1.29516813</c:v>
                </c:pt>
                <c:pt idx="132">
                  <c:v>1.29481373</c:v>
                </c:pt>
                <c:pt idx="133">
                  <c:v>1.2950337</c:v>
                </c:pt>
                <c:pt idx="134">
                  <c:v>1.29497497</c:v>
                </c:pt>
                <c:pt idx="135">
                  <c:v>1.30103367</c:v>
                </c:pt>
                <c:pt idx="136">
                  <c:v>1.30091944</c:v>
                </c:pt>
                <c:pt idx="137">
                  <c:v>1.30099967</c:v>
                </c:pt>
                <c:pt idx="138">
                  <c:v>1.30109575</c:v>
                </c:pt>
                <c:pt idx="139">
                  <c:v>1.30088772</c:v>
                </c:pt>
                <c:pt idx="140">
                  <c:v>1.29477547</c:v>
                </c:pt>
                <c:pt idx="141">
                  <c:v>1.29474943</c:v>
                </c:pt>
                <c:pt idx="142">
                  <c:v>1.29456862</c:v>
                </c:pt>
                <c:pt idx="143">
                  <c:v>1.29478621</c:v>
                </c:pt>
                <c:pt idx="144">
                  <c:v>1.29466171</c:v>
                </c:pt>
                <c:pt idx="145">
                  <c:v>1.30411313</c:v>
                </c:pt>
                <c:pt idx="146">
                  <c:v>1.30421659</c:v>
                </c:pt>
                <c:pt idx="147">
                  <c:v>1.30421032</c:v>
                </c:pt>
                <c:pt idx="148">
                  <c:v>1.30418134</c:v>
                </c:pt>
                <c:pt idx="149">
                  <c:v>1.30420377</c:v>
                </c:pt>
                <c:pt idx="150">
                  <c:v>1.29792678</c:v>
                </c:pt>
                <c:pt idx="151">
                  <c:v>1.29789082</c:v>
                </c:pt>
                <c:pt idx="152">
                  <c:v>1.29807114</c:v>
                </c:pt>
                <c:pt idx="153">
                  <c:v>1.29795133</c:v>
                </c:pt>
                <c:pt idx="154">
                  <c:v>1.2977736</c:v>
                </c:pt>
                <c:pt idx="155">
                  <c:v>1.29503092</c:v>
                </c:pt>
                <c:pt idx="156">
                  <c:v>1.29497168</c:v>
                </c:pt>
                <c:pt idx="157">
                  <c:v>1.29478086</c:v>
                </c:pt>
                <c:pt idx="158">
                  <c:v>1.29500058</c:v>
                </c:pt>
                <c:pt idx="159">
                  <c:v>1.29482658</c:v>
                </c:pt>
                <c:pt idx="160">
                  <c:v>1.29752863</c:v>
                </c:pt>
                <c:pt idx="161">
                  <c:v>1.29742932</c:v>
                </c:pt>
                <c:pt idx="162">
                  <c:v>1.29742549</c:v>
                </c:pt>
                <c:pt idx="163">
                  <c:v>1.29740546</c:v>
                </c:pt>
                <c:pt idx="164">
                  <c:v>1.29770321</c:v>
                </c:pt>
                <c:pt idx="165">
                  <c:v>1.28930426</c:v>
                </c:pt>
                <c:pt idx="166">
                  <c:v>1.28931654</c:v>
                </c:pt>
                <c:pt idx="167">
                  <c:v>1.28935652</c:v>
                </c:pt>
                <c:pt idx="168">
                  <c:v>1.28904251</c:v>
                </c:pt>
                <c:pt idx="169">
                  <c:v>1.28932033</c:v>
                </c:pt>
                <c:pt idx="170">
                  <c:v>1.29653553</c:v>
                </c:pt>
                <c:pt idx="171">
                  <c:v>1.29653606</c:v>
                </c:pt>
                <c:pt idx="172">
                  <c:v>1.29661051</c:v>
                </c:pt>
                <c:pt idx="173">
                  <c:v>1.29659456</c:v>
                </c:pt>
                <c:pt idx="174">
                  <c:v>1.29653644</c:v>
                </c:pt>
                <c:pt idx="175">
                  <c:v>1.30270471</c:v>
                </c:pt>
                <c:pt idx="176">
                  <c:v>1.30282586</c:v>
                </c:pt>
                <c:pt idx="177">
                  <c:v>1.30287807</c:v>
                </c:pt>
                <c:pt idx="178">
                  <c:v>1.30274448</c:v>
                </c:pt>
                <c:pt idx="179">
                  <c:v>1.30271951</c:v>
                </c:pt>
                <c:pt idx="180">
                  <c:v>1.30100679</c:v>
                </c:pt>
                <c:pt idx="181">
                  <c:v>1.30102095</c:v>
                </c:pt>
                <c:pt idx="182">
                  <c:v>1.30095013</c:v>
                </c:pt>
                <c:pt idx="183">
                  <c:v>1.30114534</c:v>
                </c:pt>
                <c:pt idx="184">
                  <c:v>1.30106221</c:v>
                </c:pt>
                <c:pt idx="185">
                  <c:v>1.29857669</c:v>
                </c:pt>
                <c:pt idx="186">
                  <c:v>1.29854029</c:v>
                </c:pt>
                <c:pt idx="187">
                  <c:v>1.29858662</c:v>
                </c:pt>
                <c:pt idx="188">
                  <c:v>1.29859486</c:v>
                </c:pt>
                <c:pt idx="189">
                  <c:v>1.29861367</c:v>
                </c:pt>
                <c:pt idx="190">
                  <c:v>1.29535989</c:v>
                </c:pt>
                <c:pt idx="191">
                  <c:v>1.29544971</c:v>
                </c:pt>
                <c:pt idx="192">
                  <c:v>1.29542025</c:v>
                </c:pt>
                <c:pt idx="193">
                  <c:v>1.29542471</c:v>
                </c:pt>
                <c:pt idx="194">
                  <c:v>1.29543547</c:v>
                </c:pt>
                <c:pt idx="195">
                  <c:v>1.29004617</c:v>
                </c:pt>
                <c:pt idx="196">
                  <c:v>1.29010134</c:v>
                </c:pt>
                <c:pt idx="197">
                  <c:v>1.29009167</c:v>
                </c:pt>
                <c:pt idx="198">
                  <c:v>1.29020973</c:v>
                </c:pt>
                <c:pt idx="199">
                  <c:v>1.29006023</c:v>
                </c:pt>
                <c:pt idx="200">
                  <c:v>1.30506435</c:v>
                </c:pt>
                <c:pt idx="201">
                  <c:v>1.30506766</c:v>
                </c:pt>
                <c:pt idx="202">
                  <c:v>1.30516596</c:v>
                </c:pt>
                <c:pt idx="203">
                  <c:v>1.30503559</c:v>
                </c:pt>
                <c:pt idx="204">
                  <c:v>1.30513593</c:v>
                </c:pt>
                <c:pt idx="205">
                  <c:v>1.30835445</c:v>
                </c:pt>
                <c:pt idx="206">
                  <c:v>1.30838311</c:v>
                </c:pt>
                <c:pt idx="207">
                  <c:v>1.30850566</c:v>
                </c:pt>
                <c:pt idx="208">
                  <c:v>1.30857803</c:v>
                </c:pt>
                <c:pt idx="209">
                  <c:v>1.30850991</c:v>
                </c:pt>
                <c:pt idx="210">
                  <c:v>1.30506161</c:v>
                </c:pt>
                <c:pt idx="211">
                  <c:v>1.30537554</c:v>
                </c:pt>
                <c:pt idx="212">
                  <c:v>1.30518275</c:v>
                </c:pt>
                <c:pt idx="213">
                  <c:v>1.30510574</c:v>
                </c:pt>
                <c:pt idx="214">
                  <c:v>1.30518522</c:v>
                </c:pt>
                <c:pt idx="215">
                  <c:v>1.30512647</c:v>
                </c:pt>
                <c:pt idx="216">
                  <c:v>1.30502263</c:v>
                </c:pt>
                <c:pt idx="217">
                  <c:v>1.30505265</c:v>
                </c:pt>
                <c:pt idx="218">
                  <c:v>1.30509486</c:v>
                </c:pt>
                <c:pt idx="219">
                  <c:v>1.3051312</c:v>
                </c:pt>
                <c:pt idx="220">
                  <c:v>1.30473129</c:v>
                </c:pt>
                <c:pt idx="221">
                  <c:v>1.30480008</c:v>
                </c:pt>
                <c:pt idx="222">
                  <c:v>1.30467819</c:v>
                </c:pt>
                <c:pt idx="223">
                  <c:v>1.30459734</c:v>
                </c:pt>
                <c:pt idx="224">
                  <c:v>1.30470614</c:v>
                </c:pt>
                <c:pt idx="225">
                  <c:v>1.31002073</c:v>
                </c:pt>
                <c:pt idx="226">
                  <c:v>1.31005145</c:v>
                </c:pt>
                <c:pt idx="227">
                  <c:v>1.31004121</c:v>
                </c:pt>
                <c:pt idx="228">
                  <c:v>1.3102196</c:v>
                </c:pt>
                <c:pt idx="229">
                  <c:v>1.31028648</c:v>
                </c:pt>
                <c:pt idx="230">
                  <c:v>1.30247144</c:v>
                </c:pt>
                <c:pt idx="231">
                  <c:v>1.30258245</c:v>
                </c:pt>
                <c:pt idx="232">
                  <c:v>1.30259041</c:v>
                </c:pt>
                <c:pt idx="233">
                  <c:v>1.30264781</c:v>
                </c:pt>
                <c:pt idx="234">
                  <c:v>1.30277746</c:v>
                </c:pt>
                <c:pt idx="235">
                  <c:v>1.31258794</c:v>
                </c:pt>
                <c:pt idx="236">
                  <c:v>1.31246495</c:v>
                </c:pt>
                <c:pt idx="237">
                  <c:v>1.31259359</c:v>
                </c:pt>
                <c:pt idx="238">
                  <c:v>1.31243608</c:v>
                </c:pt>
                <c:pt idx="239">
                  <c:v>1.31257671</c:v>
                </c:pt>
                <c:pt idx="240">
                  <c:v>1.30636528</c:v>
                </c:pt>
                <c:pt idx="241">
                  <c:v>1.30630906</c:v>
                </c:pt>
                <c:pt idx="242">
                  <c:v>1.30638496</c:v>
                </c:pt>
                <c:pt idx="243">
                  <c:v>1.30629595</c:v>
                </c:pt>
                <c:pt idx="244">
                  <c:v>1.30641592</c:v>
                </c:pt>
                <c:pt idx="245">
                  <c:v>1.30029319</c:v>
                </c:pt>
                <c:pt idx="246">
                  <c:v>1.3002563</c:v>
                </c:pt>
                <c:pt idx="247">
                  <c:v>1.3002918</c:v>
                </c:pt>
                <c:pt idx="248">
                  <c:v>1.30024145</c:v>
                </c:pt>
                <c:pt idx="249">
                  <c:v>1.30031127</c:v>
                </c:pt>
                <c:pt idx="250">
                  <c:v>1.29922151</c:v>
                </c:pt>
                <c:pt idx="251">
                  <c:v>1.29928006</c:v>
                </c:pt>
                <c:pt idx="252">
                  <c:v>1.29922566</c:v>
                </c:pt>
                <c:pt idx="253">
                  <c:v>1.29934904</c:v>
                </c:pt>
                <c:pt idx="254">
                  <c:v>1.29936099</c:v>
                </c:pt>
                <c:pt idx="255">
                  <c:v>1.29504691</c:v>
                </c:pt>
                <c:pt idx="256">
                  <c:v>1.29499084</c:v>
                </c:pt>
                <c:pt idx="257">
                  <c:v>1.29497729</c:v>
                </c:pt>
                <c:pt idx="258">
                  <c:v>1.29506383</c:v>
                </c:pt>
                <c:pt idx="259">
                  <c:v>1.29495801</c:v>
                </c:pt>
                <c:pt idx="260">
                  <c:v>1.30580777</c:v>
                </c:pt>
                <c:pt idx="261">
                  <c:v>1.30568409</c:v>
                </c:pt>
                <c:pt idx="262">
                  <c:v>1.30587458</c:v>
                </c:pt>
                <c:pt idx="263">
                  <c:v>1.30561265</c:v>
                </c:pt>
                <c:pt idx="264">
                  <c:v>1.30562496</c:v>
                </c:pt>
                <c:pt idx="265">
                  <c:v>1.3010536</c:v>
                </c:pt>
                <c:pt idx="266">
                  <c:v>1.30119775</c:v>
                </c:pt>
                <c:pt idx="267">
                  <c:v>1.30126989</c:v>
                </c:pt>
                <c:pt idx="268">
                  <c:v>1.3011313</c:v>
                </c:pt>
                <c:pt idx="269">
                  <c:v>1.30103273</c:v>
                </c:pt>
                <c:pt idx="270">
                  <c:v>1.30778573</c:v>
                </c:pt>
                <c:pt idx="271">
                  <c:v>1.30776346</c:v>
                </c:pt>
                <c:pt idx="272">
                  <c:v>1.30770046</c:v>
                </c:pt>
                <c:pt idx="273">
                  <c:v>1.30775829</c:v>
                </c:pt>
                <c:pt idx="274">
                  <c:v>1.30773079</c:v>
                </c:pt>
                <c:pt idx="275">
                  <c:v>1.29952795</c:v>
                </c:pt>
                <c:pt idx="276">
                  <c:v>1.29934368</c:v>
                </c:pt>
                <c:pt idx="277">
                  <c:v>1.29938965</c:v>
                </c:pt>
                <c:pt idx="278">
                  <c:v>1.29961178</c:v>
                </c:pt>
                <c:pt idx="279">
                  <c:v>1.29955492</c:v>
                </c:pt>
                <c:pt idx="280">
                  <c:v>1.30846631</c:v>
                </c:pt>
                <c:pt idx="281">
                  <c:v>1.30834898</c:v>
                </c:pt>
                <c:pt idx="282">
                  <c:v>1.30820108</c:v>
                </c:pt>
                <c:pt idx="283">
                  <c:v>1.30831449</c:v>
                </c:pt>
                <c:pt idx="284">
                  <c:v>1.30829362</c:v>
                </c:pt>
                <c:pt idx="285">
                  <c:v>1.30401839</c:v>
                </c:pt>
                <c:pt idx="286">
                  <c:v>1.30402655</c:v>
                </c:pt>
                <c:pt idx="287">
                  <c:v>1.30385265</c:v>
                </c:pt>
                <c:pt idx="288">
                  <c:v>1.30390063</c:v>
                </c:pt>
                <c:pt idx="289">
                  <c:v>1.30401564</c:v>
                </c:pt>
                <c:pt idx="290">
                  <c:v>1.30725065</c:v>
                </c:pt>
                <c:pt idx="291">
                  <c:v>1.30713656</c:v>
                </c:pt>
                <c:pt idx="292">
                  <c:v>1.30705698</c:v>
                </c:pt>
                <c:pt idx="293">
                  <c:v>1.30721908</c:v>
                </c:pt>
                <c:pt idx="294">
                  <c:v>1.30695526</c:v>
                </c:pt>
                <c:pt idx="295">
                  <c:v>1.30911109</c:v>
                </c:pt>
                <c:pt idx="296">
                  <c:v>1.30906358</c:v>
                </c:pt>
                <c:pt idx="297">
                  <c:v>1.30918359</c:v>
                </c:pt>
                <c:pt idx="298">
                  <c:v>1.30910095</c:v>
                </c:pt>
                <c:pt idx="299">
                  <c:v>1.30903433</c:v>
                </c:pt>
                <c:pt idx="300">
                  <c:v>1.29547916</c:v>
                </c:pt>
                <c:pt idx="301">
                  <c:v>1.29551167</c:v>
                </c:pt>
                <c:pt idx="302">
                  <c:v>1.29550295</c:v>
                </c:pt>
                <c:pt idx="303">
                  <c:v>1.29553076</c:v>
                </c:pt>
                <c:pt idx="304">
                  <c:v>1.29560966</c:v>
                </c:pt>
                <c:pt idx="305">
                  <c:v>1.30804198</c:v>
                </c:pt>
                <c:pt idx="306">
                  <c:v>1.30811311</c:v>
                </c:pt>
                <c:pt idx="307">
                  <c:v>1.30798438</c:v>
                </c:pt>
                <c:pt idx="308">
                  <c:v>1.30805218</c:v>
                </c:pt>
                <c:pt idx="309">
                  <c:v>1.30803591</c:v>
                </c:pt>
                <c:pt idx="310">
                  <c:v>1.30858241</c:v>
                </c:pt>
                <c:pt idx="311">
                  <c:v>1.30858458</c:v>
                </c:pt>
                <c:pt idx="312">
                  <c:v>1.30847535</c:v>
                </c:pt>
                <c:pt idx="313">
                  <c:v>1.30851368</c:v>
                </c:pt>
                <c:pt idx="314">
                  <c:v>1.30848215</c:v>
                </c:pt>
                <c:pt idx="315">
                  <c:v>1.30853641</c:v>
                </c:pt>
                <c:pt idx="316">
                  <c:v>1.30854612</c:v>
                </c:pt>
                <c:pt idx="317">
                  <c:v>1.30846131</c:v>
                </c:pt>
                <c:pt idx="318">
                  <c:v>1.30858578</c:v>
                </c:pt>
                <c:pt idx="319">
                  <c:v>1.308189</c:v>
                </c:pt>
                <c:pt idx="320">
                  <c:v>1.31452204</c:v>
                </c:pt>
                <c:pt idx="321">
                  <c:v>1.31431213</c:v>
                </c:pt>
                <c:pt idx="322">
                  <c:v>1.31426304</c:v>
                </c:pt>
                <c:pt idx="323">
                  <c:v>1.31438385</c:v>
                </c:pt>
                <c:pt idx="324">
                  <c:v>1.31437714</c:v>
                </c:pt>
                <c:pt idx="325">
                  <c:v>1.3116107</c:v>
                </c:pt>
                <c:pt idx="326">
                  <c:v>1.31155812</c:v>
                </c:pt>
                <c:pt idx="327">
                  <c:v>1.3114926</c:v>
                </c:pt>
                <c:pt idx="328">
                  <c:v>1.31167695</c:v>
                </c:pt>
                <c:pt idx="329">
                  <c:v>1.3114832</c:v>
                </c:pt>
                <c:pt idx="330">
                  <c:v>1.31655847</c:v>
                </c:pt>
                <c:pt idx="331">
                  <c:v>1.3165086</c:v>
                </c:pt>
                <c:pt idx="332">
                  <c:v>1.31653762</c:v>
                </c:pt>
                <c:pt idx="333">
                  <c:v>1.31662711</c:v>
                </c:pt>
                <c:pt idx="334">
                  <c:v>1.31638575</c:v>
                </c:pt>
                <c:pt idx="335">
                  <c:v>1.31340185</c:v>
                </c:pt>
                <c:pt idx="336">
                  <c:v>1.31345194</c:v>
                </c:pt>
                <c:pt idx="337">
                  <c:v>1.31349525</c:v>
                </c:pt>
                <c:pt idx="338">
                  <c:v>1.31331775</c:v>
                </c:pt>
                <c:pt idx="339">
                  <c:v>1.31345372</c:v>
                </c:pt>
                <c:pt idx="340">
                  <c:v>1.30788734</c:v>
                </c:pt>
                <c:pt idx="341">
                  <c:v>1.30758789</c:v>
                </c:pt>
                <c:pt idx="342">
                  <c:v>1.30772772</c:v>
                </c:pt>
                <c:pt idx="343">
                  <c:v>1.30780322</c:v>
                </c:pt>
                <c:pt idx="344">
                  <c:v>1.30773078</c:v>
                </c:pt>
                <c:pt idx="345">
                  <c:v>1.31910586</c:v>
                </c:pt>
                <c:pt idx="346">
                  <c:v>1.31926886</c:v>
                </c:pt>
                <c:pt idx="347">
                  <c:v>1.31917959</c:v>
                </c:pt>
                <c:pt idx="348">
                  <c:v>1.31917664</c:v>
                </c:pt>
                <c:pt idx="349">
                  <c:v>1.31922713</c:v>
                </c:pt>
                <c:pt idx="350">
                  <c:v>1.30279574</c:v>
                </c:pt>
                <c:pt idx="351">
                  <c:v>1.30299139</c:v>
                </c:pt>
                <c:pt idx="352">
                  <c:v>1.3029439</c:v>
                </c:pt>
                <c:pt idx="353">
                  <c:v>1.30273944</c:v>
                </c:pt>
                <c:pt idx="354">
                  <c:v>1.30277999</c:v>
                </c:pt>
                <c:pt idx="355">
                  <c:v>1.32138333</c:v>
                </c:pt>
                <c:pt idx="356">
                  <c:v>1.3213681</c:v>
                </c:pt>
                <c:pt idx="357">
                  <c:v>1.32131109</c:v>
                </c:pt>
                <c:pt idx="358">
                  <c:v>1.32133398</c:v>
                </c:pt>
                <c:pt idx="359">
                  <c:v>1.32116503</c:v>
                </c:pt>
                <c:pt idx="360">
                  <c:v>1.31662363</c:v>
                </c:pt>
                <c:pt idx="361">
                  <c:v>1.31667495</c:v>
                </c:pt>
                <c:pt idx="362">
                  <c:v>1.31649868</c:v>
                </c:pt>
                <c:pt idx="363">
                  <c:v>1.3166085</c:v>
                </c:pt>
                <c:pt idx="364">
                  <c:v>1.31672273</c:v>
                </c:pt>
                <c:pt idx="365">
                  <c:v>1.3133421</c:v>
                </c:pt>
                <c:pt idx="366">
                  <c:v>1.31330507</c:v>
                </c:pt>
                <c:pt idx="367">
                  <c:v>1.31339184</c:v>
                </c:pt>
                <c:pt idx="368">
                  <c:v>1.31331024</c:v>
                </c:pt>
                <c:pt idx="369">
                  <c:v>1.31333701</c:v>
                </c:pt>
                <c:pt idx="370">
                  <c:v>1.31834956</c:v>
                </c:pt>
                <c:pt idx="371">
                  <c:v>1.31841881</c:v>
                </c:pt>
                <c:pt idx="372">
                  <c:v>1.31826857</c:v>
                </c:pt>
                <c:pt idx="373">
                  <c:v>1.31818509</c:v>
                </c:pt>
                <c:pt idx="374">
                  <c:v>1.3183985</c:v>
                </c:pt>
                <c:pt idx="375">
                  <c:v>1.31302306</c:v>
                </c:pt>
                <c:pt idx="376">
                  <c:v>1.31312245</c:v>
                </c:pt>
                <c:pt idx="377">
                  <c:v>1.31320456</c:v>
                </c:pt>
                <c:pt idx="378">
                  <c:v>1.31315886</c:v>
                </c:pt>
                <c:pt idx="379">
                  <c:v>1.31312654</c:v>
                </c:pt>
                <c:pt idx="380">
                  <c:v>1.31634372</c:v>
                </c:pt>
                <c:pt idx="381">
                  <c:v>1.31631084</c:v>
                </c:pt>
                <c:pt idx="382">
                  <c:v>1.31612022</c:v>
                </c:pt>
                <c:pt idx="383">
                  <c:v>1.31621051</c:v>
                </c:pt>
                <c:pt idx="384">
                  <c:v>1.31620349</c:v>
                </c:pt>
                <c:pt idx="385">
                  <c:v>1.31128801</c:v>
                </c:pt>
                <c:pt idx="386">
                  <c:v>1.31138978</c:v>
                </c:pt>
                <c:pt idx="387">
                  <c:v>1.31126173</c:v>
                </c:pt>
                <c:pt idx="388">
                  <c:v>1.31132584</c:v>
                </c:pt>
                <c:pt idx="389">
                  <c:v>1.31128093</c:v>
                </c:pt>
                <c:pt idx="390">
                  <c:v>1.31603733</c:v>
                </c:pt>
                <c:pt idx="391">
                  <c:v>1.31593817</c:v>
                </c:pt>
                <c:pt idx="392">
                  <c:v>1.31578757</c:v>
                </c:pt>
                <c:pt idx="393">
                  <c:v>1.31602682</c:v>
                </c:pt>
                <c:pt idx="394">
                  <c:v>1.31574963</c:v>
                </c:pt>
                <c:pt idx="395">
                  <c:v>1.32232254</c:v>
                </c:pt>
                <c:pt idx="396">
                  <c:v>1.32211879</c:v>
                </c:pt>
                <c:pt idx="397">
                  <c:v>1.32205493</c:v>
                </c:pt>
                <c:pt idx="398">
                  <c:v>1.32214856</c:v>
                </c:pt>
                <c:pt idx="399">
                  <c:v>1.322065</c:v>
                </c:pt>
                <c:pt idx="400">
                  <c:v>1.30611612</c:v>
                </c:pt>
                <c:pt idx="401">
                  <c:v>1.30612383</c:v>
                </c:pt>
                <c:pt idx="402">
                  <c:v>1.30609996</c:v>
                </c:pt>
                <c:pt idx="403">
                  <c:v>1.30617941</c:v>
                </c:pt>
                <c:pt idx="404">
                  <c:v>1.30603727</c:v>
                </c:pt>
                <c:pt idx="405">
                  <c:v>1.31233542</c:v>
                </c:pt>
                <c:pt idx="406">
                  <c:v>1.31234182</c:v>
                </c:pt>
                <c:pt idx="407">
                  <c:v>1.31243234</c:v>
                </c:pt>
                <c:pt idx="408">
                  <c:v>1.31228375</c:v>
                </c:pt>
                <c:pt idx="409">
                  <c:v>1.31234368</c:v>
                </c:pt>
                <c:pt idx="410">
                  <c:v>1.3111777</c:v>
                </c:pt>
                <c:pt idx="411">
                  <c:v>1.3112171</c:v>
                </c:pt>
                <c:pt idx="412">
                  <c:v>1.31132743</c:v>
                </c:pt>
                <c:pt idx="413">
                  <c:v>1.31114338</c:v>
                </c:pt>
                <c:pt idx="414">
                  <c:v>1.31107595</c:v>
                </c:pt>
                <c:pt idx="415">
                  <c:v>1.31756173</c:v>
                </c:pt>
                <c:pt idx="416">
                  <c:v>1.31743642</c:v>
                </c:pt>
                <c:pt idx="417">
                  <c:v>1.31759918</c:v>
                </c:pt>
                <c:pt idx="418">
                  <c:v>1.31761683</c:v>
                </c:pt>
                <c:pt idx="419">
                  <c:v>1.31761431</c:v>
                </c:pt>
                <c:pt idx="420">
                  <c:v>1.31939198</c:v>
                </c:pt>
                <c:pt idx="421">
                  <c:v>1.31918882</c:v>
                </c:pt>
                <c:pt idx="422">
                  <c:v>1.31908886</c:v>
                </c:pt>
                <c:pt idx="423">
                  <c:v>1.31930305</c:v>
                </c:pt>
                <c:pt idx="424">
                  <c:v>1.31934409</c:v>
                </c:pt>
                <c:pt idx="425">
                  <c:v>1.31663945</c:v>
                </c:pt>
                <c:pt idx="426">
                  <c:v>1.3167336</c:v>
                </c:pt>
                <c:pt idx="427">
                  <c:v>1.31657809</c:v>
                </c:pt>
                <c:pt idx="428">
                  <c:v>1.31674275</c:v>
                </c:pt>
                <c:pt idx="429">
                  <c:v>1.31665988</c:v>
                </c:pt>
                <c:pt idx="430">
                  <c:v>1.30243705</c:v>
                </c:pt>
                <c:pt idx="431">
                  <c:v>1.30246701</c:v>
                </c:pt>
                <c:pt idx="432">
                  <c:v>1.30245959</c:v>
                </c:pt>
                <c:pt idx="433">
                  <c:v>1.30248247</c:v>
                </c:pt>
                <c:pt idx="434">
                  <c:v>1.30254368</c:v>
                </c:pt>
                <c:pt idx="435">
                  <c:v>1.31415642</c:v>
                </c:pt>
                <c:pt idx="436">
                  <c:v>1.31415466</c:v>
                </c:pt>
                <c:pt idx="437">
                  <c:v>1.31405674</c:v>
                </c:pt>
                <c:pt idx="438">
                  <c:v>1.31401947</c:v>
                </c:pt>
                <c:pt idx="439">
                  <c:v>1.31410215</c:v>
                </c:pt>
                <c:pt idx="440">
                  <c:v>1.31531914</c:v>
                </c:pt>
                <c:pt idx="441">
                  <c:v>1.31531974</c:v>
                </c:pt>
                <c:pt idx="442">
                  <c:v>1.31537713</c:v>
                </c:pt>
                <c:pt idx="443">
                  <c:v>1.31535912</c:v>
                </c:pt>
                <c:pt idx="444">
                  <c:v>1.31532307</c:v>
                </c:pt>
                <c:pt idx="445">
                  <c:v>1.31061297</c:v>
                </c:pt>
                <c:pt idx="446">
                  <c:v>1.31044475</c:v>
                </c:pt>
                <c:pt idx="447">
                  <c:v>1.31059894</c:v>
                </c:pt>
                <c:pt idx="448">
                  <c:v>1.3104725</c:v>
                </c:pt>
                <c:pt idx="449">
                  <c:v>1.31058473</c:v>
                </c:pt>
                <c:pt idx="450">
                  <c:v>1.31685887</c:v>
                </c:pt>
                <c:pt idx="451">
                  <c:v>1.31704248</c:v>
                </c:pt>
                <c:pt idx="452">
                  <c:v>1.3170786</c:v>
                </c:pt>
                <c:pt idx="453">
                  <c:v>1.31698828</c:v>
                </c:pt>
                <c:pt idx="454">
                  <c:v>1.31688072</c:v>
                </c:pt>
                <c:pt idx="455">
                  <c:v>1.31425387</c:v>
                </c:pt>
                <c:pt idx="456">
                  <c:v>1.31420396</c:v>
                </c:pt>
                <c:pt idx="457">
                  <c:v>1.31431067</c:v>
                </c:pt>
                <c:pt idx="458">
                  <c:v>1.31425397</c:v>
                </c:pt>
                <c:pt idx="459">
                  <c:v>1.3143004</c:v>
                </c:pt>
                <c:pt idx="460">
                  <c:v>1.31804106</c:v>
                </c:pt>
                <c:pt idx="461">
                  <c:v>1.31805917</c:v>
                </c:pt>
                <c:pt idx="462">
                  <c:v>1.31797006</c:v>
                </c:pt>
                <c:pt idx="463">
                  <c:v>1.31817899</c:v>
                </c:pt>
                <c:pt idx="464">
                  <c:v>1.31811461</c:v>
                </c:pt>
                <c:pt idx="465">
                  <c:v>1.32106164</c:v>
                </c:pt>
                <c:pt idx="466">
                  <c:v>1.32111467</c:v>
                </c:pt>
                <c:pt idx="467">
                  <c:v>1.32103323</c:v>
                </c:pt>
                <c:pt idx="468">
                  <c:v>1.32101746</c:v>
                </c:pt>
                <c:pt idx="469">
                  <c:v>1.32121512</c:v>
                </c:pt>
                <c:pt idx="470">
                  <c:v>1.3112531</c:v>
                </c:pt>
                <c:pt idx="471">
                  <c:v>1.31138166</c:v>
                </c:pt>
                <c:pt idx="472">
                  <c:v>1.3113196</c:v>
                </c:pt>
                <c:pt idx="473">
                  <c:v>1.31128766</c:v>
                </c:pt>
                <c:pt idx="474">
                  <c:v>1.31120596</c:v>
                </c:pt>
                <c:pt idx="475">
                  <c:v>1.30669959</c:v>
                </c:pt>
                <c:pt idx="476">
                  <c:v>1.30678311</c:v>
                </c:pt>
                <c:pt idx="477">
                  <c:v>1.30674903</c:v>
                </c:pt>
                <c:pt idx="478">
                  <c:v>1.30646535</c:v>
                </c:pt>
                <c:pt idx="479">
                  <c:v>1.30689634</c:v>
                </c:pt>
                <c:pt idx="480">
                  <c:v>1.31177324</c:v>
                </c:pt>
                <c:pt idx="481">
                  <c:v>1.31180119</c:v>
                </c:pt>
                <c:pt idx="482">
                  <c:v>1.31182947</c:v>
                </c:pt>
                <c:pt idx="483">
                  <c:v>1.31177639</c:v>
                </c:pt>
                <c:pt idx="484">
                  <c:v>1.3117635</c:v>
                </c:pt>
                <c:pt idx="485">
                  <c:v>1.31371442</c:v>
                </c:pt>
                <c:pt idx="486">
                  <c:v>1.31374915</c:v>
                </c:pt>
                <c:pt idx="487">
                  <c:v>1.31367008</c:v>
                </c:pt>
                <c:pt idx="488">
                  <c:v>1.31367759</c:v>
                </c:pt>
                <c:pt idx="489">
                  <c:v>1.31379069</c:v>
                </c:pt>
                <c:pt idx="490">
                  <c:v>1.31814625</c:v>
                </c:pt>
                <c:pt idx="491">
                  <c:v>1.31814204</c:v>
                </c:pt>
                <c:pt idx="492">
                  <c:v>1.31816959</c:v>
                </c:pt>
                <c:pt idx="493">
                  <c:v>1.31816761</c:v>
                </c:pt>
                <c:pt idx="494">
                  <c:v>1.31814569</c:v>
                </c:pt>
                <c:pt idx="495">
                  <c:v>1.3142517</c:v>
                </c:pt>
                <c:pt idx="496">
                  <c:v>1.31427776</c:v>
                </c:pt>
                <c:pt idx="497">
                  <c:v>1.31420904</c:v>
                </c:pt>
                <c:pt idx="498">
                  <c:v>1.31432464</c:v>
                </c:pt>
                <c:pt idx="499">
                  <c:v>1.31429367</c:v>
                </c:pt>
                <c:pt idx="500">
                  <c:v>1.31400693</c:v>
                </c:pt>
                <c:pt idx="501">
                  <c:v>1.31412928</c:v>
                </c:pt>
                <c:pt idx="502">
                  <c:v>1.31397022</c:v>
                </c:pt>
                <c:pt idx="503">
                  <c:v>1.31402953</c:v>
                </c:pt>
                <c:pt idx="504">
                  <c:v>1.31401043</c:v>
                </c:pt>
                <c:pt idx="505">
                  <c:v>1.321473</c:v>
                </c:pt>
                <c:pt idx="506">
                  <c:v>1.32144692</c:v>
                </c:pt>
                <c:pt idx="507">
                  <c:v>1.3213461</c:v>
                </c:pt>
                <c:pt idx="508">
                  <c:v>1.32146382</c:v>
                </c:pt>
                <c:pt idx="509">
                  <c:v>1.32131921</c:v>
                </c:pt>
                <c:pt idx="510">
                  <c:v>1.31577706</c:v>
                </c:pt>
                <c:pt idx="511">
                  <c:v>1.31578529</c:v>
                </c:pt>
                <c:pt idx="512">
                  <c:v>1.31566665</c:v>
                </c:pt>
                <c:pt idx="513">
                  <c:v>1.31569302</c:v>
                </c:pt>
                <c:pt idx="514">
                  <c:v>1.31576042</c:v>
                </c:pt>
                <c:pt idx="515">
                  <c:v>1.32555218</c:v>
                </c:pt>
                <c:pt idx="516">
                  <c:v>1.32558452</c:v>
                </c:pt>
                <c:pt idx="517">
                  <c:v>1.32544546</c:v>
                </c:pt>
                <c:pt idx="518">
                  <c:v>1.3253832</c:v>
                </c:pt>
                <c:pt idx="519">
                  <c:v>1.32548609</c:v>
                </c:pt>
                <c:pt idx="520">
                  <c:v>1.32152197</c:v>
                </c:pt>
                <c:pt idx="521">
                  <c:v>1.32154199</c:v>
                </c:pt>
                <c:pt idx="522">
                  <c:v>1.32152605</c:v>
                </c:pt>
                <c:pt idx="523">
                  <c:v>1.32142201</c:v>
                </c:pt>
                <c:pt idx="524">
                  <c:v>1.32144684</c:v>
                </c:pt>
                <c:pt idx="525">
                  <c:v>1.3172947</c:v>
                </c:pt>
                <c:pt idx="526">
                  <c:v>1.31714139</c:v>
                </c:pt>
                <c:pt idx="527">
                  <c:v>1.31712104</c:v>
                </c:pt>
                <c:pt idx="528">
                  <c:v>1.31736023</c:v>
                </c:pt>
                <c:pt idx="529">
                  <c:v>1.31711753</c:v>
                </c:pt>
                <c:pt idx="530">
                  <c:v>1.32145496</c:v>
                </c:pt>
                <c:pt idx="531">
                  <c:v>1.32146946</c:v>
                </c:pt>
                <c:pt idx="532">
                  <c:v>1.32139228</c:v>
                </c:pt>
                <c:pt idx="533">
                  <c:v>1.32147177</c:v>
                </c:pt>
                <c:pt idx="534">
                  <c:v>1.32153419</c:v>
                </c:pt>
                <c:pt idx="535">
                  <c:v>1.31351341</c:v>
                </c:pt>
                <c:pt idx="536">
                  <c:v>1.31365923</c:v>
                </c:pt>
                <c:pt idx="537">
                  <c:v>1.31348451</c:v>
                </c:pt>
                <c:pt idx="538">
                  <c:v>1.31362065</c:v>
                </c:pt>
                <c:pt idx="539">
                  <c:v>1.31355138</c:v>
                </c:pt>
                <c:pt idx="540">
                  <c:v>1.32137285</c:v>
                </c:pt>
                <c:pt idx="541">
                  <c:v>1.32147177</c:v>
                </c:pt>
                <c:pt idx="542">
                  <c:v>1.32137358</c:v>
                </c:pt>
                <c:pt idx="543">
                  <c:v>1.32134734</c:v>
                </c:pt>
                <c:pt idx="544">
                  <c:v>1.32142028</c:v>
                </c:pt>
                <c:pt idx="545">
                  <c:v>1.30913553</c:v>
                </c:pt>
                <c:pt idx="546">
                  <c:v>1.30922522</c:v>
                </c:pt>
                <c:pt idx="547">
                  <c:v>1.30927575</c:v>
                </c:pt>
                <c:pt idx="548">
                  <c:v>1.30920353</c:v>
                </c:pt>
                <c:pt idx="549">
                  <c:v>1.30914765</c:v>
                </c:pt>
                <c:pt idx="550">
                  <c:v>1.31791115</c:v>
                </c:pt>
                <c:pt idx="551">
                  <c:v>1.3179</c:v>
                </c:pt>
                <c:pt idx="552">
                  <c:v>1.3180399</c:v>
                </c:pt>
                <c:pt idx="553">
                  <c:v>1.3178699</c:v>
                </c:pt>
                <c:pt idx="554">
                  <c:v>1.31812992</c:v>
                </c:pt>
                <c:pt idx="555">
                  <c:v>1.3147973</c:v>
                </c:pt>
                <c:pt idx="556">
                  <c:v>1.31495854</c:v>
                </c:pt>
                <c:pt idx="557">
                  <c:v>1.3148555</c:v>
                </c:pt>
                <c:pt idx="558">
                  <c:v>1.31482825</c:v>
                </c:pt>
                <c:pt idx="559">
                  <c:v>1.3147125</c:v>
                </c:pt>
                <c:pt idx="560">
                  <c:v>1.32060776</c:v>
                </c:pt>
                <c:pt idx="561">
                  <c:v>1.32049763</c:v>
                </c:pt>
                <c:pt idx="562">
                  <c:v>1.32056564</c:v>
                </c:pt>
                <c:pt idx="563">
                  <c:v>1.32056915</c:v>
                </c:pt>
                <c:pt idx="564">
                  <c:v>1.32061074</c:v>
                </c:pt>
                <c:pt idx="565">
                  <c:v>1.31734579</c:v>
                </c:pt>
                <c:pt idx="566">
                  <c:v>1.31738808</c:v>
                </c:pt>
                <c:pt idx="567">
                  <c:v>1.31727776</c:v>
                </c:pt>
                <c:pt idx="568">
                  <c:v>1.31740733</c:v>
                </c:pt>
                <c:pt idx="569">
                  <c:v>1.31733891</c:v>
                </c:pt>
                <c:pt idx="570">
                  <c:v>1.30967488</c:v>
                </c:pt>
                <c:pt idx="571">
                  <c:v>1.30957577</c:v>
                </c:pt>
                <c:pt idx="572">
                  <c:v>1.30958119</c:v>
                </c:pt>
                <c:pt idx="573">
                  <c:v>1.30954925</c:v>
                </c:pt>
                <c:pt idx="574">
                  <c:v>1.30964807</c:v>
                </c:pt>
                <c:pt idx="575">
                  <c:v>1.32399109</c:v>
                </c:pt>
                <c:pt idx="576">
                  <c:v>1.32392632</c:v>
                </c:pt>
                <c:pt idx="577">
                  <c:v>1.32385183</c:v>
                </c:pt>
                <c:pt idx="578">
                  <c:v>1.32387946</c:v>
                </c:pt>
                <c:pt idx="579">
                  <c:v>1.32397447</c:v>
                </c:pt>
                <c:pt idx="580">
                  <c:v>1.32188186</c:v>
                </c:pt>
                <c:pt idx="581">
                  <c:v>1.32186971</c:v>
                </c:pt>
                <c:pt idx="582">
                  <c:v>1.32182116</c:v>
                </c:pt>
                <c:pt idx="583">
                  <c:v>1.32186603</c:v>
                </c:pt>
                <c:pt idx="584">
                  <c:v>1.32190601</c:v>
                </c:pt>
                <c:pt idx="585">
                  <c:v>1.32094939</c:v>
                </c:pt>
                <c:pt idx="586">
                  <c:v>1.3210594</c:v>
                </c:pt>
                <c:pt idx="587">
                  <c:v>1.32098206</c:v>
                </c:pt>
                <c:pt idx="588">
                  <c:v>1.32105017</c:v>
                </c:pt>
                <c:pt idx="589">
                  <c:v>1.32094925</c:v>
                </c:pt>
                <c:pt idx="590">
                  <c:v>1.31016746</c:v>
                </c:pt>
                <c:pt idx="591">
                  <c:v>1.31021669</c:v>
                </c:pt>
                <c:pt idx="592">
                  <c:v>1.31008216</c:v>
                </c:pt>
                <c:pt idx="593">
                  <c:v>1.31010676</c:v>
                </c:pt>
                <c:pt idx="594">
                  <c:v>1.31018968</c:v>
                </c:pt>
                <c:pt idx="595">
                  <c:v>1.32128192</c:v>
                </c:pt>
                <c:pt idx="596">
                  <c:v>1.32123599</c:v>
                </c:pt>
                <c:pt idx="597">
                  <c:v>1.32122072</c:v>
                </c:pt>
                <c:pt idx="598">
                  <c:v>1.32132657</c:v>
                </c:pt>
                <c:pt idx="599">
                  <c:v>1.32123885</c:v>
                </c:pt>
                <c:pt idx="600">
                  <c:v>1.31715783</c:v>
                </c:pt>
                <c:pt idx="601">
                  <c:v>1.31705109</c:v>
                </c:pt>
                <c:pt idx="602">
                  <c:v>1.31697942</c:v>
                </c:pt>
                <c:pt idx="603">
                  <c:v>1.31703285</c:v>
                </c:pt>
                <c:pt idx="604">
                  <c:v>1.31716551</c:v>
                </c:pt>
                <c:pt idx="605">
                  <c:v>1.3238748</c:v>
                </c:pt>
                <c:pt idx="606">
                  <c:v>1.32399363</c:v>
                </c:pt>
                <c:pt idx="607">
                  <c:v>1.32378119</c:v>
                </c:pt>
                <c:pt idx="608">
                  <c:v>1.32387274</c:v>
                </c:pt>
                <c:pt idx="609">
                  <c:v>1.32374073</c:v>
                </c:pt>
                <c:pt idx="610">
                  <c:v>1.31601036</c:v>
                </c:pt>
                <c:pt idx="611">
                  <c:v>1.31609392</c:v>
                </c:pt>
                <c:pt idx="612">
                  <c:v>1.31603535</c:v>
                </c:pt>
                <c:pt idx="613">
                  <c:v>1.31591498</c:v>
                </c:pt>
                <c:pt idx="614">
                  <c:v>1.31603096</c:v>
                </c:pt>
                <c:pt idx="615">
                  <c:v>1.31381302</c:v>
                </c:pt>
                <c:pt idx="616">
                  <c:v>1.31383149</c:v>
                </c:pt>
                <c:pt idx="617">
                  <c:v>1.31375932</c:v>
                </c:pt>
                <c:pt idx="618">
                  <c:v>1.31370257</c:v>
                </c:pt>
                <c:pt idx="619">
                  <c:v>1.31387509</c:v>
                </c:pt>
                <c:pt idx="620">
                  <c:v>1.31136206</c:v>
                </c:pt>
                <c:pt idx="621">
                  <c:v>1.31150845</c:v>
                </c:pt>
                <c:pt idx="622">
                  <c:v>1.31162612</c:v>
                </c:pt>
                <c:pt idx="623">
                  <c:v>1.31152065</c:v>
                </c:pt>
                <c:pt idx="624">
                  <c:v>1.31157919</c:v>
                </c:pt>
                <c:pt idx="625">
                  <c:v>1.3202291</c:v>
                </c:pt>
                <c:pt idx="626">
                  <c:v>1.32014492</c:v>
                </c:pt>
                <c:pt idx="627">
                  <c:v>1.3200172</c:v>
                </c:pt>
                <c:pt idx="628">
                  <c:v>1.32017821</c:v>
                </c:pt>
                <c:pt idx="629">
                  <c:v>1.32004922</c:v>
                </c:pt>
                <c:pt idx="630">
                  <c:v>1.32653647</c:v>
                </c:pt>
                <c:pt idx="631">
                  <c:v>1.3265148</c:v>
                </c:pt>
                <c:pt idx="632">
                  <c:v>1.32645732</c:v>
                </c:pt>
                <c:pt idx="633">
                  <c:v>1.32655456</c:v>
                </c:pt>
                <c:pt idx="634">
                  <c:v>1.32648364</c:v>
                </c:pt>
                <c:pt idx="635">
                  <c:v>1.32469143</c:v>
                </c:pt>
                <c:pt idx="636">
                  <c:v>1.32467683</c:v>
                </c:pt>
                <c:pt idx="637">
                  <c:v>1.32477283</c:v>
                </c:pt>
                <c:pt idx="638">
                  <c:v>1.32454327</c:v>
                </c:pt>
                <c:pt idx="639">
                  <c:v>1.32456234</c:v>
                </c:pt>
                <c:pt idx="640">
                  <c:v>1.31302708</c:v>
                </c:pt>
                <c:pt idx="641">
                  <c:v>1.3129586</c:v>
                </c:pt>
                <c:pt idx="642">
                  <c:v>1.31304587</c:v>
                </c:pt>
                <c:pt idx="643">
                  <c:v>1.31291383</c:v>
                </c:pt>
                <c:pt idx="644">
                  <c:v>1.31291784</c:v>
                </c:pt>
                <c:pt idx="645">
                  <c:v>1.31547744</c:v>
                </c:pt>
                <c:pt idx="646">
                  <c:v>1.31563638</c:v>
                </c:pt>
                <c:pt idx="647">
                  <c:v>1.31559652</c:v>
                </c:pt>
                <c:pt idx="648">
                  <c:v>1.315535</c:v>
                </c:pt>
                <c:pt idx="649">
                  <c:v>1.31546241</c:v>
                </c:pt>
                <c:pt idx="650">
                  <c:v>1.31406667</c:v>
                </c:pt>
                <c:pt idx="651">
                  <c:v>1.3140864</c:v>
                </c:pt>
                <c:pt idx="652">
                  <c:v>1.31418692</c:v>
                </c:pt>
                <c:pt idx="653">
                  <c:v>1.31401521</c:v>
                </c:pt>
                <c:pt idx="654">
                  <c:v>1.31402035</c:v>
                </c:pt>
                <c:pt idx="655">
                  <c:v>1.31968863</c:v>
                </c:pt>
                <c:pt idx="656">
                  <c:v>1.31975295</c:v>
                </c:pt>
                <c:pt idx="657">
                  <c:v>1.3198531</c:v>
                </c:pt>
                <c:pt idx="658">
                  <c:v>1.31985573</c:v>
                </c:pt>
                <c:pt idx="659">
                  <c:v>1.31984674</c:v>
                </c:pt>
                <c:pt idx="660">
                  <c:v>1.31388608</c:v>
                </c:pt>
                <c:pt idx="661">
                  <c:v>1.31380722</c:v>
                </c:pt>
                <c:pt idx="662">
                  <c:v>1.31371935</c:v>
                </c:pt>
                <c:pt idx="663">
                  <c:v>1.31382919</c:v>
                </c:pt>
                <c:pt idx="664">
                  <c:v>1.3139159</c:v>
                </c:pt>
                <c:pt idx="665">
                  <c:v>1.31794047</c:v>
                </c:pt>
                <c:pt idx="666">
                  <c:v>1.31787181</c:v>
                </c:pt>
                <c:pt idx="667">
                  <c:v>1.31790075</c:v>
                </c:pt>
                <c:pt idx="668">
                  <c:v>1.31802847</c:v>
                </c:pt>
                <c:pt idx="669">
                  <c:v>1.3178687</c:v>
                </c:pt>
                <c:pt idx="670">
                  <c:v>1.31932926</c:v>
                </c:pt>
                <c:pt idx="671">
                  <c:v>1.3193052</c:v>
                </c:pt>
                <c:pt idx="672">
                  <c:v>1.31929405</c:v>
                </c:pt>
                <c:pt idx="673">
                  <c:v>1.31932662</c:v>
                </c:pt>
                <c:pt idx="674">
                  <c:v>1.31932152</c:v>
                </c:pt>
                <c:pt idx="675">
                  <c:v>1.322614</c:v>
                </c:pt>
                <c:pt idx="676">
                  <c:v>1.32251103</c:v>
                </c:pt>
                <c:pt idx="677">
                  <c:v>1.32270622</c:v>
                </c:pt>
                <c:pt idx="678">
                  <c:v>1.32249155</c:v>
                </c:pt>
                <c:pt idx="679">
                  <c:v>1.32264736</c:v>
                </c:pt>
                <c:pt idx="680">
                  <c:v>1.31861477</c:v>
                </c:pt>
                <c:pt idx="681">
                  <c:v>1.3186082</c:v>
                </c:pt>
                <c:pt idx="682">
                  <c:v>1.3187602</c:v>
                </c:pt>
                <c:pt idx="683">
                  <c:v>1.3186969</c:v>
                </c:pt>
                <c:pt idx="684">
                  <c:v>1.31859227</c:v>
                </c:pt>
                <c:pt idx="685">
                  <c:v>1.31719768</c:v>
                </c:pt>
                <c:pt idx="686">
                  <c:v>1.31701766</c:v>
                </c:pt>
                <c:pt idx="687">
                  <c:v>1.31719247</c:v>
                </c:pt>
                <c:pt idx="688">
                  <c:v>1.31703073</c:v>
                </c:pt>
                <c:pt idx="689">
                  <c:v>1.31711137</c:v>
                </c:pt>
                <c:pt idx="690">
                  <c:v>1.32563185</c:v>
                </c:pt>
                <c:pt idx="691">
                  <c:v>1.32558525</c:v>
                </c:pt>
                <c:pt idx="692">
                  <c:v>1.32555154</c:v>
                </c:pt>
                <c:pt idx="693">
                  <c:v>1.3256124</c:v>
                </c:pt>
                <c:pt idx="694">
                  <c:v>1.32564417</c:v>
                </c:pt>
                <c:pt idx="695">
                  <c:v>1.31931226</c:v>
                </c:pt>
                <c:pt idx="696">
                  <c:v>1.31928025</c:v>
                </c:pt>
                <c:pt idx="697">
                  <c:v>1.31922471</c:v>
                </c:pt>
                <c:pt idx="698">
                  <c:v>1.31916442</c:v>
                </c:pt>
                <c:pt idx="699">
                  <c:v>1.31901322</c:v>
                </c:pt>
                <c:pt idx="700">
                  <c:v>1.3197748</c:v>
                </c:pt>
                <c:pt idx="701">
                  <c:v>1.31972923</c:v>
                </c:pt>
                <c:pt idx="702">
                  <c:v>1.31983139</c:v>
                </c:pt>
                <c:pt idx="703">
                  <c:v>1.319735</c:v>
                </c:pt>
                <c:pt idx="704">
                  <c:v>1.31975859</c:v>
                </c:pt>
                <c:pt idx="705">
                  <c:v>1.33154627</c:v>
                </c:pt>
                <c:pt idx="706">
                  <c:v>1.33146828</c:v>
                </c:pt>
                <c:pt idx="707">
                  <c:v>1.33149054</c:v>
                </c:pt>
                <c:pt idx="708">
                  <c:v>1.33143832</c:v>
                </c:pt>
                <c:pt idx="709">
                  <c:v>1.3314359</c:v>
                </c:pt>
                <c:pt idx="710">
                  <c:v>1.31245294</c:v>
                </c:pt>
                <c:pt idx="711">
                  <c:v>1.31237802</c:v>
                </c:pt>
                <c:pt idx="712">
                  <c:v>1.31252133</c:v>
                </c:pt>
                <c:pt idx="713">
                  <c:v>1.31244524</c:v>
                </c:pt>
                <c:pt idx="714">
                  <c:v>1.3125276</c:v>
                </c:pt>
                <c:pt idx="715">
                  <c:v>1.3161469</c:v>
                </c:pt>
                <c:pt idx="716">
                  <c:v>1.31623097</c:v>
                </c:pt>
                <c:pt idx="717">
                  <c:v>1.31632102</c:v>
                </c:pt>
                <c:pt idx="718">
                  <c:v>1.31613333</c:v>
                </c:pt>
                <c:pt idx="719">
                  <c:v>1.31622908</c:v>
                </c:pt>
                <c:pt idx="720">
                  <c:v>1.31651281</c:v>
                </c:pt>
                <c:pt idx="721">
                  <c:v>1.31655983</c:v>
                </c:pt>
                <c:pt idx="722">
                  <c:v>1.31650494</c:v>
                </c:pt>
                <c:pt idx="723">
                  <c:v>1.31662136</c:v>
                </c:pt>
                <c:pt idx="724">
                  <c:v>1.31658055</c:v>
                </c:pt>
                <c:pt idx="725">
                  <c:v>1.32422776</c:v>
                </c:pt>
                <c:pt idx="726">
                  <c:v>1.32422639</c:v>
                </c:pt>
                <c:pt idx="727">
                  <c:v>1.32423642</c:v>
                </c:pt>
                <c:pt idx="728">
                  <c:v>1.32422164</c:v>
                </c:pt>
                <c:pt idx="729">
                  <c:v>1.32429071</c:v>
                </c:pt>
                <c:pt idx="730">
                  <c:v>1.31485222</c:v>
                </c:pt>
                <c:pt idx="731">
                  <c:v>1.31496804</c:v>
                </c:pt>
                <c:pt idx="732">
                  <c:v>1.31508648</c:v>
                </c:pt>
                <c:pt idx="733">
                  <c:v>1.31504014</c:v>
                </c:pt>
                <c:pt idx="734">
                  <c:v>1.31503723</c:v>
                </c:pt>
                <c:pt idx="735">
                  <c:v>1.31451097</c:v>
                </c:pt>
                <c:pt idx="736">
                  <c:v>1.31428887</c:v>
                </c:pt>
                <c:pt idx="737">
                  <c:v>1.31439745</c:v>
                </c:pt>
                <c:pt idx="738">
                  <c:v>1.31417031</c:v>
                </c:pt>
                <c:pt idx="739">
                  <c:v>1.31418158</c:v>
                </c:pt>
                <c:pt idx="740">
                  <c:v>1.32211186</c:v>
                </c:pt>
                <c:pt idx="741">
                  <c:v>1.32199311</c:v>
                </c:pt>
                <c:pt idx="742">
                  <c:v>1.32204717</c:v>
                </c:pt>
                <c:pt idx="743">
                  <c:v>1.32192314</c:v>
                </c:pt>
                <c:pt idx="744">
                  <c:v>1.32202522</c:v>
                </c:pt>
                <c:pt idx="745">
                  <c:v>1.31866995</c:v>
                </c:pt>
                <c:pt idx="746">
                  <c:v>1.31865952</c:v>
                </c:pt>
                <c:pt idx="747">
                  <c:v>1.3187898</c:v>
                </c:pt>
                <c:pt idx="748">
                  <c:v>1.31880286</c:v>
                </c:pt>
                <c:pt idx="749">
                  <c:v>1.31875804</c:v>
                </c:pt>
                <c:pt idx="750">
                  <c:v>1.31530254</c:v>
                </c:pt>
                <c:pt idx="751">
                  <c:v>1.31531563</c:v>
                </c:pt>
                <c:pt idx="752">
                  <c:v>1.31520645</c:v>
                </c:pt>
                <c:pt idx="753">
                  <c:v>1.31546523</c:v>
                </c:pt>
                <c:pt idx="754">
                  <c:v>1.31525539</c:v>
                </c:pt>
                <c:pt idx="755">
                  <c:v>1.31817465</c:v>
                </c:pt>
                <c:pt idx="756">
                  <c:v>1.31819867</c:v>
                </c:pt>
                <c:pt idx="757">
                  <c:v>1.31815931</c:v>
                </c:pt>
                <c:pt idx="758">
                  <c:v>1.31826757</c:v>
                </c:pt>
                <c:pt idx="759">
                  <c:v>1.3181854</c:v>
                </c:pt>
                <c:pt idx="760">
                  <c:v>1.32929716</c:v>
                </c:pt>
                <c:pt idx="761">
                  <c:v>1.3292254</c:v>
                </c:pt>
                <c:pt idx="762">
                  <c:v>1.32926941</c:v>
                </c:pt>
                <c:pt idx="763">
                  <c:v>1.32914133</c:v>
                </c:pt>
                <c:pt idx="764">
                  <c:v>1.32934617</c:v>
                </c:pt>
                <c:pt idx="765">
                  <c:v>1.3113329</c:v>
                </c:pt>
                <c:pt idx="766">
                  <c:v>1.31132094</c:v>
                </c:pt>
                <c:pt idx="767">
                  <c:v>1.31125432</c:v>
                </c:pt>
                <c:pt idx="768">
                  <c:v>1.31134371</c:v>
                </c:pt>
                <c:pt idx="769">
                  <c:v>1.3112565</c:v>
                </c:pt>
                <c:pt idx="770">
                  <c:v>1.31607622</c:v>
                </c:pt>
                <c:pt idx="771">
                  <c:v>1.31608285</c:v>
                </c:pt>
                <c:pt idx="772">
                  <c:v>1.31606952</c:v>
                </c:pt>
                <c:pt idx="773">
                  <c:v>1.31618748</c:v>
                </c:pt>
                <c:pt idx="774">
                  <c:v>1.31616009</c:v>
                </c:pt>
                <c:pt idx="775">
                  <c:v>1.31504311</c:v>
                </c:pt>
                <c:pt idx="776">
                  <c:v>1.31516519</c:v>
                </c:pt>
                <c:pt idx="777">
                  <c:v>1.31496355</c:v>
                </c:pt>
                <c:pt idx="778">
                  <c:v>1.3152065</c:v>
                </c:pt>
                <c:pt idx="779">
                  <c:v>1.31520781</c:v>
                </c:pt>
                <c:pt idx="780">
                  <c:v>1.30737489</c:v>
                </c:pt>
                <c:pt idx="781">
                  <c:v>1.30741002</c:v>
                </c:pt>
                <c:pt idx="782">
                  <c:v>1.30745997</c:v>
                </c:pt>
                <c:pt idx="783">
                  <c:v>1.30745165</c:v>
                </c:pt>
                <c:pt idx="784">
                  <c:v>1.30735044</c:v>
                </c:pt>
                <c:pt idx="785">
                  <c:v>1.32050819</c:v>
                </c:pt>
                <c:pt idx="786">
                  <c:v>1.32053692</c:v>
                </c:pt>
                <c:pt idx="787">
                  <c:v>1.32050039</c:v>
                </c:pt>
                <c:pt idx="788">
                  <c:v>1.32053738</c:v>
                </c:pt>
                <c:pt idx="789">
                  <c:v>1.32054785</c:v>
                </c:pt>
                <c:pt idx="790">
                  <c:v>1.31780211</c:v>
                </c:pt>
                <c:pt idx="791">
                  <c:v>1.31790006</c:v>
                </c:pt>
                <c:pt idx="792">
                  <c:v>1.31773949</c:v>
                </c:pt>
                <c:pt idx="793">
                  <c:v>1.31783001</c:v>
                </c:pt>
                <c:pt idx="794">
                  <c:v>1.31783555</c:v>
                </c:pt>
                <c:pt idx="795">
                  <c:v>1.31332648</c:v>
                </c:pt>
                <c:pt idx="796">
                  <c:v>1.31334281</c:v>
                </c:pt>
                <c:pt idx="797">
                  <c:v>1.31336366</c:v>
                </c:pt>
                <c:pt idx="798">
                  <c:v>1.31325283</c:v>
                </c:pt>
                <c:pt idx="799">
                  <c:v>1.3133806</c:v>
                </c:pt>
                <c:pt idx="800">
                  <c:v>1.31671392</c:v>
                </c:pt>
                <c:pt idx="801">
                  <c:v>1.31676938</c:v>
                </c:pt>
                <c:pt idx="802">
                  <c:v>1.31670927</c:v>
                </c:pt>
                <c:pt idx="803">
                  <c:v>1.31669205</c:v>
                </c:pt>
                <c:pt idx="804">
                  <c:v>1.31656438</c:v>
                </c:pt>
                <c:pt idx="805">
                  <c:v>1.31015918</c:v>
                </c:pt>
                <c:pt idx="806">
                  <c:v>1.31015673</c:v>
                </c:pt>
                <c:pt idx="807">
                  <c:v>1.31019882</c:v>
                </c:pt>
                <c:pt idx="808">
                  <c:v>1.31006698</c:v>
                </c:pt>
                <c:pt idx="809">
                  <c:v>1.31012959</c:v>
                </c:pt>
                <c:pt idx="810">
                  <c:v>1.31983076</c:v>
                </c:pt>
                <c:pt idx="811">
                  <c:v>1.31973984</c:v>
                </c:pt>
                <c:pt idx="812">
                  <c:v>1.31975334</c:v>
                </c:pt>
                <c:pt idx="813">
                  <c:v>1.319762</c:v>
                </c:pt>
                <c:pt idx="814">
                  <c:v>1.31998286</c:v>
                </c:pt>
                <c:pt idx="815">
                  <c:v>1.31893084</c:v>
                </c:pt>
                <c:pt idx="816">
                  <c:v>1.31901896</c:v>
                </c:pt>
                <c:pt idx="817">
                  <c:v>1.31901776</c:v>
                </c:pt>
                <c:pt idx="818">
                  <c:v>1.31890103</c:v>
                </c:pt>
                <c:pt idx="819">
                  <c:v>1.31897373</c:v>
                </c:pt>
                <c:pt idx="820">
                  <c:v>1.31662969</c:v>
                </c:pt>
                <c:pt idx="821">
                  <c:v>1.31659292</c:v>
                </c:pt>
                <c:pt idx="822">
                  <c:v>1.3166276</c:v>
                </c:pt>
                <c:pt idx="823">
                  <c:v>1.3165671</c:v>
                </c:pt>
                <c:pt idx="824">
                  <c:v>1.3165856</c:v>
                </c:pt>
                <c:pt idx="825">
                  <c:v>1.31341251</c:v>
                </c:pt>
                <c:pt idx="826">
                  <c:v>1.31347379</c:v>
                </c:pt>
                <c:pt idx="827">
                  <c:v>1.31342431</c:v>
                </c:pt>
                <c:pt idx="828">
                  <c:v>1.31333178</c:v>
                </c:pt>
                <c:pt idx="829">
                  <c:v>1.31339825</c:v>
                </c:pt>
                <c:pt idx="830">
                  <c:v>1.32031212</c:v>
                </c:pt>
                <c:pt idx="831">
                  <c:v>1.32033407</c:v>
                </c:pt>
                <c:pt idx="832">
                  <c:v>1.32038251</c:v>
                </c:pt>
                <c:pt idx="833">
                  <c:v>1.32052426</c:v>
                </c:pt>
                <c:pt idx="834">
                  <c:v>1.3204544</c:v>
                </c:pt>
                <c:pt idx="835">
                  <c:v>1.30583362</c:v>
                </c:pt>
                <c:pt idx="836">
                  <c:v>1.30587728</c:v>
                </c:pt>
                <c:pt idx="837">
                  <c:v>1.30574421</c:v>
                </c:pt>
                <c:pt idx="838">
                  <c:v>1.30599656</c:v>
                </c:pt>
                <c:pt idx="839">
                  <c:v>1.30577031</c:v>
                </c:pt>
                <c:pt idx="840">
                  <c:v>1.31380472</c:v>
                </c:pt>
                <c:pt idx="841">
                  <c:v>1.31359176</c:v>
                </c:pt>
                <c:pt idx="842">
                  <c:v>1.31372842</c:v>
                </c:pt>
                <c:pt idx="843">
                  <c:v>1.31364593</c:v>
                </c:pt>
                <c:pt idx="844">
                  <c:v>1.3138029</c:v>
                </c:pt>
                <c:pt idx="845">
                  <c:v>1.31598071</c:v>
                </c:pt>
                <c:pt idx="846">
                  <c:v>1.31593434</c:v>
                </c:pt>
                <c:pt idx="847">
                  <c:v>1.31595074</c:v>
                </c:pt>
                <c:pt idx="848">
                  <c:v>1.31594082</c:v>
                </c:pt>
                <c:pt idx="849">
                  <c:v>1.31588815</c:v>
                </c:pt>
                <c:pt idx="850">
                  <c:v>1.32122343</c:v>
                </c:pt>
                <c:pt idx="851">
                  <c:v>1.32106318</c:v>
                </c:pt>
                <c:pt idx="852">
                  <c:v>1.32119861</c:v>
                </c:pt>
                <c:pt idx="853">
                  <c:v>1.32119154</c:v>
                </c:pt>
                <c:pt idx="854">
                  <c:v>1.32111923</c:v>
                </c:pt>
                <c:pt idx="855">
                  <c:v>1.31732722</c:v>
                </c:pt>
                <c:pt idx="856">
                  <c:v>1.31739858</c:v>
                </c:pt>
                <c:pt idx="857">
                  <c:v>1.31737925</c:v>
                </c:pt>
                <c:pt idx="858">
                  <c:v>1.31736911</c:v>
                </c:pt>
                <c:pt idx="859">
                  <c:v>1.31725551</c:v>
                </c:pt>
                <c:pt idx="860">
                  <c:v>1.32138353</c:v>
                </c:pt>
                <c:pt idx="861">
                  <c:v>1.32142586</c:v>
                </c:pt>
                <c:pt idx="862">
                  <c:v>1.32140741</c:v>
                </c:pt>
                <c:pt idx="863">
                  <c:v>1.32144176</c:v>
                </c:pt>
                <c:pt idx="864">
                  <c:v>1.3214459</c:v>
                </c:pt>
                <c:pt idx="865">
                  <c:v>1.3234967</c:v>
                </c:pt>
                <c:pt idx="866">
                  <c:v>1.32354142</c:v>
                </c:pt>
                <c:pt idx="867">
                  <c:v>1.3235711</c:v>
                </c:pt>
                <c:pt idx="868">
                  <c:v>1.32367318</c:v>
                </c:pt>
                <c:pt idx="869">
                  <c:v>1.32365123</c:v>
                </c:pt>
                <c:pt idx="870">
                  <c:v>1.33447461</c:v>
                </c:pt>
                <c:pt idx="871">
                  <c:v>1.33449323</c:v>
                </c:pt>
                <c:pt idx="872">
                  <c:v>1.33448324</c:v>
                </c:pt>
                <c:pt idx="873">
                  <c:v>1.33456377</c:v>
                </c:pt>
                <c:pt idx="874">
                  <c:v>1.3346608</c:v>
                </c:pt>
                <c:pt idx="875">
                  <c:v>1.32542465</c:v>
                </c:pt>
                <c:pt idx="876">
                  <c:v>1.32547691</c:v>
                </c:pt>
                <c:pt idx="877">
                  <c:v>1.32545772</c:v>
                </c:pt>
                <c:pt idx="878">
                  <c:v>1.3254236</c:v>
                </c:pt>
                <c:pt idx="879">
                  <c:v>1.32541287</c:v>
                </c:pt>
                <c:pt idx="880">
                  <c:v>1.31644725</c:v>
                </c:pt>
                <c:pt idx="881">
                  <c:v>1.31634379</c:v>
                </c:pt>
                <c:pt idx="882">
                  <c:v>1.31636988</c:v>
                </c:pt>
                <c:pt idx="883">
                  <c:v>1.31639214</c:v>
                </c:pt>
                <c:pt idx="884">
                  <c:v>1.31650934</c:v>
                </c:pt>
                <c:pt idx="885">
                  <c:v>1.31813367</c:v>
                </c:pt>
                <c:pt idx="886">
                  <c:v>1.31800792</c:v>
                </c:pt>
                <c:pt idx="887">
                  <c:v>1.31797208</c:v>
                </c:pt>
                <c:pt idx="888">
                  <c:v>1.31800803</c:v>
                </c:pt>
                <c:pt idx="889">
                  <c:v>1.31787327</c:v>
                </c:pt>
                <c:pt idx="890">
                  <c:v>1.31743075</c:v>
                </c:pt>
                <c:pt idx="891">
                  <c:v>1.31736954</c:v>
                </c:pt>
                <c:pt idx="892">
                  <c:v>1.31748961</c:v>
                </c:pt>
                <c:pt idx="893">
                  <c:v>1.31749597</c:v>
                </c:pt>
                <c:pt idx="894">
                  <c:v>1.31751147</c:v>
                </c:pt>
                <c:pt idx="895">
                  <c:v>1.32309475</c:v>
                </c:pt>
                <c:pt idx="896">
                  <c:v>1.32299052</c:v>
                </c:pt>
                <c:pt idx="897">
                  <c:v>1.32313036</c:v>
                </c:pt>
                <c:pt idx="898">
                  <c:v>1.32302516</c:v>
                </c:pt>
                <c:pt idx="899">
                  <c:v>1.32298962</c:v>
                </c:pt>
                <c:pt idx="900">
                  <c:v>1.31528555</c:v>
                </c:pt>
                <c:pt idx="901">
                  <c:v>1.31520377</c:v>
                </c:pt>
                <c:pt idx="902">
                  <c:v>1.31528145</c:v>
                </c:pt>
                <c:pt idx="903">
                  <c:v>1.31531607</c:v>
                </c:pt>
                <c:pt idx="904">
                  <c:v>1.31533361</c:v>
                </c:pt>
                <c:pt idx="905">
                  <c:v>1.32142437</c:v>
                </c:pt>
                <c:pt idx="906">
                  <c:v>1.3214537</c:v>
                </c:pt>
                <c:pt idx="907">
                  <c:v>1.3212935</c:v>
                </c:pt>
                <c:pt idx="908">
                  <c:v>1.32136076</c:v>
                </c:pt>
                <c:pt idx="909">
                  <c:v>1.32145533</c:v>
                </c:pt>
                <c:pt idx="910">
                  <c:v>1.32312245</c:v>
                </c:pt>
                <c:pt idx="911">
                  <c:v>1.323057</c:v>
                </c:pt>
                <c:pt idx="912">
                  <c:v>1.32302337</c:v>
                </c:pt>
                <c:pt idx="913">
                  <c:v>1.32296495</c:v>
                </c:pt>
                <c:pt idx="914">
                  <c:v>1.3230843</c:v>
                </c:pt>
                <c:pt idx="915">
                  <c:v>1.3196771</c:v>
                </c:pt>
                <c:pt idx="916">
                  <c:v>1.31969501</c:v>
                </c:pt>
                <c:pt idx="917">
                  <c:v>1.31961186</c:v>
                </c:pt>
                <c:pt idx="918">
                  <c:v>1.31973705</c:v>
                </c:pt>
                <c:pt idx="919">
                  <c:v>1.31964829</c:v>
                </c:pt>
                <c:pt idx="920">
                  <c:v>1.31354558</c:v>
                </c:pt>
                <c:pt idx="921">
                  <c:v>1.31365948</c:v>
                </c:pt>
                <c:pt idx="922">
                  <c:v>1.3133951</c:v>
                </c:pt>
                <c:pt idx="923">
                  <c:v>1.31357385</c:v>
                </c:pt>
                <c:pt idx="924">
                  <c:v>1.31352452</c:v>
                </c:pt>
                <c:pt idx="925">
                  <c:v>1.31434237</c:v>
                </c:pt>
                <c:pt idx="926">
                  <c:v>1.31431896</c:v>
                </c:pt>
                <c:pt idx="927">
                  <c:v>1.31437764</c:v>
                </c:pt>
                <c:pt idx="928">
                  <c:v>1.31426847</c:v>
                </c:pt>
                <c:pt idx="929">
                  <c:v>1.31441113</c:v>
                </c:pt>
                <c:pt idx="930">
                  <c:v>1.31470294</c:v>
                </c:pt>
                <c:pt idx="931">
                  <c:v>1.31469209</c:v>
                </c:pt>
                <c:pt idx="932">
                  <c:v>1.31481603</c:v>
                </c:pt>
                <c:pt idx="933">
                  <c:v>1.31479061</c:v>
                </c:pt>
                <c:pt idx="934">
                  <c:v>1.31476458</c:v>
                </c:pt>
                <c:pt idx="935">
                  <c:v>1.3247169</c:v>
                </c:pt>
                <c:pt idx="936">
                  <c:v>1.32463015</c:v>
                </c:pt>
                <c:pt idx="937">
                  <c:v>1.32465328</c:v>
                </c:pt>
                <c:pt idx="938">
                  <c:v>1.32466054</c:v>
                </c:pt>
                <c:pt idx="939">
                  <c:v>1.32471691</c:v>
                </c:pt>
                <c:pt idx="940">
                  <c:v>1.31788508</c:v>
                </c:pt>
                <c:pt idx="941">
                  <c:v>1.31798194</c:v>
                </c:pt>
                <c:pt idx="942">
                  <c:v>1.31797378</c:v>
                </c:pt>
                <c:pt idx="943">
                  <c:v>1.31799855</c:v>
                </c:pt>
                <c:pt idx="944">
                  <c:v>1.31805529</c:v>
                </c:pt>
                <c:pt idx="945">
                  <c:v>1.31494781</c:v>
                </c:pt>
                <c:pt idx="946">
                  <c:v>1.31487302</c:v>
                </c:pt>
                <c:pt idx="947">
                  <c:v>1.31488681</c:v>
                </c:pt>
                <c:pt idx="948">
                  <c:v>1.31489143</c:v>
                </c:pt>
                <c:pt idx="949">
                  <c:v>1.31490688</c:v>
                </c:pt>
                <c:pt idx="950">
                  <c:v>1.31655046</c:v>
                </c:pt>
                <c:pt idx="951">
                  <c:v>1.3165338</c:v>
                </c:pt>
                <c:pt idx="952">
                  <c:v>1.31669619</c:v>
                </c:pt>
                <c:pt idx="953">
                  <c:v>1.31660877</c:v>
                </c:pt>
                <c:pt idx="954">
                  <c:v>1.31663256</c:v>
                </c:pt>
                <c:pt idx="955">
                  <c:v>1.32281283</c:v>
                </c:pt>
                <c:pt idx="956">
                  <c:v>1.32278155</c:v>
                </c:pt>
                <c:pt idx="957">
                  <c:v>1.32279986</c:v>
                </c:pt>
                <c:pt idx="958">
                  <c:v>1.32292936</c:v>
                </c:pt>
                <c:pt idx="959">
                  <c:v>1.32278601</c:v>
                </c:pt>
                <c:pt idx="960">
                  <c:v>1.31885198</c:v>
                </c:pt>
                <c:pt idx="961">
                  <c:v>1.31868443</c:v>
                </c:pt>
                <c:pt idx="962">
                  <c:v>1.31870181</c:v>
                </c:pt>
                <c:pt idx="963">
                  <c:v>1.31873884</c:v>
                </c:pt>
                <c:pt idx="964">
                  <c:v>1.31875232</c:v>
                </c:pt>
                <c:pt idx="965">
                  <c:v>1.32025819</c:v>
                </c:pt>
                <c:pt idx="966">
                  <c:v>1.32031909</c:v>
                </c:pt>
                <c:pt idx="967">
                  <c:v>1.32030385</c:v>
                </c:pt>
                <c:pt idx="968">
                  <c:v>1.32034582</c:v>
                </c:pt>
                <c:pt idx="969">
                  <c:v>1.3203421</c:v>
                </c:pt>
                <c:pt idx="970">
                  <c:v>1.32166961</c:v>
                </c:pt>
                <c:pt idx="971">
                  <c:v>1.32151709</c:v>
                </c:pt>
                <c:pt idx="972">
                  <c:v>1.32164269</c:v>
                </c:pt>
                <c:pt idx="973">
                  <c:v>1.32161387</c:v>
                </c:pt>
                <c:pt idx="974">
                  <c:v>1.3215584</c:v>
                </c:pt>
                <c:pt idx="975">
                  <c:v>1.31150007</c:v>
                </c:pt>
                <c:pt idx="976">
                  <c:v>1.31143829</c:v>
                </c:pt>
                <c:pt idx="977">
                  <c:v>1.31151326</c:v>
                </c:pt>
                <c:pt idx="978">
                  <c:v>1.31152896</c:v>
                </c:pt>
                <c:pt idx="979">
                  <c:v>1.31155138</c:v>
                </c:pt>
                <c:pt idx="980">
                  <c:v>1.31162868</c:v>
                </c:pt>
                <c:pt idx="981">
                  <c:v>1.31171622</c:v>
                </c:pt>
                <c:pt idx="982">
                  <c:v>1.31158202</c:v>
                </c:pt>
                <c:pt idx="983">
                  <c:v>1.3116707</c:v>
                </c:pt>
                <c:pt idx="984">
                  <c:v>1.31169998</c:v>
                </c:pt>
                <c:pt idx="985">
                  <c:v>1.31894673</c:v>
                </c:pt>
                <c:pt idx="986">
                  <c:v>1.31887786</c:v>
                </c:pt>
                <c:pt idx="987">
                  <c:v>1.31895538</c:v>
                </c:pt>
                <c:pt idx="988">
                  <c:v>1.31886213</c:v>
                </c:pt>
                <c:pt idx="989">
                  <c:v>1.31907609</c:v>
                </c:pt>
                <c:pt idx="990">
                  <c:v>1.3191641</c:v>
                </c:pt>
                <c:pt idx="991">
                  <c:v>1.31906601</c:v>
                </c:pt>
                <c:pt idx="992">
                  <c:v>1.31907843</c:v>
                </c:pt>
                <c:pt idx="993">
                  <c:v>1.3190048</c:v>
                </c:pt>
                <c:pt idx="994">
                  <c:v>1.31909157</c:v>
                </c:pt>
                <c:pt idx="995">
                  <c:v>1.33121167</c:v>
                </c:pt>
                <c:pt idx="996">
                  <c:v>1.33132628</c:v>
                </c:pt>
                <c:pt idx="997">
                  <c:v>1.331186</c:v>
                </c:pt>
                <c:pt idx="998">
                  <c:v>1.3313597</c:v>
                </c:pt>
                <c:pt idx="999">
                  <c:v>1.33135604</c:v>
                </c:pt>
              </c:numCache>
            </c:numRef>
          </c:yVal>
        </c:ser>
        <c:ser>
          <c:idx val="1"/>
          <c:order val="1"/>
          <c:tx>
            <c:v>ReBRAC</c:v>
          </c:tx>
          <c:spPr>
            <a:ln xmlns:a="http://schemas.openxmlformats.org/drawingml/2006/main" w="15240">
              <a:solidFill>
                <a:srgbClr val="087F8C"/>
              </a:solidFill>
            </a:ln>
          </c:spPr>
          <c:marker>
            <c:symbol val="none"/>
          </c:marker>
          <c:xVal>
            <c:numRef>
              <c:f>'Chart Data'!$C$2:$C$1001</c:f>
              <c:numCache>
                <c:formatCode>General</c:formatCode>
                <c:ptCount val="10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numCache>
            </c:numRef>
          </c:xVal>
          <c:yVal>
            <c:numRef>
              <c:f>'Chart Data'!$D$2:$D$1001</c:f>
              <c:numCache>
                <c:formatCode>General</c:formatCode>
                <c:ptCount val="1000"/>
                <c:pt idx="0">
                  <c:v>1</c:v>
                </c:pt>
                <c:pt idx="1">
                  <c:v>1</c:v>
                </c:pt>
                <c:pt idx="2">
                  <c:v>1</c:v>
                </c:pt>
                <c:pt idx="3">
                  <c:v>1</c:v>
                </c:pt>
                <c:pt idx="4">
                  <c:v>1</c:v>
                </c:pt>
                <c:pt idx="5">
                  <c:v>1</c:v>
                </c:pt>
                <c:pt idx="6">
                  <c:v>1</c:v>
                </c:pt>
                <c:pt idx="7">
                  <c:v>1</c:v>
                </c:pt>
                <c:pt idx="8">
                  <c:v>1</c:v>
                </c:pt>
                <c:pt idx="9">
                  <c:v>1</c:v>
                </c:pt>
                <c:pt idx="10">
                  <c:v>1.24625565</c:v>
                </c:pt>
                <c:pt idx="11">
                  <c:v>1.24615489</c:v>
                </c:pt>
                <c:pt idx="12">
                  <c:v>1.24621912</c:v>
                </c:pt>
                <c:pt idx="13">
                  <c:v>1.24622055</c:v>
                </c:pt>
                <c:pt idx="14">
                  <c:v>1.24622938</c:v>
                </c:pt>
                <c:pt idx="15">
                  <c:v>1.27573994</c:v>
                </c:pt>
                <c:pt idx="16">
                  <c:v>1.27576779</c:v>
                </c:pt>
                <c:pt idx="17">
                  <c:v>1.27579116</c:v>
                </c:pt>
                <c:pt idx="18">
                  <c:v>1.27567971</c:v>
                </c:pt>
                <c:pt idx="19">
                  <c:v>1.27582076</c:v>
                </c:pt>
                <c:pt idx="20">
                  <c:v>1.27831338</c:v>
                </c:pt>
                <c:pt idx="21">
                  <c:v>1.27834328</c:v>
                </c:pt>
                <c:pt idx="22">
                  <c:v>1.27839528</c:v>
                </c:pt>
                <c:pt idx="23">
                  <c:v>1.2784109</c:v>
                </c:pt>
                <c:pt idx="24">
                  <c:v>1.27835046</c:v>
                </c:pt>
                <c:pt idx="25">
                  <c:v>1.28582976</c:v>
                </c:pt>
                <c:pt idx="26">
                  <c:v>1.28577126</c:v>
                </c:pt>
                <c:pt idx="27">
                  <c:v>1.28592349</c:v>
                </c:pt>
                <c:pt idx="28">
                  <c:v>1.28585645</c:v>
                </c:pt>
                <c:pt idx="29">
                  <c:v>1.285839</c:v>
                </c:pt>
                <c:pt idx="30">
                  <c:v>1.28239062</c:v>
                </c:pt>
                <c:pt idx="31">
                  <c:v>1.28243068</c:v>
                </c:pt>
                <c:pt idx="32">
                  <c:v>1.28243179</c:v>
                </c:pt>
                <c:pt idx="33">
                  <c:v>1.28230384</c:v>
                </c:pt>
                <c:pt idx="34">
                  <c:v>1.28236816</c:v>
                </c:pt>
                <c:pt idx="35">
                  <c:v>1.29697013</c:v>
                </c:pt>
                <c:pt idx="36">
                  <c:v>1.29701396</c:v>
                </c:pt>
                <c:pt idx="37">
                  <c:v>1.29696234</c:v>
                </c:pt>
                <c:pt idx="38">
                  <c:v>1.29696495</c:v>
                </c:pt>
                <c:pt idx="39">
                  <c:v>1.2970066</c:v>
                </c:pt>
                <c:pt idx="40">
                  <c:v>1.29360777</c:v>
                </c:pt>
                <c:pt idx="41">
                  <c:v>1.29361594</c:v>
                </c:pt>
                <c:pt idx="42">
                  <c:v>1.29355696</c:v>
                </c:pt>
                <c:pt idx="43">
                  <c:v>1.29360793</c:v>
                </c:pt>
                <c:pt idx="44">
                  <c:v>1.29356695</c:v>
                </c:pt>
                <c:pt idx="45">
                  <c:v>1.30436183</c:v>
                </c:pt>
                <c:pt idx="46">
                  <c:v>1.30434277</c:v>
                </c:pt>
                <c:pt idx="47">
                  <c:v>1.3043108</c:v>
                </c:pt>
                <c:pt idx="48">
                  <c:v>1.30437161</c:v>
                </c:pt>
                <c:pt idx="49">
                  <c:v>1.30430424</c:v>
                </c:pt>
                <c:pt idx="50">
                  <c:v>1.3256104</c:v>
                </c:pt>
                <c:pt idx="51">
                  <c:v>1.32558549</c:v>
                </c:pt>
                <c:pt idx="52">
                  <c:v>1.32556141</c:v>
                </c:pt>
                <c:pt idx="53">
                  <c:v>1.32556871</c:v>
                </c:pt>
                <c:pt idx="54">
                  <c:v>1.32560145</c:v>
                </c:pt>
                <c:pt idx="55">
                  <c:v>1.3163105</c:v>
                </c:pt>
                <c:pt idx="56">
                  <c:v>1.31632632</c:v>
                </c:pt>
                <c:pt idx="57">
                  <c:v>1.31629201</c:v>
                </c:pt>
                <c:pt idx="58">
                  <c:v>1.31629626</c:v>
                </c:pt>
                <c:pt idx="59">
                  <c:v>1.31632951</c:v>
                </c:pt>
                <c:pt idx="60">
                  <c:v>1.32048705</c:v>
                </c:pt>
                <c:pt idx="61">
                  <c:v>1.32050072</c:v>
                </c:pt>
                <c:pt idx="62">
                  <c:v>1.32052903</c:v>
                </c:pt>
                <c:pt idx="63">
                  <c:v>1.32051907</c:v>
                </c:pt>
                <c:pt idx="64">
                  <c:v>1.32040283</c:v>
                </c:pt>
                <c:pt idx="65">
                  <c:v>1.32389821</c:v>
                </c:pt>
                <c:pt idx="66">
                  <c:v>1.32391719</c:v>
                </c:pt>
                <c:pt idx="67">
                  <c:v>1.32391243</c:v>
                </c:pt>
                <c:pt idx="68">
                  <c:v>1.32392786</c:v>
                </c:pt>
                <c:pt idx="69">
                  <c:v>1.32396012</c:v>
                </c:pt>
                <c:pt idx="70">
                  <c:v>1.32190367</c:v>
                </c:pt>
                <c:pt idx="71">
                  <c:v>1.32188443</c:v>
                </c:pt>
                <c:pt idx="72">
                  <c:v>1.32186902</c:v>
                </c:pt>
                <c:pt idx="73">
                  <c:v>1.32193678</c:v>
                </c:pt>
                <c:pt idx="74">
                  <c:v>1.3218611</c:v>
                </c:pt>
                <c:pt idx="75">
                  <c:v>1.33404952</c:v>
                </c:pt>
                <c:pt idx="76">
                  <c:v>1.3340552</c:v>
                </c:pt>
                <c:pt idx="77">
                  <c:v>1.33403776</c:v>
                </c:pt>
                <c:pt idx="78">
                  <c:v>1.33403799</c:v>
                </c:pt>
                <c:pt idx="79">
                  <c:v>1.33401846</c:v>
                </c:pt>
                <c:pt idx="80">
                  <c:v>1.32590936</c:v>
                </c:pt>
                <c:pt idx="81">
                  <c:v>1.32584892</c:v>
                </c:pt>
                <c:pt idx="82">
                  <c:v>1.32592075</c:v>
                </c:pt>
                <c:pt idx="83">
                  <c:v>1.32586735</c:v>
                </c:pt>
                <c:pt idx="84">
                  <c:v>1.32594627</c:v>
                </c:pt>
                <c:pt idx="85">
                  <c:v>1.33655354</c:v>
                </c:pt>
                <c:pt idx="86">
                  <c:v>1.33654594</c:v>
                </c:pt>
                <c:pt idx="87">
                  <c:v>1.33658266</c:v>
                </c:pt>
                <c:pt idx="88">
                  <c:v>1.33657929</c:v>
                </c:pt>
                <c:pt idx="89">
                  <c:v>1.33663995</c:v>
                </c:pt>
                <c:pt idx="90">
                  <c:v>1.33119502</c:v>
                </c:pt>
                <c:pt idx="91">
                  <c:v>1.33125916</c:v>
                </c:pt>
                <c:pt idx="92">
                  <c:v>1.33113985</c:v>
                </c:pt>
                <c:pt idx="93">
                  <c:v>1.33125888</c:v>
                </c:pt>
                <c:pt idx="94">
                  <c:v>1.33117858</c:v>
                </c:pt>
                <c:pt idx="95">
                  <c:v>1.33112371</c:v>
                </c:pt>
                <c:pt idx="96">
                  <c:v>1.33109105</c:v>
                </c:pt>
                <c:pt idx="97">
                  <c:v>1.33118356</c:v>
                </c:pt>
                <c:pt idx="98">
                  <c:v>1.33108755</c:v>
                </c:pt>
                <c:pt idx="99">
                  <c:v>1.33112919</c:v>
                </c:pt>
                <c:pt idx="100">
                  <c:v>1.33771297</c:v>
                </c:pt>
                <c:pt idx="101">
                  <c:v>1.33769241</c:v>
                </c:pt>
                <c:pt idx="102">
                  <c:v>1.33781173</c:v>
                </c:pt>
                <c:pt idx="103">
                  <c:v>1.33765084</c:v>
                </c:pt>
                <c:pt idx="104">
                  <c:v>1.3376823</c:v>
                </c:pt>
                <c:pt idx="105">
                  <c:v>1.32832016</c:v>
                </c:pt>
                <c:pt idx="106">
                  <c:v>1.32827148</c:v>
                </c:pt>
                <c:pt idx="107">
                  <c:v>1.32822406</c:v>
                </c:pt>
                <c:pt idx="108">
                  <c:v>1.3283048</c:v>
                </c:pt>
                <c:pt idx="109">
                  <c:v>1.32824813</c:v>
                </c:pt>
                <c:pt idx="110">
                  <c:v>1.33207989</c:v>
                </c:pt>
                <c:pt idx="111">
                  <c:v>1.3320977</c:v>
                </c:pt>
                <c:pt idx="112">
                  <c:v>1.33205725</c:v>
                </c:pt>
                <c:pt idx="113">
                  <c:v>1.33202225</c:v>
                </c:pt>
                <c:pt idx="114">
                  <c:v>1.33203473</c:v>
                </c:pt>
                <c:pt idx="115">
                  <c:v>1.33474583</c:v>
                </c:pt>
                <c:pt idx="116">
                  <c:v>1.33471889</c:v>
                </c:pt>
                <c:pt idx="117">
                  <c:v>1.33482542</c:v>
                </c:pt>
                <c:pt idx="118">
                  <c:v>1.33471525</c:v>
                </c:pt>
                <c:pt idx="119">
                  <c:v>1.33472028</c:v>
                </c:pt>
                <c:pt idx="120">
                  <c:v>1.338019</c:v>
                </c:pt>
                <c:pt idx="121">
                  <c:v>1.33809989</c:v>
                </c:pt>
                <c:pt idx="122">
                  <c:v>1.3381115</c:v>
                </c:pt>
                <c:pt idx="123">
                  <c:v>1.33811744</c:v>
                </c:pt>
                <c:pt idx="124">
                  <c:v>1.33815533</c:v>
                </c:pt>
                <c:pt idx="125">
                  <c:v>1.35009078</c:v>
                </c:pt>
                <c:pt idx="126">
                  <c:v>1.350096</c:v>
                </c:pt>
                <c:pt idx="127">
                  <c:v>1.35006103</c:v>
                </c:pt>
                <c:pt idx="128">
                  <c:v>1.35011191</c:v>
                </c:pt>
                <c:pt idx="129">
                  <c:v>1.35011534</c:v>
                </c:pt>
                <c:pt idx="130">
                  <c:v>1.33590831</c:v>
                </c:pt>
                <c:pt idx="131">
                  <c:v>1.33585787</c:v>
                </c:pt>
                <c:pt idx="132">
                  <c:v>1.33591999</c:v>
                </c:pt>
                <c:pt idx="133">
                  <c:v>1.33584241</c:v>
                </c:pt>
                <c:pt idx="134">
                  <c:v>1.3358183</c:v>
                </c:pt>
                <c:pt idx="135">
                  <c:v>1.34293864</c:v>
                </c:pt>
                <c:pt idx="136">
                  <c:v>1.34301941</c:v>
                </c:pt>
                <c:pt idx="137">
                  <c:v>1.34304202</c:v>
                </c:pt>
                <c:pt idx="138">
                  <c:v>1.34301589</c:v>
                </c:pt>
                <c:pt idx="139">
                  <c:v>1.34296678</c:v>
                </c:pt>
                <c:pt idx="140">
                  <c:v>1.32720239</c:v>
                </c:pt>
                <c:pt idx="141">
                  <c:v>1.32716622</c:v>
                </c:pt>
                <c:pt idx="142">
                  <c:v>1.32720206</c:v>
                </c:pt>
                <c:pt idx="143">
                  <c:v>1.32718423</c:v>
                </c:pt>
                <c:pt idx="144">
                  <c:v>1.32719136</c:v>
                </c:pt>
                <c:pt idx="145">
                  <c:v>1.3367484</c:v>
                </c:pt>
                <c:pt idx="146">
                  <c:v>1.33676708</c:v>
                </c:pt>
                <c:pt idx="147">
                  <c:v>1.336764</c:v>
                </c:pt>
                <c:pt idx="148">
                  <c:v>1.33684623</c:v>
                </c:pt>
                <c:pt idx="149">
                  <c:v>1.33682585</c:v>
                </c:pt>
                <c:pt idx="150">
                  <c:v>1.33000275</c:v>
                </c:pt>
                <c:pt idx="151">
                  <c:v>1.32997812</c:v>
                </c:pt>
                <c:pt idx="152">
                  <c:v>1.32996648</c:v>
                </c:pt>
                <c:pt idx="153">
                  <c:v>1.32994276</c:v>
                </c:pt>
                <c:pt idx="154">
                  <c:v>1.33001764</c:v>
                </c:pt>
                <c:pt idx="155">
                  <c:v>1.3471264</c:v>
                </c:pt>
                <c:pt idx="156">
                  <c:v>1.34706819</c:v>
                </c:pt>
                <c:pt idx="157">
                  <c:v>1.34707266</c:v>
                </c:pt>
                <c:pt idx="158">
                  <c:v>1.34713061</c:v>
                </c:pt>
                <c:pt idx="159">
                  <c:v>1.34707788</c:v>
                </c:pt>
                <c:pt idx="160">
                  <c:v>1.34256712</c:v>
                </c:pt>
                <c:pt idx="161">
                  <c:v>1.34259035</c:v>
                </c:pt>
                <c:pt idx="162">
                  <c:v>1.34262196</c:v>
                </c:pt>
                <c:pt idx="163">
                  <c:v>1.34258433</c:v>
                </c:pt>
                <c:pt idx="164">
                  <c:v>1.34255775</c:v>
                </c:pt>
                <c:pt idx="165">
                  <c:v>1.34613631</c:v>
                </c:pt>
                <c:pt idx="166">
                  <c:v>1.34623423</c:v>
                </c:pt>
                <c:pt idx="167">
                  <c:v>1.34613371</c:v>
                </c:pt>
                <c:pt idx="168">
                  <c:v>1.34621051</c:v>
                </c:pt>
                <c:pt idx="169">
                  <c:v>1.34616016</c:v>
                </c:pt>
                <c:pt idx="170">
                  <c:v>1.3449497</c:v>
                </c:pt>
                <c:pt idx="171">
                  <c:v>1.34492943</c:v>
                </c:pt>
                <c:pt idx="172">
                  <c:v>1.34496424</c:v>
                </c:pt>
                <c:pt idx="173">
                  <c:v>1.34505334</c:v>
                </c:pt>
                <c:pt idx="174">
                  <c:v>1.34497618</c:v>
                </c:pt>
                <c:pt idx="175">
                  <c:v>1.34582716</c:v>
                </c:pt>
                <c:pt idx="176">
                  <c:v>1.34584034</c:v>
                </c:pt>
                <c:pt idx="177">
                  <c:v>1.34577213</c:v>
                </c:pt>
                <c:pt idx="178">
                  <c:v>1.34582614</c:v>
                </c:pt>
                <c:pt idx="179">
                  <c:v>1.34583464</c:v>
                </c:pt>
                <c:pt idx="180">
                  <c:v>1.34667904</c:v>
                </c:pt>
                <c:pt idx="181">
                  <c:v>1.34669282</c:v>
                </c:pt>
                <c:pt idx="182">
                  <c:v>1.3466828</c:v>
                </c:pt>
                <c:pt idx="183">
                  <c:v>1.34664696</c:v>
                </c:pt>
                <c:pt idx="184">
                  <c:v>1.3466903</c:v>
                </c:pt>
                <c:pt idx="185">
                  <c:v>1.358015</c:v>
                </c:pt>
                <c:pt idx="186">
                  <c:v>1.35793697</c:v>
                </c:pt>
                <c:pt idx="187">
                  <c:v>1.35799566</c:v>
                </c:pt>
                <c:pt idx="188">
                  <c:v>1.35797378</c:v>
                </c:pt>
                <c:pt idx="189">
                  <c:v>1.35803025</c:v>
                </c:pt>
                <c:pt idx="190">
                  <c:v>1.35360001</c:v>
                </c:pt>
                <c:pt idx="191">
                  <c:v>1.35360453</c:v>
                </c:pt>
                <c:pt idx="192">
                  <c:v>1.3536628</c:v>
                </c:pt>
                <c:pt idx="193">
                  <c:v>1.35355296</c:v>
                </c:pt>
                <c:pt idx="194">
                  <c:v>1.35361469</c:v>
                </c:pt>
                <c:pt idx="195">
                  <c:v>1.34421164</c:v>
                </c:pt>
                <c:pt idx="196">
                  <c:v>1.3441671</c:v>
                </c:pt>
                <c:pt idx="197">
                  <c:v>1.34416214</c:v>
                </c:pt>
                <c:pt idx="198">
                  <c:v>1.34420574</c:v>
                </c:pt>
                <c:pt idx="199">
                  <c:v>1.34419518</c:v>
                </c:pt>
                <c:pt idx="200">
                  <c:v>1.35834525</c:v>
                </c:pt>
                <c:pt idx="201">
                  <c:v>1.35842442</c:v>
                </c:pt>
                <c:pt idx="202">
                  <c:v>1.35846832</c:v>
                </c:pt>
                <c:pt idx="203">
                  <c:v>1.35846234</c:v>
                </c:pt>
                <c:pt idx="204">
                  <c:v>1.35848706</c:v>
                </c:pt>
                <c:pt idx="205">
                  <c:v>1.35766887</c:v>
                </c:pt>
                <c:pt idx="206">
                  <c:v>1.3575897</c:v>
                </c:pt>
                <c:pt idx="207">
                  <c:v>1.35759256</c:v>
                </c:pt>
                <c:pt idx="208">
                  <c:v>1.35759701</c:v>
                </c:pt>
                <c:pt idx="209">
                  <c:v>1.35762571</c:v>
                </c:pt>
                <c:pt idx="210">
                  <c:v>1.35213504</c:v>
                </c:pt>
                <c:pt idx="211">
                  <c:v>1.35212481</c:v>
                </c:pt>
                <c:pt idx="212">
                  <c:v>1.35213643</c:v>
                </c:pt>
                <c:pt idx="213">
                  <c:v>1.35211374</c:v>
                </c:pt>
                <c:pt idx="214">
                  <c:v>1.35217565</c:v>
                </c:pt>
                <c:pt idx="215">
                  <c:v>1.35335959</c:v>
                </c:pt>
                <c:pt idx="216">
                  <c:v>1.35334979</c:v>
                </c:pt>
                <c:pt idx="217">
                  <c:v>1.35335215</c:v>
                </c:pt>
                <c:pt idx="218">
                  <c:v>1.35340156</c:v>
                </c:pt>
                <c:pt idx="219">
                  <c:v>1.35345107</c:v>
                </c:pt>
                <c:pt idx="220">
                  <c:v>1.34832307</c:v>
                </c:pt>
                <c:pt idx="221">
                  <c:v>1.34835259</c:v>
                </c:pt>
                <c:pt idx="222">
                  <c:v>1.3483739</c:v>
                </c:pt>
                <c:pt idx="223">
                  <c:v>1.3483553</c:v>
                </c:pt>
                <c:pt idx="224">
                  <c:v>1.34836174</c:v>
                </c:pt>
                <c:pt idx="225">
                  <c:v>1.36485142</c:v>
                </c:pt>
                <c:pt idx="226">
                  <c:v>1.36488406</c:v>
                </c:pt>
                <c:pt idx="227">
                  <c:v>1.36492453</c:v>
                </c:pt>
                <c:pt idx="228">
                  <c:v>1.3649287</c:v>
                </c:pt>
                <c:pt idx="229">
                  <c:v>1.36488394</c:v>
                </c:pt>
                <c:pt idx="230">
                  <c:v>1.35994466</c:v>
                </c:pt>
                <c:pt idx="231">
                  <c:v>1.35988489</c:v>
                </c:pt>
                <c:pt idx="232">
                  <c:v>1.35995184</c:v>
                </c:pt>
                <c:pt idx="233">
                  <c:v>1.35998266</c:v>
                </c:pt>
                <c:pt idx="234">
                  <c:v>1.35995136</c:v>
                </c:pt>
                <c:pt idx="235">
                  <c:v>1.35716449</c:v>
                </c:pt>
                <c:pt idx="236">
                  <c:v>1.35709373</c:v>
                </c:pt>
                <c:pt idx="237">
                  <c:v>1.35711033</c:v>
                </c:pt>
                <c:pt idx="238">
                  <c:v>1.35711882</c:v>
                </c:pt>
                <c:pt idx="239">
                  <c:v>1.35717006</c:v>
                </c:pt>
                <c:pt idx="240">
                  <c:v>1.3620412</c:v>
                </c:pt>
                <c:pt idx="241">
                  <c:v>1.36206872</c:v>
                </c:pt>
                <c:pt idx="242">
                  <c:v>1.36193399</c:v>
                </c:pt>
                <c:pt idx="243">
                  <c:v>1.36201619</c:v>
                </c:pt>
                <c:pt idx="244">
                  <c:v>1.36204109</c:v>
                </c:pt>
                <c:pt idx="245">
                  <c:v>1.35385989</c:v>
                </c:pt>
                <c:pt idx="246">
                  <c:v>1.35388308</c:v>
                </c:pt>
                <c:pt idx="247">
                  <c:v>1.35385113</c:v>
                </c:pt>
                <c:pt idx="248">
                  <c:v>1.35387208</c:v>
                </c:pt>
                <c:pt idx="249">
                  <c:v>1.35381632</c:v>
                </c:pt>
                <c:pt idx="250">
                  <c:v>1.35192871</c:v>
                </c:pt>
                <c:pt idx="251">
                  <c:v>1.35193963</c:v>
                </c:pt>
                <c:pt idx="252">
                  <c:v>1.35195466</c:v>
                </c:pt>
                <c:pt idx="253">
                  <c:v>1.35194599</c:v>
                </c:pt>
                <c:pt idx="254">
                  <c:v>1.35201203</c:v>
                </c:pt>
                <c:pt idx="255">
                  <c:v>1.37074625</c:v>
                </c:pt>
                <c:pt idx="256">
                  <c:v>1.37080376</c:v>
                </c:pt>
                <c:pt idx="257">
                  <c:v>1.37068617</c:v>
                </c:pt>
                <c:pt idx="258">
                  <c:v>1.37072427</c:v>
                </c:pt>
                <c:pt idx="259">
                  <c:v>1.37075042</c:v>
                </c:pt>
                <c:pt idx="260">
                  <c:v>1.36191386</c:v>
                </c:pt>
                <c:pt idx="261">
                  <c:v>1.36195576</c:v>
                </c:pt>
                <c:pt idx="262">
                  <c:v>1.36193231</c:v>
                </c:pt>
                <c:pt idx="263">
                  <c:v>1.36189099</c:v>
                </c:pt>
                <c:pt idx="264">
                  <c:v>1.36189942</c:v>
                </c:pt>
                <c:pt idx="265">
                  <c:v>1.36264493</c:v>
                </c:pt>
                <c:pt idx="266">
                  <c:v>1.36263185</c:v>
                </c:pt>
                <c:pt idx="267">
                  <c:v>1.36266954</c:v>
                </c:pt>
                <c:pt idx="268">
                  <c:v>1.36260896</c:v>
                </c:pt>
                <c:pt idx="269">
                  <c:v>1.3625735</c:v>
                </c:pt>
                <c:pt idx="270">
                  <c:v>1.36191948</c:v>
                </c:pt>
                <c:pt idx="271">
                  <c:v>1.36179165</c:v>
                </c:pt>
                <c:pt idx="272">
                  <c:v>1.36190457</c:v>
                </c:pt>
                <c:pt idx="273">
                  <c:v>1.36184343</c:v>
                </c:pt>
                <c:pt idx="274">
                  <c:v>1.36184916</c:v>
                </c:pt>
                <c:pt idx="275">
                  <c:v>1.3609828</c:v>
                </c:pt>
                <c:pt idx="276">
                  <c:v>1.36096416</c:v>
                </c:pt>
                <c:pt idx="277">
                  <c:v>1.36093484</c:v>
                </c:pt>
                <c:pt idx="278">
                  <c:v>1.36096218</c:v>
                </c:pt>
                <c:pt idx="279">
                  <c:v>1.36092943</c:v>
                </c:pt>
                <c:pt idx="280">
                  <c:v>1.36366533</c:v>
                </c:pt>
                <c:pt idx="281">
                  <c:v>1.36374758</c:v>
                </c:pt>
                <c:pt idx="282">
                  <c:v>1.36374613</c:v>
                </c:pt>
                <c:pt idx="283">
                  <c:v>1.36365878</c:v>
                </c:pt>
                <c:pt idx="284">
                  <c:v>1.36363361</c:v>
                </c:pt>
                <c:pt idx="285">
                  <c:v>1.36833943</c:v>
                </c:pt>
                <c:pt idx="286">
                  <c:v>1.36830983</c:v>
                </c:pt>
                <c:pt idx="287">
                  <c:v>1.36830368</c:v>
                </c:pt>
                <c:pt idx="288">
                  <c:v>1.36834215</c:v>
                </c:pt>
                <c:pt idx="289">
                  <c:v>1.36831549</c:v>
                </c:pt>
                <c:pt idx="290">
                  <c:v>1.36966473</c:v>
                </c:pt>
                <c:pt idx="291">
                  <c:v>1.36968794</c:v>
                </c:pt>
                <c:pt idx="292">
                  <c:v>1.3696173</c:v>
                </c:pt>
                <c:pt idx="293">
                  <c:v>1.36960186</c:v>
                </c:pt>
                <c:pt idx="294">
                  <c:v>1.36968039</c:v>
                </c:pt>
                <c:pt idx="295">
                  <c:v>1.3646708</c:v>
                </c:pt>
                <c:pt idx="296">
                  <c:v>1.36460496</c:v>
                </c:pt>
                <c:pt idx="297">
                  <c:v>1.36458039</c:v>
                </c:pt>
                <c:pt idx="298">
                  <c:v>1.36471331</c:v>
                </c:pt>
                <c:pt idx="299">
                  <c:v>1.36467672</c:v>
                </c:pt>
                <c:pt idx="300">
                  <c:v>1.3560187</c:v>
                </c:pt>
                <c:pt idx="301">
                  <c:v>1.35597834</c:v>
                </c:pt>
                <c:pt idx="302">
                  <c:v>1.35595201</c:v>
                </c:pt>
                <c:pt idx="303">
                  <c:v>1.35597083</c:v>
                </c:pt>
                <c:pt idx="304">
                  <c:v>1.35597183</c:v>
                </c:pt>
                <c:pt idx="305">
                  <c:v>1.36638325</c:v>
                </c:pt>
                <c:pt idx="306">
                  <c:v>1.36633078</c:v>
                </c:pt>
                <c:pt idx="307">
                  <c:v>1.36634022</c:v>
                </c:pt>
                <c:pt idx="308">
                  <c:v>1.36633548</c:v>
                </c:pt>
                <c:pt idx="309">
                  <c:v>1.36634497</c:v>
                </c:pt>
                <c:pt idx="310">
                  <c:v>1.36421733</c:v>
                </c:pt>
                <c:pt idx="311">
                  <c:v>1.36423328</c:v>
                </c:pt>
                <c:pt idx="312">
                  <c:v>1.36424097</c:v>
                </c:pt>
                <c:pt idx="313">
                  <c:v>1.36431558</c:v>
                </c:pt>
                <c:pt idx="314">
                  <c:v>1.36418688</c:v>
                </c:pt>
                <c:pt idx="315">
                  <c:v>1.36718654</c:v>
                </c:pt>
                <c:pt idx="316">
                  <c:v>1.36724265</c:v>
                </c:pt>
                <c:pt idx="317">
                  <c:v>1.36728332</c:v>
                </c:pt>
                <c:pt idx="318">
                  <c:v>1.36720503</c:v>
                </c:pt>
                <c:pt idx="319">
                  <c:v>1.3672104</c:v>
                </c:pt>
                <c:pt idx="320">
                  <c:v>1.35919605</c:v>
                </c:pt>
                <c:pt idx="321">
                  <c:v>1.35922402</c:v>
                </c:pt>
                <c:pt idx="322">
                  <c:v>1.35918432</c:v>
                </c:pt>
                <c:pt idx="323">
                  <c:v>1.35917852</c:v>
                </c:pt>
                <c:pt idx="324">
                  <c:v>1.35919515</c:v>
                </c:pt>
                <c:pt idx="325">
                  <c:v>1.36947824</c:v>
                </c:pt>
                <c:pt idx="326">
                  <c:v>1.36947664</c:v>
                </c:pt>
                <c:pt idx="327">
                  <c:v>1.36948249</c:v>
                </c:pt>
                <c:pt idx="328">
                  <c:v>1.36948061</c:v>
                </c:pt>
                <c:pt idx="329">
                  <c:v>1.36951425</c:v>
                </c:pt>
                <c:pt idx="330">
                  <c:v>1.36494371</c:v>
                </c:pt>
                <c:pt idx="331">
                  <c:v>1.36502937</c:v>
                </c:pt>
                <c:pt idx="332">
                  <c:v>1.36494556</c:v>
                </c:pt>
                <c:pt idx="333">
                  <c:v>1.36502142</c:v>
                </c:pt>
                <c:pt idx="334">
                  <c:v>1.36498141</c:v>
                </c:pt>
                <c:pt idx="335">
                  <c:v>1.37072981</c:v>
                </c:pt>
                <c:pt idx="336">
                  <c:v>1.37074133</c:v>
                </c:pt>
                <c:pt idx="337">
                  <c:v>1.37071951</c:v>
                </c:pt>
                <c:pt idx="338">
                  <c:v>1.3706868</c:v>
                </c:pt>
                <c:pt idx="339">
                  <c:v>1.37070758</c:v>
                </c:pt>
                <c:pt idx="340">
                  <c:v>1.36266163</c:v>
                </c:pt>
                <c:pt idx="341">
                  <c:v>1.36256326</c:v>
                </c:pt>
                <c:pt idx="342">
                  <c:v>1.36267077</c:v>
                </c:pt>
                <c:pt idx="343">
                  <c:v>1.36267299</c:v>
                </c:pt>
                <c:pt idx="344">
                  <c:v>1.36260972</c:v>
                </c:pt>
                <c:pt idx="345">
                  <c:v>1.37937152</c:v>
                </c:pt>
                <c:pt idx="346">
                  <c:v>1.37935396</c:v>
                </c:pt>
                <c:pt idx="347">
                  <c:v>1.37936164</c:v>
                </c:pt>
                <c:pt idx="348">
                  <c:v>1.37934579</c:v>
                </c:pt>
                <c:pt idx="349">
                  <c:v>1.37940424</c:v>
                </c:pt>
                <c:pt idx="350">
                  <c:v>1.36596008</c:v>
                </c:pt>
                <c:pt idx="351">
                  <c:v>1.36592935</c:v>
                </c:pt>
                <c:pt idx="352">
                  <c:v>1.36592924</c:v>
                </c:pt>
                <c:pt idx="353">
                  <c:v>1.3659315</c:v>
                </c:pt>
                <c:pt idx="354">
                  <c:v>1.36593953</c:v>
                </c:pt>
                <c:pt idx="355">
                  <c:v>1.37269725</c:v>
                </c:pt>
                <c:pt idx="356">
                  <c:v>1.37271444</c:v>
                </c:pt>
                <c:pt idx="357">
                  <c:v>1.37273041</c:v>
                </c:pt>
                <c:pt idx="358">
                  <c:v>1.37272126</c:v>
                </c:pt>
                <c:pt idx="359">
                  <c:v>1.37274887</c:v>
                </c:pt>
                <c:pt idx="360">
                  <c:v>1.37098229</c:v>
                </c:pt>
                <c:pt idx="361">
                  <c:v>1.3709761</c:v>
                </c:pt>
                <c:pt idx="362">
                  <c:v>1.37101969</c:v>
                </c:pt>
                <c:pt idx="363">
                  <c:v>1.37101263</c:v>
                </c:pt>
                <c:pt idx="364">
                  <c:v>1.37099774</c:v>
                </c:pt>
                <c:pt idx="365">
                  <c:v>1.37216116</c:v>
                </c:pt>
                <c:pt idx="366">
                  <c:v>1.37212307</c:v>
                </c:pt>
                <c:pt idx="367">
                  <c:v>1.3721838</c:v>
                </c:pt>
                <c:pt idx="368">
                  <c:v>1.37213329</c:v>
                </c:pt>
                <c:pt idx="369">
                  <c:v>1.37217844</c:v>
                </c:pt>
                <c:pt idx="370">
                  <c:v>1.36961959</c:v>
                </c:pt>
                <c:pt idx="371">
                  <c:v>1.36963263</c:v>
                </c:pt>
                <c:pt idx="372">
                  <c:v>1.36966521</c:v>
                </c:pt>
                <c:pt idx="373">
                  <c:v>1.36966189</c:v>
                </c:pt>
                <c:pt idx="374">
                  <c:v>1.36966498</c:v>
                </c:pt>
                <c:pt idx="375">
                  <c:v>1.37841227</c:v>
                </c:pt>
                <c:pt idx="376">
                  <c:v>1.3783927</c:v>
                </c:pt>
                <c:pt idx="377">
                  <c:v>1.378326</c:v>
                </c:pt>
                <c:pt idx="378">
                  <c:v>1.37840293</c:v>
                </c:pt>
                <c:pt idx="379">
                  <c:v>1.37836198</c:v>
                </c:pt>
                <c:pt idx="380">
                  <c:v>1.37652582</c:v>
                </c:pt>
                <c:pt idx="381">
                  <c:v>1.37653209</c:v>
                </c:pt>
                <c:pt idx="382">
                  <c:v>1.3764761</c:v>
                </c:pt>
                <c:pt idx="383">
                  <c:v>1.37654281</c:v>
                </c:pt>
                <c:pt idx="384">
                  <c:v>1.3765052</c:v>
                </c:pt>
                <c:pt idx="385">
                  <c:v>1.37118498</c:v>
                </c:pt>
                <c:pt idx="386">
                  <c:v>1.37125227</c:v>
                </c:pt>
                <c:pt idx="387">
                  <c:v>1.37121431</c:v>
                </c:pt>
                <c:pt idx="388">
                  <c:v>1.37124127</c:v>
                </c:pt>
                <c:pt idx="389">
                  <c:v>1.37121713</c:v>
                </c:pt>
                <c:pt idx="390">
                  <c:v>1.36581496</c:v>
                </c:pt>
                <c:pt idx="391">
                  <c:v>1.36571755</c:v>
                </c:pt>
                <c:pt idx="392">
                  <c:v>1.36581835</c:v>
                </c:pt>
                <c:pt idx="393">
                  <c:v>1.36576249</c:v>
                </c:pt>
                <c:pt idx="394">
                  <c:v>1.3658244</c:v>
                </c:pt>
                <c:pt idx="395">
                  <c:v>1.37062374</c:v>
                </c:pt>
                <c:pt idx="396">
                  <c:v>1.37058416</c:v>
                </c:pt>
                <c:pt idx="397">
                  <c:v>1.37062066</c:v>
                </c:pt>
                <c:pt idx="398">
                  <c:v>1.37065639</c:v>
                </c:pt>
                <c:pt idx="399">
                  <c:v>1.37064384</c:v>
                </c:pt>
                <c:pt idx="400">
                  <c:v>1.37073217</c:v>
                </c:pt>
                <c:pt idx="401">
                  <c:v>1.37063071</c:v>
                </c:pt>
                <c:pt idx="402">
                  <c:v>1.37072166</c:v>
                </c:pt>
                <c:pt idx="403">
                  <c:v>1.37070955</c:v>
                </c:pt>
                <c:pt idx="404">
                  <c:v>1.37073536</c:v>
                </c:pt>
                <c:pt idx="405">
                  <c:v>1.36511642</c:v>
                </c:pt>
                <c:pt idx="406">
                  <c:v>1.36507192</c:v>
                </c:pt>
                <c:pt idx="407">
                  <c:v>1.36506988</c:v>
                </c:pt>
                <c:pt idx="408">
                  <c:v>1.36509244</c:v>
                </c:pt>
                <c:pt idx="409">
                  <c:v>1.36508443</c:v>
                </c:pt>
                <c:pt idx="410">
                  <c:v>1.37516303</c:v>
                </c:pt>
                <c:pt idx="411">
                  <c:v>1.37514343</c:v>
                </c:pt>
                <c:pt idx="412">
                  <c:v>1.37510515</c:v>
                </c:pt>
                <c:pt idx="413">
                  <c:v>1.37513186</c:v>
                </c:pt>
                <c:pt idx="414">
                  <c:v>1.37511032</c:v>
                </c:pt>
                <c:pt idx="415">
                  <c:v>1.37594412</c:v>
                </c:pt>
                <c:pt idx="416">
                  <c:v>1.37592724</c:v>
                </c:pt>
                <c:pt idx="417">
                  <c:v>1.37592642</c:v>
                </c:pt>
                <c:pt idx="418">
                  <c:v>1.37590434</c:v>
                </c:pt>
                <c:pt idx="419">
                  <c:v>1.37592561</c:v>
                </c:pt>
                <c:pt idx="420">
                  <c:v>1.37051634</c:v>
                </c:pt>
                <c:pt idx="421">
                  <c:v>1.37045089</c:v>
                </c:pt>
                <c:pt idx="422">
                  <c:v>1.37040797</c:v>
                </c:pt>
                <c:pt idx="423">
                  <c:v>1.37042167</c:v>
                </c:pt>
                <c:pt idx="424">
                  <c:v>1.37045888</c:v>
                </c:pt>
                <c:pt idx="425">
                  <c:v>1.37222231</c:v>
                </c:pt>
                <c:pt idx="426">
                  <c:v>1.37223332</c:v>
                </c:pt>
                <c:pt idx="427">
                  <c:v>1.37223988</c:v>
                </c:pt>
                <c:pt idx="428">
                  <c:v>1.37224135</c:v>
                </c:pt>
                <c:pt idx="429">
                  <c:v>1.37228666</c:v>
                </c:pt>
                <c:pt idx="430">
                  <c:v>1.37000846</c:v>
                </c:pt>
                <c:pt idx="431">
                  <c:v>1.37000501</c:v>
                </c:pt>
                <c:pt idx="432">
                  <c:v>1.37001238</c:v>
                </c:pt>
                <c:pt idx="433">
                  <c:v>1.37000948</c:v>
                </c:pt>
                <c:pt idx="434">
                  <c:v>1.37005135</c:v>
                </c:pt>
                <c:pt idx="435">
                  <c:v>1.37404699</c:v>
                </c:pt>
                <c:pt idx="436">
                  <c:v>1.37408336</c:v>
                </c:pt>
                <c:pt idx="437">
                  <c:v>1.37404458</c:v>
                </c:pt>
                <c:pt idx="438">
                  <c:v>1.37398876</c:v>
                </c:pt>
                <c:pt idx="439">
                  <c:v>1.37409299</c:v>
                </c:pt>
                <c:pt idx="440">
                  <c:v>1.36888497</c:v>
                </c:pt>
                <c:pt idx="441">
                  <c:v>1.36885576</c:v>
                </c:pt>
                <c:pt idx="442">
                  <c:v>1.36886497</c:v>
                </c:pt>
                <c:pt idx="443">
                  <c:v>1.36881193</c:v>
                </c:pt>
                <c:pt idx="444">
                  <c:v>1.36888422</c:v>
                </c:pt>
                <c:pt idx="445">
                  <c:v>1.37039694</c:v>
                </c:pt>
                <c:pt idx="446">
                  <c:v>1.37032595</c:v>
                </c:pt>
                <c:pt idx="447">
                  <c:v>1.3702914</c:v>
                </c:pt>
                <c:pt idx="448">
                  <c:v>1.37022959</c:v>
                </c:pt>
                <c:pt idx="449">
                  <c:v>1.37030115</c:v>
                </c:pt>
                <c:pt idx="450">
                  <c:v>1.3708331</c:v>
                </c:pt>
                <c:pt idx="451">
                  <c:v>1.37081709</c:v>
                </c:pt>
                <c:pt idx="452">
                  <c:v>1.3707878</c:v>
                </c:pt>
                <c:pt idx="453">
                  <c:v>1.37081683</c:v>
                </c:pt>
                <c:pt idx="454">
                  <c:v>1.37079581</c:v>
                </c:pt>
                <c:pt idx="455">
                  <c:v>1.37263558</c:v>
                </c:pt>
                <c:pt idx="456">
                  <c:v>1.37265556</c:v>
                </c:pt>
                <c:pt idx="457">
                  <c:v>1.37251599</c:v>
                </c:pt>
                <c:pt idx="458">
                  <c:v>1.37265254</c:v>
                </c:pt>
                <c:pt idx="459">
                  <c:v>1.37253607</c:v>
                </c:pt>
                <c:pt idx="460">
                  <c:v>1.37344918</c:v>
                </c:pt>
                <c:pt idx="461">
                  <c:v>1.37348908</c:v>
                </c:pt>
                <c:pt idx="462">
                  <c:v>1.37343542</c:v>
                </c:pt>
                <c:pt idx="463">
                  <c:v>1.37348591</c:v>
                </c:pt>
                <c:pt idx="464">
                  <c:v>1.37341204</c:v>
                </c:pt>
                <c:pt idx="465">
                  <c:v>1.37593593</c:v>
                </c:pt>
                <c:pt idx="466">
                  <c:v>1.37594949</c:v>
                </c:pt>
                <c:pt idx="467">
                  <c:v>1.37597152</c:v>
                </c:pt>
                <c:pt idx="468">
                  <c:v>1.37593949</c:v>
                </c:pt>
                <c:pt idx="469">
                  <c:v>1.37599692</c:v>
                </c:pt>
                <c:pt idx="470">
                  <c:v>1.36763047</c:v>
                </c:pt>
                <c:pt idx="471">
                  <c:v>1.3676153</c:v>
                </c:pt>
                <c:pt idx="472">
                  <c:v>1.36767988</c:v>
                </c:pt>
                <c:pt idx="473">
                  <c:v>1.36770473</c:v>
                </c:pt>
                <c:pt idx="474">
                  <c:v>1.3676344</c:v>
                </c:pt>
                <c:pt idx="475">
                  <c:v>1.37056374</c:v>
                </c:pt>
                <c:pt idx="476">
                  <c:v>1.37058901</c:v>
                </c:pt>
                <c:pt idx="477">
                  <c:v>1.37052167</c:v>
                </c:pt>
                <c:pt idx="478">
                  <c:v>1.37057785</c:v>
                </c:pt>
                <c:pt idx="479">
                  <c:v>1.37057099</c:v>
                </c:pt>
                <c:pt idx="480">
                  <c:v>1.37157913</c:v>
                </c:pt>
                <c:pt idx="481">
                  <c:v>1.37159949</c:v>
                </c:pt>
                <c:pt idx="482">
                  <c:v>1.37162929</c:v>
                </c:pt>
                <c:pt idx="483">
                  <c:v>1.37167985</c:v>
                </c:pt>
                <c:pt idx="484">
                  <c:v>1.37164863</c:v>
                </c:pt>
                <c:pt idx="485">
                  <c:v>1.37081583</c:v>
                </c:pt>
                <c:pt idx="486">
                  <c:v>1.37082064</c:v>
                </c:pt>
                <c:pt idx="487">
                  <c:v>1.37087882</c:v>
                </c:pt>
                <c:pt idx="488">
                  <c:v>1.37079434</c:v>
                </c:pt>
                <c:pt idx="489">
                  <c:v>1.37081778</c:v>
                </c:pt>
                <c:pt idx="490">
                  <c:v>1.37252703</c:v>
                </c:pt>
                <c:pt idx="491">
                  <c:v>1.37249746</c:v>
                </c:pt>
                <c:pt idx="492">
                  <c:v>1.3725587</c:v>
                </c:pt>
                <c:pt idx="493">
                  <c:v>1.3724901</c:v>
                </c:pt>
                <c:pt idx="494">
                  <c:v>1.37256159</c:v>
                </c:pt>
                <c:pt idx="495">
                  <c:v>1.37533343</c:v>
                </c:pt>
                <c:pt idx="496">
                  <c:v>1.37534558</c:v>
                </c:pt>
                <c:pt idx="497">
                  <c:v>1.37531475</c:v>
                </c:pt>
                <c:pt idx="498">
                  <c:v>1.37532817</c:v>
                </c:pt>
                <c:pt idx="499">
                  <c:v>1.37532613</c:v>
                </c:pt>
                <c:pt idx="500">
                  <c:v>1.36222801</c:v>
                </c:pt>
                <c:pt idx="501">
                  <c:v>1.36229775</c:v>
                </c:pt>
                <c:pt idx="502">
                  <c:v>1.36224567</c:v>
                </c:pt>
                <c:pt idx="503">
                  <c:v>1.36224131</c:v>
                </c:pt>
                <c:pt idx="504">
                  <c:v>1.36220542</c:v>
                </c:pt>
                <c:pt idx="505">
                  <c:v>1.36660455</c:v>
                </c:pt>
                <c:pt idx="506">
                  <c:v>1.36661743</c:v>
                </c:pt>
                <c:pt idx="507">
                  <c:v>1.36663437</c:v>
                </c:pt>
                <c:pt idx="508">
                  <c:v>1.3666387</c:v>
                </c:pt>
                <c:pt idx="509">
                  <c:v>1.36664187</c:v>
                </c:pt>
                <c:pt idx="510">
                  <c:v>1.36645814</c:v>
                </c:pt>
                <c:pt idx="511">
                  <c:v>1.36643728</c:v>
                </c:pt>
                <c:pt idx="512">
                  <c:v>1.36647721</c:v>
                </c:pt>
                <c:pt idx="513">
                  <c:v>1.3664812</c:v>
                </c:pt>
                <c:pt idx="514">
                  <c:v>1.36641114</c:v>
                </c:pt>
                <c:pt idx="515">
                  <c:v>1.36986358</c:v>
                </c:pt>
                <c:pt idx="516">
                  <c:v>1.36981177</c:v>
                </c:pt>
                <c:pt idx="517">
                  <c:v>1.36983598</c:v>
                </c:pt>
                <c:pt idx="518">
                  <c:v>1.36979973</c:v>
                </c:pt>
                <c:pt idx="519">
                  <c:v>1.3698323</c:v>
                </c:pt>
                <c:pt idx="520">
                  <c:v>1.36481651</c:v>
                </c:pt>
                <c:pt idx="521">
                  <c:v>1.36488265</c:v>
                </c:pt>
                <c:pt idx="522">
                  <c:v>1.36482756</c:v>
                </c:pt>
                <c:pt idx="523">
                  <c:v>1.36487446</c:v>
                </c:pt>
                <c:pt idx="524">
                  <c:v>1.36480759</c:v>
                </c:pt>
                <c:pt idx="525">
                  <c:v>1.37370299</c:v>
                </c:pt>
                <c:pt idx="526">
                  <c:v>1.37370744</c:v>
                </c:pt>
                <c:pt idx="527">
                  <c:v>1.37375479</c:v>
                </c:pt>
                <c:pt idx="528">
                  <c:v>1.3736499</c:v>
                </c:pt>
                <c:pt idx="529">
                  <c:v>1.37374178</c:v>
                </c:pt>
                <c:pt idx="530">
                  <c:v>1.36470806</c:v>
                </c:pt>
                <c:pt idx="531">
                  <c:v>1.36485052</c:v>
                </c:pt>
                <c:pt idx="532">
                  <c:v>1.36473937</c:v>
                </c:pt>
                <c:pt idx="533">
                  <c:v>1.36476358</c:v>
                </c:pt>
                <c:pt idx="534">
                  <c:v>1.36475919</c:v>
                </c:pt>
                <c:pt idx="535">
                  <c:v>1.37023168</c:v>
                </c:pt>
                <c:pt idx="536">
                  <c:v>1.37022941</c:v>
                </c:pt>
                <c:pt idx="537">
                  <c:v>1.3702208</c:v>
                </c:pt>
                <c:pt idx="538">
                  <c:v>1.37021283</c:v>
                </c:pt>
                <c:pt idx="539">
                  <c:v>1.37020553</c:v>
                </c:pt>
                <c:pt idx="540">
                  <c:v>1.37089898</c:v>
                </c:pt>
                <c:pt idx="541">
                  <c:v>1.37084584</c:v>
                </c:pt>
                <c:pt idx="542">
                  <c:v>1.37084953</c:v>
                </c:pt>
                <c:pt idx="543">
                  <c:v>1.37086931</c:v>
                </c:pt>
                <c:pt idx="544">
                  <c:v>1.37092602</c:v>
                </c:pt>
                <c:pt idx="545">
                  <c:v>1.37227452</c:v>
                </c:pt>
                <c:pt idx="546">
                  <c:v>1.37227806</c:v>
                </c:pt>
                <c:pt idx="547">
                  <c:v>1.37231482</c:v>
                </c:pt>
                <c:pt idx="548">
                  <c:v>1.37227316</c:v>
                </c:pt>
                <c:pt idx="549">
                  <c:v>1.37230878</c:v>
                </c:pt>
                <c:pt idx="550">
                  <c:v>1.36676413</c:v>
                </c:pt>
                <c:pt idx="551">
                  <c:v>1.36681814</c:v>
                </c:pt>
                <c:pt idx="552">
                  <c:v>1.36684163</c:v>
                </c:pt>
                <c:pt idx="553">
                  <c:v>1.36675169</c:v>
                </c:pt>
                <c:pt idx="554">
                  <c:v>1.36678601</c:v>
                </c:pt>
                <c:pt idx="555">
                  <c:v>1.36804087</c:v>
                </c:pt>
                <c:pt idx="556">
                  <c:v>1.36804046</c:v>
                </c:pt>
                <c:pt idx="557">
                  <c:v>1.36799289</c:v>
                </c:pt>
                <c:pt idx="558">
                  <c:v>1.36800073</c:v>
                </c:pt>
                <c:pt idx="559">
                  <c:v>1.36799597</c:v>
                </c:pt>
                <c:pt idx="560">
                  <c:v>1.36899212</c:v>
                </c:pt>
                <c:pt idx="561">
                  <c:v>1.36905026</c:v>
                </c:pt>
                <c:pt idx="562">
                  <c:v>1.36899855</c:v>
                </c:pt>
                <c:pt idx="563">
                  <c:v>1.36901188</c:v>
                </c:pt>
                <c:pt idx="564">
                  <c:v>1.36891828</c:v>
                </c:pt>
                <c:pt idx="565">
                  <c:v>1.37380984</c:v>
                </c:pt>
                <c:pt idx="566">
                  <c:v>1.37379354</c:v>
                </c:pt>
                <c:pt idx="567">
                  <c:v>1.37380158</c:v>
                </c:pt>
                <c:pt idx="568">
                  <c:v>1.37380717</c:v>
                </c:pt>
                <c:pt idx="569">
                  <c:v>1.37378574</c:v>
                </c:pt>
                <c:pt idx="570">
                  <c:v>1.37332912</c:v>
                </c:pt>
                <c:pt idx="571">
                  <c:v>1.37331515</c:v>
                </c:pt>
                <c:pt idx="572">
                  <c:v>1.37335275</c:v>
                </c:pt>
                <c:pt idx="573">
                  <c:v>1.37340143</c:v>
                </c:pt>
                <c:pt idx="574">
                  <c:v>1.37334605</c:v>
                </c:pt>
                <c:pt idx="575">
                  <c:v>1.36731594</c:v>
                </c:pt>
                <c:pt idx="576">
                  <c:v>1.36735271</c:v>
                </c:pt>
                <c:pt idx="577">
                  <c:v>1.3673434</c:v>
                </c:pt>
                <c:pt idx="578">
                  <c:v>1.36724837</c:v>
                </c:pt>
                <c:pt idx="579">
                  <c:v>1.36733643</c:v>
                </c:pt>
                <c:pt idx="580">
                  <c:v>1.3636901</c:v>
                </c:pt>
                <c:pt idx="581">
                  <c:v>1.36370539</c:v>
                </c:pt>
                <c:pt idx="582">
                  <c:v>1.36380296</c:v>
                </c:pt>
                <c:pt idx="583">
                  <c:v>1.3637908</c:v>
                </c:pt>
                <c:pt idx="584">
                  <c:v>1.36372351</c:v>
                </c:pt>
                <c:pt idx="585">
                  <c:v>1.36552012</c:v>
                </c:pt>
                <c:pt idx="586">
                  <c:v>1.36552909</c:v>
                </c:pt>
                <c:pt idx="587">
                  <c:v>1.3655143</c:v>
                </c:pt>
                <c:pt idx="588">
                  <c:v>1.36547957</c:v>
                </c:pt>
                <c:pt idx="589">
                  <c:v>1.3654681</c:v>
                </c:pt>
                <c:pt idx="590">
                  <c:v>1.36155272</c:v>
                </c:pt>
                <c:pt idx="591">
                  <c:v>1.36154269</c:v>
                </c:pt>
                <c:pt idx="592">
                  <c:v>1.36146835</c:v>
                </c:pt>
                <c:pt idx="593">
                  <c:v>1.36159638</c:v>
                </c:pt>
                <c:pt idx="594">
                  <c:v>1.36153743</c:v>
                </c:pt>
                <c:pt idx="595">
                  <c:v>1.37094833</c:v>
                </c:pt>
                <c:pt idx="596">
                  <c:v>1.37093627</c:v>
                </c:pt>
                <c:pt idx="597">
                  <c:v>1.37088789</c:v>
                </c:pt>
                <c:pt idx="598">
                  <c:v>1.37091003</c:v>
                </c:pt>
                <c:pt idx="599">
                  <c:v>1.37091883</c:v>
                </c:pt>
                <c:pt idx="600">
                  <c:v>1.36828671</c:v>
                </c:pt>
                <c:pt idx="601">
                  <c:v>1.36842222</c:v>
                </c:pt>
                <c:pt idx="602">
                  <c:v>1.3684449</c:v>
                </c:pt>
                <c:pt idx="603">
                  <c:v>1.36832123</c:v>
                </c:pt>
                <c:pt idx="604">
                  <c:v>1.36840955</c:v>
                </c:pt>
                <c:pt idx="605">
                  <c:v>1.36502084</c:v>
                </c:pt>
                <c:pt idx="606">
                  <c:v>1.36501477</c:v>
                </c:pt>
                <c:pt idx="607">
                  <c:v>1.36509712</c:v>
                </c:pt>
                <c:pt idx="608">
                  <c:v>1.36506354</c:v>
                </c:pt>
                <c:pt idx="609">
                  <c:v>1.36503639</c:v>
                </c:pt>
                <c:pt idx="610">
                  <c:v>1.37171652</c:v>
                </c:pt>
                <c:pt idx="611">
                  <c:v>1.37174411</c:v>
                </c:pt>
                <c:pt idx="612">
                  <c:v>1.37178064</c:v>
                </c:pt>
                <c:pt idx="613">
                  <c:v>1.37175164</c:v>
                </c:pt>
                <c:pt idx="614">
                  <c:v>1.37184535</c:v>
                </c:pt>
                <c:pt idx="615">
                  <c:v>1.36773475</c:v>
                </c:pt>
                <c:pt idx="616">
                  <c:v>1.36768505</c:v>
                </c:pt>
                <c:pt idx="617">
                  <c:v>1.36771732</c:v>
                </c:pt>
                <c:pt idx="618">
                  <c:v>1.36773185</c:v>
                </c:pt>
                <c:pt idx="619">
                  <c:v>1.36774386</c:v>
                </c:pt>
                <c:pt idx="620">
                  <c:v>1.36599565</c:v>
                </c:pt>
                <c:pt idx="621">
                  <c:v>1.36598278</c:v>
                </c:pt>
                <c:pt idx="622">
                  <c:v>1.36599111</c:v>
                </c:pt>
                <c:pt idx="623">
                  <c:v>1.36605912</c:v>
                </c:pt>
                <c:pt idx="624">
                  <c:v>1.3659948</c:v>
                </c:pt>
                <c:pt idx="625">
                  <c:v>1.36180352</c:v>
                </c:pt>
                <c:pt idx="626">
                  <c:v>1.36179151</c:v>
                </c:pt>
                <c:pt idx="627">
                  <c:v>1.36175602</c:v>
                </c:pt>
                <c:pt idx="628">
                  <c:v>1.36172664</c:v>
                </c:pt>
                <c:pt idx="629">
                  <c:v>1.36172173</c:v>
                </c:pt>
                <c:pt idx="630">
                  <c:v>1.36718697</c:v>
                </c:pt>
                <c:pt idx="631">
                  <c:v>1.36725665</c:v>
                </c:pt>
                <c:pt idx="632">
                  <c:v>1.36721325</c:v>
                </c:pt>
                <c:pt idx="633">
                  <c:v>1.3672616</c:v>
                </c:pt>
                <c:pt idx="634">
                  <c:v>1.36721148</c:v>
                </c:pt>
                <c:pt idx="635">
                  <c:v>1.35784709</c:v>
                </c:pt>
                <c:pt idx="636">
                  <c:v>1.35791896</c:v>
                </c:pt>
                <c:pt idx="637">
                  <c:v>1.3578838</c:v>
                </c:pt>
                <c:pt idx="638">
                  <c:v>1.3579588</c:v>
                </c:pt>
                <c:pt idx="639">
                  <c:v>1.35786863</c:v>
                </c:pt>
                <c:pt idx="640">
                  <c:v>1.36485354</c:v>
                </c:pt>
                <c:pt idx="641">
                  <c:v>1.3649548</c:v>
                </c:pt>
                <c:pt idx="642">
                  <c:v>1.36491105</c:v>
                </c:pt>
                <c:pt idx="643">
                  <c:v>1.36487097</c:v>
                </c:pt>
                <c:pt idx="644">
                  <c:v>1.36485225</c:v>
                </c:pt>
                <c:pt idx="645">
                  <c:v>1.36240225</c:v>
                </c:pt>
                <c:pt idx="646">
                  <c:v>1.36240216</c:v>
                </c:pt>
                <c:pt idx="647">
                  <c:v>1.36232254</c:v>
                </c:pt>
                <c:pt idx="648">
                  <c:v>1.36238762</c:v>
                </c:pt>
                <c:pt idx="649">
                  <c:v>1.36242903</c:v>
                </c:pt>
                <c:pt idx="650">
                  <c:v>1.36621647</c:v>
                </c:pt>
                <c:pt idx="651">
                  <c:v>1.36625604</c:v>
                </c:pt>
                <c:pt idx="652">
                  <c:v>1.3662711</c:v>
                </c:pt>
                <c:pt idx="653">
                  <c:v>1.36626974</c:v>
                </c:pt>
                <c:pt idx="654">
                  <c:v>1.36626883</c:v>
                </c:pt>
                <c:pt idx="655">
                  <c:v>1.36904364</c:v>
                </c:pt>
                <c:pt idx="656">
                  <c:v>1.36897871</c:v>
                </c:pt>
                <c:pt idx="657">
                  <c:v>1.36900371</c:v>
                </c:pt>
                <c:pt idx="658">
                  <c:v>1.36893284</c:v>
                </c:pt>
                <c:pt idx="659">
                  <c:v>1.36895944</c:v>
                </c:pt>
                <c:pt idx="660">
                  <c:v>1.35982719</c:v>
                </c:pt>
                <c:pt idx="661">
                  <c:v>1.35988625</c:v>
                </c:pt>
                <c:pt idx="662">
                  <c:v>1.35984671</c:v>
                </c:pt>
                <c:pt idx="663">
                  <c:v>1.35978352</c:v>
                </c:pt>
                <c:pt idx="664">
                  <c:v>1.35991683</c:v>
                </c:pt>
                <c:pt idx="665">
                  <c:v>1.36179598</c:v>
                </c:pt>
                <c:pt idx="666">
                  <c:v>1.36178591</c:v>
                </c:pt>
                <c:pt idx="667">
                  <c:v>1.36181583</c:v>
                </c:pt>
                <c:pt idx="668">
                  <c:v>1.36192206</c:v>
                </c:pt>
                <c:pt idx="669">
                  <c:v>1.36180051</c:v>
                </c:pt>
                <c:pt idx="670">
                  <c:v>1.36152316</c:v>
                </c:pt>
                <c:pt idx="671">
                  <c:v>1.36146586</c:v>
                </c:pt>
                <c:pt idx="672">
                  <c:v>1.36149689</c:v>
                </c:pt>
                <c:pt idx="673">
                  <c:v>1.36145231</c:v>
                </c:pt>
                <c:pt idx="674">
                  <c:v>1.36140121</c:v>
                </c:pt>
                <c:pt idx="675">
                  <c:v>1.36225082</c:v>
                </c:pt>
                <c:pt idx="676">
                  <c:v>1.36226882</c:v>
                </c:pt>
                <c:pt idx="677">
                  <c:v>1.36225438</c:v>
                </c:pt>
                <c:pt idx="678">
                  <c:v>1.36221586</c:v>
                </c:pt>
                <c:pt idx="679">
                  <c:v>1.36225674</c:v>
                </c:pt>
                <c:pt idx="680">
                  <c:v>1.35453842</c:v>
                </c:pt>
                <c:pt idx="681">
                  <c:v>1.35453061</c:v>
                </c:pt>
                <c:pt idx="682">
                  <c:v>1.3545502</c:v>
                </c:pt>
                <c:pt idx="683">
                  <c:v>1.35450521</c:v>
                </c:pt>
                <c:pt idx="684">
                  <c:v>1.35455008</c:v>
                </c:pt>
                <c:pt idx="685">
                  <c:v>1.36332169</c:v>
                </c:pt>
                <c:pt idx="686">
                  <c:v>1.36340936</c:v>
                </c:pt>
                <c:pt idx="687">
                  <c:v>1.36342019</c:v>
                </c:pt>
                <c:pt idx="688">
                  <c:v>1.36339976</c:v>
                </c:pt>
                <c:pt idx="689">
                  <c:v>1.36341675</c:v>
                </c:pt>
                <c:pt idx="690">
                  <c:v>1.36424005</c:v>
                </c:pt>
                <c:pt idx="691">
                  <c:v>1.36423035</c:v>
                </c:pt>
                <c:pt idx="692">
                  <c:v>1.36420594</c:v>
                </c:pt>
                <c:pt idx="693">
                  <c:v>1.36420914</c:v>
                </c:pt>
                <c:pt idx="694">
                  <c:v>1.36427133</c:v>
                </c:pt>
                <c:pt idx="695">
                  <c:v>1.36714583</c:v>
                </c:pt>
                <c:pt idx="696">
                  <c:v>1.36711682</c:v>
                </c:pt>
                <c:pt idx="697">
                  <c:v>1.36710578</c:v>
                </c:pt>
                <c:pt idx="698">
                  <c:v>1.36707497</c:v>
                </c:pt>
                <c:pt idx="699">
                  <c:v>1.36713421</c:v>
                </c:pt>
                <c:pt idx="700">
                  <c:v>1.36806651</c:v>
                </c:pt>
                <c:pt idx="701">
                  <c:v>1.36807586</c:v>
                </c:pt>
                <c:pt idx="702">
                  <c:v>1.36799549</c:v>
                </c:pt>
                <c:pt idx="703">
                  <c:v>1.36799681</c:v>
                </c:pt>
                <c:pt idx="704">
                  <c:v>1.36806203</c:v>
                </c:pt>
                <c:pt idx="705">
                  <c:v>1.36491874</c:v>
                </c:pt>
                <c:pt idx="706">
                  <c:v>1.36487488</c:v>
                </c:pt>
                <c:pt idx="707">
                  <c:v>1.36495782</c:v>
                </c:pt>
                <c:pt idx="708">
                  <c:v>1.36495755</c:v>
                </c:pt>
                <c:pt idx="709">
                  <c:v>1.36488486</c:v>
                </c:pt>
                <c:pt idx="710">
                  <c:v>1.36719155</c:v>
                </c:pt>
                <c:pt idx="711">
                  <c:v>1.36712464</c:v>
                </c:pt>
                <c:pt idx="712">
                  <c:v>1.3671922</c:v>
                </c:pt>
                <c:pt idx="713">
                  <c:v>1.36715137</c:v>
                </c:pt>
                <c:pt idx="714">
                  <c:v>1.36715847</c:v>
                </c:pt>
                <c:pt idx="715">
                  <c:v>1.36572387</c:v>
                </c:pt>
                <c:pt idx="716">
                  <c:v>1.36566861</c:v>
                </c:pt>
                <c:pt idx="717">
                  <c:v>1.36574129</c:v>
                </c:pt>
                <c:pt idx="718">
                  <c:v>1.3657366</c:v>
                </c:pt>
                <c:pt idx="719">
                  <c:v>1.36570992</c:v>
                </c:pt>
                <c:pt idx="720">
                  <c:v>1.36630774</c:v>
                </c:pt>
                <c:pt idx="721">
                  <c:v>1.36631272</c:v>
                </c:pt>
                <c:pt idx="722">
                  <c:v>1.36625965</c:v>
                </c:pt>
                <c:pt idx="723">
                  <c:v>1.36634193</c:v>
                </c:pt>
                <c:pt idx="724">
                  <c:v>1.36630823</c:v>
                </c:pt>
                <c:pt idx="725">
                  <c:v>1.36866549</c:v>
                </c:pt>
                <c:pt idx="726">
                  <c:v>1.36873777</c:v>
                </c:pt>
                <c:pt idx="727">
                  <c:v>1.36869651</c:v>
                </c:pt>
                <c:pt idx="728">
                  <c:v>1.36869157</c:v>
                </c:pt>
                <c:pt idx="729">
                  <c:v>1.36866938</c:v>
                </c:pt>
                <c:pt idx="730">
                  <c:v>1.37304148</c:v>
                </c:pt>
                <c:pt idx="731">
                  <c:v>1.37299914</c:v>
                </c:pt>
                <c:pt idx="732">
                  <c:v>1.37292455</c:v>
                </c:pt>
                <c:pt idx="733">
                  <c:v>1.3730154</c:v>
                </c:pt>
                <c:pt idx="734">
                  <c:v>1.37295321</c:v>
                </c:pt>
                <c:pt idx="735">
                  <c:v>1.36611122</c:v>
                </c:pt>
                <c:pt idx="736">
                  <c:v>1.36608796</c:v>
                </c:pt>
                <c:pt idx="737">
                  <c:v>1.3661478</c:v>
                </c:pt>
                <c:pt idx="738">
                  <c:v>1.36621651</c:v>
                </c:pt>
                <c:pt idx="739">
                  <c:v>1.36607044</c:v>
                </c:pt>
                <c:pt idx="740">
                  <c:v>1.36513257</c:v>
                </c:pt>
                <c:pt idx="741">
                  <c:v>1.36518593</c:v>
                </c:pt>
                <c:pt idx="742">
                  <c:v>1.3651134</c:v>
                </c:pt>
                <c:pt idx="743">
                  <c:v>1.36515962</c:v>
                </c:pt>
                <c:pt idx="744">
                  <c:v>1.36519173</c:v>
                </c:pt>
                <c:pt idx="745">
                  <c:v>1.3750457</c:v>
                </c:pt>
                <c:pt idx="746">
                  <c:v>1.37512421</c:v>
                </c:pt>
                <c:pt idx="747">
                  <c:v>1.37501576</c:v>
                </c:pt>
                <c:pt idx="748">
                  <c:v>1.37505416</c:v>
                </c:pt>
                <c:pt idx="749">
                  <c:v>1.37499092</c:v>
                </c:pt>
                <c:pt idx="750">
                  <c:v>1.36668743</c:v>
                </c:pt>
                <c:pt idx="751">
                  <c:v>1.36667265</c:v>
                </c:pt>
                <c:pt idx="752">
                  <c:v>1.36673158</c:v>
                </c:pt>
                <c:pt idx="753">
                  <c:v>1.36671992</c:v>
                </c:pt>
                <c:pt idx="754">
                  <c:v>1.36663108</c:v>
                </c:pt>
                <c:pt idx="755">
                  <c:v>1.36998111</c:v>
                </c:pt>
                <c:pt idx="756">
                  <c:v>1.36993226</c:v>
                </c:pt>
                <c:pt idx="757">
                  <c:v>1.36992352</c:v>
                </c:pt>
                <c:pt idx="758">
                  <c:v>1.36986313</c:v>
                </c:pt>
                <c:pt idx="759">
                  <c:v>1.36988445</c:v>
                </c:pt>
                <c:pt idx="760">
                  <c:v>1.37075726</c:v>
                </c:pt>
                <c:pt idx="761">
                  <c:v>1.37075569</c:v>
                </c:pt>
                <c:pt idx="762">
                  <c:v>1.37076789</c:v>
                </c:pt>
                <c:pt idx="763">
                  <c:v>1.37084166</c:v>
                </c:pt>
                <c:pt idx="764">
                  <c:v>1.3707867</c:v>
                </c:pt>
                <c:pt idx="765">
                  <c:v>1.36921049</c:v>
                </c:pt>
                <c:pt idx="766">
                  <c:v>1.36916688</c:v>
                </c:pt>
                <c:pt idx="767">
                  <c:v>1.36919566</c:v>
                </c:pt>
                <c:pt idx="768">
                  <c:v>1.36921859</c:v>
                </c:pt>
                <c:pt idx="769">
                  <c:v>1.36922704</c:v>
                </c:pt>
                <c:pt idx="770">
                  <c:v>1.36691444</c:v>
                </c:pt>
                <c:pt idx="771">
                  <c:v>1.36699984</c:v>
                </c:pt>
                <c:pt idx="772">
                  <c:v>1.36686135</c:v>
                </c:pt>
                <c:pt idx="773">
                  <c:v>1.36698974</c:v>
                </c:pt>
                <c:pt idx="774">
                  <c:v>1.36693314</c:v>
                </c:pt>
                <c:pt idx="775">
                  <c:v>1.36800867</c:v>
                </c:pt>
                <c:pt idx="776">
                  <c:v>1.36799241</c:v>
                </c:pt>
                <c:pt idx="777">
                  <c:v>1.36798098</c:v>
                </c:pt>
                <c:pt idx="778">
                  <c:v>1.3679421</c:v>
                </c:pt>
                <c:pt idx="779">
                  <c:v>1.36797819</c:v>
                </c:pt>
                <c:pt idx="780">
                  <c:v>1.37187856</c:v>
                </c:pt>
                <c:pt idx="781">
                  <c:v>1.37183979</c:v>
                </c:pt>
                <c:pt idx="782">
                  <c:v>1.37189064</c:v>
                </c:pt>
                <c:pt idx="783">
                  <c:v>1.37189327</c:v>
                </c:pt>
                <c:pt idx="784">
                  <c:v>1.37187456</c:v>
                </c:pt>
                <c:pt idx="785">
                  <c:v>1.36433117</c:v>
                </c:pt>
                <c:pt idx="786">
                  <c:v>1.36431271</c:v>
                </c:pt>
                <c:pt idx="787">
                  <c:v>1.36432968</c:v>
                </c:pt>
                <c:pt idx="788">
                  <c:v>1.36429641</c:v>
                </c:pt>
                <c:pt idx="789">
                  <c:v>1.36439429</c:v>
                </c:pt>
                <c:pt idx="790">
                  <c:v>1.37147606</c:v>
                </c:pt>
                <c:pt idx="791">
                  <c:v>1.37154807</c:v>
                </c:pt>
                <c:pt idx="792">
                  <c:v>1.37157608</c:v>
                </c:pt>
                <c:pt idx="793">
                  <c:v>1.37142976</c:v>
                </c:pt>
                <c:pt idx="794">
                  <c:v>1.37150061</c:v>
                </c:pt>
                <c:pt idx="795">
                  <c:v>1.36388434</c:v>
                </c:pt>
                <c:pt idx="796">
                  <c:v>1.36391243</c:v>
                </c:pt>
                <c:pt idx="797">
                  <c:v>1.36392689</c:v>
                </c:pt>
                <c:pt idx="798">
                  <c:v>1.36402181</c:v>
                </c:pt>
                <c:pt idx="799">
                  <c:v>1.36392677</c:v>
                </c:pt>
                <c:pt idx="800">
                  <c:v>1.37153622</c:v>
                </c:pt>
                <c:pt idx="801">
                  <c:v>1.37154393</c:v>
                </c:pt>
                <c:pt idx="802">
                  <c:v>1.3715285</c:v>
                </c:pt>
                <c:pt idx="803">
                  <c:v>1.37153016</c:v>
                </c:pt>
                <c:pt idx="804">
                  <c:v>1.37152503</c:v>
                </c:pt>
                <c:pt idx="805">
                  <c:v>1.36986474</c:v>
                </c:pt>
                <c:pt idx="806">
                  <c:v>1.36981624</c:v>
                </c:pt>
                <c:pt idx="807">
                  <c:v>1.36982422</c:v>
                </c:pt>
                <c:pt idx="808">
                  <c:v>1.36979327</c:v>
                </c:pt>
                <c:pt idx="809">
                  <c:v>1.36982367</c:v>
                </c:pt>
                <c:pt idx="810">
                  <c:v>1.36991692</c:v>
                </c:pt>
                <c:pt idx="811">
                  <c:v>1.36998018</c:v>
                </c:pt>
                <c:pt idx="812">
                  <c:v>1.37003444</c:v>
                </c:pt>
                <c:pt idx="813">
                  <c:v>1.36999684</c:v>
                </c:pt>
                <c:pt idx="814">
                  <c:v>1.36993917</c:v>
                </c:pt>
                <c:pt idx="815">
                  <c:v>1.36807828</c:v>
                </c:pt>
                <c:pt idx="816">
                  <c:v>1.36807045</c:v>
                </c:pt>
                <c:pt idx="817">
                  <c:v>1.36805722</c:v>
                </c:pt>
                <c:pt idx="818">
                  <c:v>1.36803892</c:v>
                </c:pt>
                <c:pt idx="819">
                  <c:v>1.36805615</c:v>
                </c:pt>
                <c:pt idx="820">
                  <c:v>1.37303627</c:v>
                </c:pt>
                <c:pt idx="821">
                  <c:v>1.37301141</c:v>
                </c:pt>
                <c:pt idx="822">
                  <c:v>1.37310482</c:v>
                </c:pt>
                <c:pt idx="823">
                  <c:v>1.37310431</c:v>
                </c:pt>
                <c:pt idx="824">
                  <c:v>1.37311446</c:v>
                </c:pt>
                <c:pt idx="825">
                  <c:v>1.37262035</c:v>
                </c:pt>
                <c:pt idx="826">
                  <c:v>1.37260583</c:v>
                </c:pt>
                <c:pt idx="827">
                  <c:v>1.37272621</c:v>
                </c:pt>
                <c:pt idx="828">
                  <c:v>1.3726786</c:v>
                </c:pt>
                <c:pt idx="829">
                  <c:v>1.37269202</c:v>
                </c:pt>
                <c:pt idx="830">
                  <c:v>1.36939276</c:v>
                </c:pt>
                <c:pt idx="831">
                  <c:v>1.36934567</c:v>
                </c:pt>
                <c:pt idx="832">
                  <c:v>1.36939955</c:v>
                </c:pt>
                <c:pt idx="833">
                  <c:v>1.36937472</c:v>
                </c:pt>
                <c:pt idx="834">
                  <c:v>1.36943181</c:v>
                </c:pt>
                <c:pt idx="835">
                  <c:v>1.36799928</c:v>
                </c:pt>
                <c:pt idx="836">
                  <c:v>1.3679497</c:v>
                </c:pt>
                <c:pt idx="837">
                  <c:v>1.3680041</c:v>
                </c:pt>
                <c:pt idx="838">
                  <c:v>1.36803954</c:v>
                </c:pt>
                <c:pt idx="839">
                  <c:v>1.36801449</c:v>
                </c:pt>
                <c:pt idx="840">
                  <c:v>1.36786059</c:v>
                </c:pt>
                <c:pt idx="841">
                  <c:v>1.36779426</c:v>
                </c:pt>
                <c:pt idx="842">
                  <c:v>1.36783512</c:v>
                </c:pt>
                <c:pt idx="843">
                  <c:v>1.36786299</c:v>
                </c:pt>
                <c:pt idx="844">
                  <c:v>1.36775503</c:v>
                </c:pt>
                <c:pt idx="845">
                  <c:v>1.36404439</c:v>
                </c:pt>
                <c:pt idx="846">
                  <c:v>1.36408554</c:v>
                </c:pt>
                <c:pt idx="847">
                  <c:v>1.36402243</c:v>
                </c:pt>
                <c:pt idx="848">
                  <c:v>1.36399161</c:v>
                </c:pt>
                <c:pt idx="849">
                  <c:v>1.36407889</c:v>
                </c:pt>
                <c:pt idx="850">
                  <c:v>1.37148804</c:v>
                </c:pt>
                <c:pt idx="851">
                  <c:v>1.37144756</c:v>
                </c:pt>
                <c:pt idx="852">
                  <c:v>1.37142467</c:v>
                </c:pt>
                <c:pt idx="853">
                  <c:v>1.3714147</c:v>
                </c:pt>
                <c:pt idx="854">
                  <c:v>1.37149368</c:v>
                </c:pt>
                <c:pt idx="855">
                  <c:v>1.37075083</c:v>
                </c:pt>
                <c:pt idx="856">
                  <c:v>1.37074811</c:v>
                </c:pt>
                <c:pt idx="857">
                  <c:v>1.37070251</c:v>
                </c:pt>
                <c:pt idx="858">
                  <c:v>1.37074639</c:v>
                </c:pt>
                <c:pt idx="859">
                  <c:v>1.370764</c:v>
                </c:pt>
                <c:pt idx="860">
                  <c:v>1.37254711</c:v>
                </c:pt>
                <c:pt idx="861">
                  <c:v>1.37255852</c:v>
                </c:pt>
                <c:pt idx="862">
                  <c:v>1.37255562</c:v>
                </c:pt>
                <c:pt idx="863">
                  <c:v>1.37266604</c:v>
                </c:pt>
                <c:pt idx="864">
                  <c:v>1.37259411</c:v>
                </c:pt>
                <c:pt idx="865">
                  <c:v>1.37031559</c:v>
                </c:pt>
                <c:pt idx="866">
                  <c:v>1.37029485</c:v>
                </c:pt>
                <c:pt idx="867">
                  <c:v>1.37024364</c:v>
                </c:pt>
                <c:pt idx="868">
                  <c:v>1.37025718</c:v>
                </c:pt>
                <c:pt idx="869">
                  <c:v>1.37026255</c:v>
                </c:pt>
                <c:pt idx="870">
                  <c:v>1.36836776</c:v>
                </c:pt>
                <c:pt idx="871">
                  <c:v>1.36841875</c:v>
                </c:pt>
                <c:pt idx="872">
                  <c:v>1.36839363</c:v>
                </c:pt>
                <c:pt idx="873">
                  <c:v>1.3683522</c:v>
                </c:pt>
                <c:pt idx="874">
                  <c:v>1.36844759</c:v>
                </c:pt>
                <c:pt idx="875">
                  <c:v>1.3741052</c:v>
                </c:pt>
                <c:pt idx="876">
                  <c:v>1.37401878</c:v>
                </c:pt>
                <c:pt idx="877">
                  <c:v>1.37406751</c:v>
                </c:pt>
                <c:pt idx="878">
                  <c:v>1.37406669</c:v>
                </c:pt>
                <c:pt idx="879">
                  <c:v>1.37410051</c:v>
                </c:pt>
                <c:pt idx="880">
                  <c:v>1.36347333</c:v>
                </c:pt>
                <c:pt idx="881">
                  <c:v>1.3635478</c:v>
                </c:pt>
                <c:pt idx="882">
                  <c:v>1.36350949</c:v>
                </c:pt>
                <c:pt idx="883">
                  <c:v>1.3635259</c:v>
                </c:pt>
                <c:pt idx="884">
                  <c:v>1.36347425</c:v>
                </c:pt>
                <c:pt idx="885">
                  <c:v>1.37120738</c:v>
                </c:pt>
                <c:pt idx="886">
                  <c:v>1.37121476</c:v>
                </c:pt>
                <c:pt idx="887">
                  <c:v>1.37126188</c:v>
                </c:pt>
                <c:pt idx="888">
                  <c:v>1.37123064</c:v>
                </c:pt>
                <c:pt idx="889">
                  <c:v>1.37122237</c:v>
                </c:pt>
                <c:pt idx="890">
                  <c:v>1.37084056</c:v>
                </c:pt>
                <c:pt idx="891">
                  <c:v>1.37088721</c:v>
                </c:pt>
                <c:pt idx="892">
                  <c:v>1.37084532</c:v>
                </c:pt>
                <c:pt idx="893">
                  <c:v>1.37086028</c:v>
                </c:pt>
                <c:pt idx="894">
                  <c:v>1.37078324</c:v>
                </c:pt>
                <c:pt idx="895">
                  <c:v>1.36757091</c:v>
                </c:pt>
                <c:pt idx="896">
                  <c:v>1.36754434</c:v>
                </c:pt>
                <c:pt idx="897">
                  <c:v>1.36754988</c:v>
                </c:pt>
                <c:pt idx="898">
                  <c:v>1.36755111</c:v>
                </c:pt>
                <c:pt idx="899">
                  <c:v>1.36761033</c:v>
                </c:pt>
                <c:pt idx="900">
                  <c:v>1.36834633</c:v>
                </c:pt>
                <c:pt idx="901">
                  <c:v>1.3683305</c:v>
                </c:pt>
                <c:pt idx="902">
                  <c:v>1.36829647</c:v>
                </c:pt>
                <c:pt idx="903">
                  <c:v>1.36834149</c:v>
                </c:pt>
                <c:pt idx="904">
                  <c:v>1.36834685</c:v>
                </c:pt>
                <c:pt idx="905">
                  <c:v>1.3732975</c:v>
                </c:pt>
                <c:pt idx="906">
                  <c:v>1.37332603</c:v>
                </c:pt>
                <c:pt idx="907">
                  <c:v>1.37334868</c:v>
                </c:pt>
                <c:pt idx="908">
                  <c:v>1.37335878</c:v>
                </c:pt>
                <c:pt idx="909">
                  <c:v>1.37336305</c:v>
                </c:pt>
                <c:pt idx="910">
                  <c:v>1.36786266</c:v>
                </c:pt>
                <c:pt idx="911">
                  <c:v>1.36781718</c:v>
                </c:pt>
                <c:pt idx="912">
                  <c:v>1.36773535</c:v>
                </c:pt>
                <c:pt idx="913">
                  <c:v>1.36776554</c:v>
                </c:pt>
                <c:pt idx="914">
                  <c:v>1.36783473</c:v>
                </c:pt>
                <c:pt idx="915">
                  <c:v>1.36897788</c:v>
                </c:pt>
                <c:pt idx="916">
                  <c:v>1.368945</c:v>
                </c:pt>
                <c:pt idx="917">
                  <c:v>1.3689516</c:v>
                </c:pt>
                <c:pt idx="918">
                  <c:v>1.36889974</c:v>
                </c:pt>
                <c:pt idx="919">
                  <c:v>1.36897602</c:v>
                </c:pt>
                <c:pt idx="920">
                  <c:v>1.36033799</c:v>
                </c:pt>
                <c:pt idx="921">
                  <c:v>1.36031672</c:v>
                </c:pt>
                <c:pt idx="922">
                  <c:v>1.36027943</c:v>
                </c:pt>
                <c:pt idx="923">
                  <c:v>1.36030662</c:v>
                </c:pt>
                <c:pt idx="924">
                  <c:v>1.3602697</c:v>
                </c:pt>
                <c:pt idx="925">
                  <c:v>1.37145144</c:v>
                </c:pt>
                <c:pt idx="926">
                  <c:v>1.37153826</c:v>
                </c:pt>
                <c:pt idx="927">
                  <c:v>1.37151541</c:v>
                </c:pt>
                <c:pt idx="928">
                  <c:v>1.37148653</c:v>
                </c:pt>
                <c:pt idx="929">
                  <c:v>1.37150485</c:v>
                </c:pt>
                <c:pt idx="930">
                  <c:v>1.36956349</c:v>
                </c:pt>
                <c:pt idx="931">
                  <c:v>1.36960925</c:v>
                </c:pt>
                <c:pt idx="932">
                  <c:v>1.36960878</c:v>
                </c:pt>
                <c:pt idx="933">
                  <c:v>1.36956599</c:v>
                </c:pt>
                <c:pt idx="934">
                  <c:v>1.36963577</c:v>
                </c:pt>
                <c:pt idx="935">
                  <c:v>1.36885854</c:v>
                </c:pt>
                <c:pt idx="936">
                  <c:v>1.36887915</c:v>
                </c:pt>
                <c:pt idx="937">
                  <c:v>1.36891183</c:v>
                </c:pt>
                <c:pt idx="938">
                  <c:v>1.36884917</c:v>
                </c:pt>
                <c:pt idx="939">
                  <c:v>1.36882161</c:v>
                </c:pt>
                <c:pt idx="940">
                  <c:v>1.36902377</c:v>
                </c:pt>
                <c:pt idx="941">
                  <c:v>1.36903545</c:v>
                </c:pt>
                <c:pt idx="942">
                  <c:v>1.369042</c:v>
                </c:pt>
                <c:pt idx="943">
                  <c:v>1.36905261</c:v>
                </c:pt>
                <c:pt idx="944">
                  <c:v>1.36902555</c:v>
                </c:pt>
                <c:pt idx="945">
                  <c:v>1.36832827</c:v>
                </c:pt>
                <c:pt idx="946">
                  <c:v>1.36832594</c:v>
                </c:pt>
                <c:pt idx="947">
                  <c:v>1.36829577</c:v>
                </c:pt>
                <c:pt idx="948">
                  <c:v>1.36836298</c:v>
                </c:pt>
                <c:pt idx="949">
                  <c:v>1.36832784</c:v>
                </c:pt>
                <c:pt idx="950">
                  <c:v>1.36370948</c:v>
                </c:pt>
                <c:pt idx="951">
                  <c:v>1.36358239</c:v>
                </c:pt>
                <c:pt idx="952">
                  <c:v>1.36361533</c:v>
                </c:pt>
                <c:pt idx="953">
                  <c:v>1.36369926</c:v>
                </c:pt>
                <c:pt idx="954">
                  <c:v>1.36368798</c:v>
                </c:pt>
                <c:pt idx="955">
                  <c:v>1.37309556</c:v>
                </c:pt>
                <c:pt idx="956">
                  <c:v>1.37309312</c:v>
                </c:pt>
                <c:pt idx="957">
                  <c:v>1.37305609</c:v>
                </c:pt>
                <c:pt idx="958">
                  <c:v>1.37304583</c:v>
                </c:pt>
                <c:pt idx="959">
                  <c:v>1.37311582</c:v>
                </c:pt>
                <c:pt idx="960">
                  <c:v>1.36835026</c:v>
                </c:pt>
                <c:pt idx="961">
                  <c:v>1.36826298</c:v>
                </c:pt>
                <c:pt idx="962">
                  <c:v>1.36829565</c:v>
                </c:pt>
                <c:pt idx="963">
                  <c:v>1.36832698</c:v>
                </c:pt>
                <c:pt idx="964">
                  <c:v>1.36834064</c:v>
                </c:pt>
                <c:pt idx="965">
                  <c:v>1.36221739</c:v>
                </c:pt>
                <c:pt idx="966">
                  <c:v>1.36225445</c:v>
                </c:pt>
                <c:pt idx="967">
                  <c:v>1.3622529</c:v>
                </c:pt>
                <c:pt idx="968">
                  <c:v>1.36220591</c:v>
                </c:pt>
                <c:pt idx="969">
                  <c:v>1.36227313</c:v>
                </c:pt>
                <c:pt idx="970">
                  <c:v>1.36804568</c:v>
                </c:pt>
                <c:pt idx="971">
                  <c:v>1.36797306</c:v>
                </c:pt>
                <c:pt idx="972">
                  <c:v>1.36810337</c:v>
                </c:pt>
                <c:pt idx="973">
                  <c:v>1.368092</c:v>
                </c:pt>
                <c:pt idx="974">
                  <c:v>1.36810912</c:v>
                </c:pt>
                <c:pt idx="975">
                  <c:v>1.36666496</c:v>
                </c:pt>
                <c:pt idx="976">
                  <c:v>1.36662795</c:v>
                </c:pt>
                <c:pt idx="977">
                  <c:v>1.36664467</c:v>
                </c:pt>
                <c:pt idx="978">
                  <c:v>1.3665796</c:v>
                </c:pt>
                <c:pt idx="979">
                  <c:v>1.36656008</c:v>
                </c:pt>
                <c:pt idx="980">
                  <c:v>1.36643641</c:v>
                </c:pt>
                <c:pt idx="981">
                  <c:v>1.36635488</c:v>
                </c:pt>
                <c:pt idx="982">
                  <c:v>1.36644909</c:v>
                </c:pt>
                <c:pt idx="983">
                  <c:v>1.36638342</c:v>
                </c:pt>
                <c:pt idx="984">
                  <c:v>1.36645828</c:v>
                </c:pt>
                <c:pt idx="985">
                  <c:v>1.37210418</c:v>
                </c:pt>
                <c:pt idx="986">
                  <c:v>1.37200032</c:v>
                </c:pt>
                <c:pt idx="987">
                  <c:v>1.3720781</c:v>
                </c:pt>
                <c:pt idx="988">
                  <c:v>1.37213592</c:v>
                </c:pt>
                <c:pt idx="989">
                  <c:v>1.37205033</c:v>
                </c:pt>
                <c:pt idx="990">
                  <c:v>1.36134293</c:v>
                </c:pt>
                <c:pt idx="991">
                  <c:v>1.36130841</c:v>
                </c:pt>
                <c:pt idx="992">
                  <c:v>1.36134322</c:v>
                </c:pt>
                <c:pt idx="993">
                  <c:v>1.36136145</c:v>
                </c:pt>
                <c:pt idx="994">
                  <c:v>1.36131571</c:v>
                </c:pt>
                <c:pt idx="995">
                  <c:v>1.3774773</c:v>
                </c:pt>
                <c:pt idx="996">
                  <c:v>1.37746223</c:v>
                </c:pt>
                <c:pt idx="997">
                  <c:v>1.3775548</c:v>
                </c:pt>
                <c:pt idx="998">
                  <c:v>1.37749542</c:v>
                </c:pt>
                <c:pt idx="999">
                  <c:v>1.37744796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5"/>
          <c:min val="1"/>
        </c:scaling>
        <c:delete val="0"/>
        <c:axPos val="l"/>
        <c:majorGridlines>
          <c:spPr>
            <a:ln xmlns:a="http://schemas.openxmlformats.org/drawingml/2006/main" w="9525">
              <a:solidFill>
                <a:srgbClr val="D8DFE7"/>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10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Host updates (thousands)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25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scatterChart>
        <c:scatterStyle val="line"/>
        <c:ser>
          <c:idx val="0"/>
          <c:order val="0"/>
          <c:tx>
            <c:v>Bayesian</c:v>
          </c:tx>
          <c:spPr>
            <a:ln xmlns:a="http://schemas.openxmlformats.org/drawingml/2006/main" w="15240">
              <a:solidFill>
                <a:srgbClr val="20365C"/>
              </a:solidFill>
            </a:ln>
          </c:spPr>
          <c:marker>
            <c:symbol val="none"/>
          </c:marker>
          <c:xVal>
            <c:numRef>
              <c:f>'Chart Data'!$A$2:$A$199</c:f>
              <c:numCache>
                <c:formatCode>General</c:formatCode>
                <c:ptCount val="198"/>
                <c:pt idx="0">
                  <c:v>10</c:v>
                </c:pt>
                <c:pt idx="1">
                  <c:v>15</c:v>
                </c:pt>
                <c:pt idx="2">
                  <c:v>20</c:v>
                </c:pt>
                <c:pt idx="3">
                  <c:v>25</c:v>
                </c:pt>
                <c:pt idx="4">
                  <c:v>30</c:v>
                </c:pt>
                <c:pt idx="5">
                  <c:v>35</c:v>
                </c:pt>
                <c:pt idx="6">
                  <c:v>40</c:v>
                </c:pt>
                <c:pt idx="7">
                  <c:v>45</c:v>
                </c:pt>
                <c:pt idx="8">
                  <c:v>50</c:v>
                </c:pt>
                <c:pt idx="9">
                  <c:v>55</c:v>
                </c:pt>
                <c:pt idx="10">
                  <c:v>60</c:v>
                </c:pt>
                <c:pt idx="11">
                  <c:v>65</c:v>
                </c:pt>
                <c:pt idx="12">
                  <c:v>70</c:v>
                </c:pt>
                <c:pt idx="13">
                  <c:v>75</c:v>
                </c:pt>
                <c:pt idx="14">
                  <c:v>80</c:v>
                </c:pt>
                <c:pt idx="15">
                  <c:v>85</c:v>
                </c:pt>
                <c:pt idx="16">
                  <c:v>90</c:v>
                </c:pt>
                <c:pt idx="17">
                  <c:v>95</c:v>
                </c:pt>
                <c:pt idx="18">
                  <c:v>100</c:v>
                </c:pt>
                <c:pt idx="19">
                  <c:v>105</c:v>
                </c:pt>
                <c:pt idx="20">
                  <c:v>110</c:v>
                </c:pt>
                <c:pt idx="21">
                  <c:v>115</c:v>
                </c:pt>
                <c:pt idx="22">
                  <c:v>120</c:v>
                </c:pt>
                <c:pt idx="23">
                  <c:v>125</c:v>
                </c:pt>
                <c:pt idx="24">
                  <c:v>130</c:v>
                </c:pt>
                <c:pt idx="25">
                  <c:v>135</c:v>
                </c:pt>
                <c:pt idx="26">
                  <c:v>140</c:v>
                </c:pt>
                <c:pt idx="27">
                  <c:v>145</c:v>
                </c:pt>
                <c:pt idx="28">
                  <c:v>150</c:v>
                </c:pt>
                <c:pt idx="29">
                  <c:v>155</c:v>
                </c:pt>
                <c:pt idx="30">
                  <c:v>160</c:v>
                </c:pt>
                <c:pt idx="31">
                  <c:v>165</c:v>
                </c:pt>
                <c:pt idx="32">
                  <c:v>170</c:v>
                </c:pt>
                <c:pt idx="33">
                  <c:v>175</c:v>
                </c:pt>
                <c:pt idx="34">
                  <c:v>180</c:v>
                </c:pt>
                <c:pt idx="35">
                  <c:v>185</c:v>
                </c:pt>
                <c:pt idx="36">
                  <c:v>190</c:v>
                </c:pt>
                <c:pt idx="37">
                  <c:v>195</c:v>
                </c:pt>
                <c:pt idx="38">
                  <c:v>200</c:v>
                </c:pt>
                <c:pt idx="39">
                  <c:v>205</c:v>
                </c:pt>
                <c:pt idx="40">
                  <c:v>210</c:v>
                </c:pt>
                <c:pt idx="41">
                  <c:v>215</c:v>
                </c:pt>
                <c:pt idx="42">
                  <c:v>220</c:v>
                </c:pt>
                <c:pt idx="43">
                  <c:v>225</c:v>
                </c:pt>
                <c:pt idx="44">
                  <c:v>230</c:v>
                </c:pt>
                <c:pt idx="45">
                  <c:v>235</c:v>
                </c:pt>
                <c:pt idx="46">
                  <c:v>240</c:v>
                </c:pt>
                <c:pt idx="47">
                  <c:v>245</c:v>
                </c:pt>
                <c:pt idx="48">
                  <c:v>250</c:v>
                </c:pt>
                <c:pt idx="49">
                  <c:v>255</c:v>
                </c:pt>
                <c:pt idx="50">
                  <c:v>260</c:v>
                </c:pt>
                <c:pt idx="51">
                  <c:v>265</c:v>
                </c:pt>
                <c:pt idx="52">
                  <c:v>270</c:v>
                </c:pt>
                <c:pt idx="53">
                  <c:v>275</c:v>
                </c:pt>
                <c:pt idx="54">
                  <c:v>280</c:v>
                </c:pt>
                <c:pt idx="55">
                  <c:v>285</c:v>
                </c:pt>
                <c:pt idx="56">
                  <c:v>290</c:v>
                </c:pt>
                <c:pt idx="57">
                  <c:v>295</c:v>
                </c:pt>
                <c:pt idx="58">
                  <c:v>300</c:v>
                </c:pt>
                <c:pt idx="59">
                  <c:v>305</c:v>
                </c:pt>
                <c:pt idx="60">
                  <c:v>310</c:v>
                </c:pt>
                <c:pt idx="61">
                  <c:v>315</c:v>
                </c:pt>
                <c:pt idx="62">
                  <c:v>320</c:v>
                </c:pt>
                <c:pt idx="63">
                  <c:v>325</c:v>
                </c:pt>
                <c:pt idx="64">
                  <c:v>330</c:v>
                </c:pt>
                <c:pt idx="65">
                  <c:v>335</c:v>
                </c:pt>
                <c:pt idx="66">
                  <c:v>340</c:v>
                </c:pt>
                <c:pt idx="67">
                  <c:v>345</c:v>
                </c:pt>
                <c:pt idx="68">
                  <c:v>350</c:v>
                </c:pt>
                <c:pt idx="69">
                  <c:v>355</c:v>
                </c:pt>
                <c:pt idx="70">
                  <c:v>360</c:v>
                </c:pt>
                <c:pt idx="71">
                  <c:v>365</c:v>
                </c:pt>
                <c:pt idx="72">
                  <c:v>370</c:v>
                </c:pt>
                <c:pt idx="73">
                  <c:v>375</c:v>
                </c:pt>
                <c:pt idx="74">
                  <c:v>380</c:v>
                </c:pt>
                <c:pt idx="75">
                  <c:v>385</c:v>
                </c:pt>
                <c:pt idx="76">
                  <c:v>390</c:v>
                </c:pt>
                <c:pt idx="77">
                  <c:v>395</c:v>
                </c:pt>
                <c:pt idx="78">
                  <c:v>400</c:v>
                </c:pt>
                <c:pt idx="79">
                  <c:v>405</c:v>
                </c:pt>
                <c:pt idx="80">
                  <c:v>410</c:v>
                </c:pt>
                <c:pt idx="81">
                  <c:v>415</c:v>
                </c:pt>
                <c:pt idx="82">
                  <c:v>420</c:v>
                </c:pt>
                <c:pt idx="83">
                  <c:v>425</c:v>
                </c:pt>
                <c:pt idx="84">
                  <c:v>430</c:v>
                </c:pt>
                <c:pt idx="85">
                  <c:v>435</c:v>
                </c:pt>
                <c:pt idx="86">
                  <c:v>440</c:v>
                </c:pt>
                <c:pt idx="87">
                  <c:v>445</c:v>
                </c:pt>
                <c:pt idx="88">
                  <c:v>450</c:v>
                </c:pt>
                <c:pt idx="89">
                  <c:v>455</c:v>
                </c:pt>
                <c:pt idx="90">
                  <c:v>460</c:v>
                </c:pt>
                <c:pt idx="91">
                  <c:v>465</c:v>
                </c:pt>
                <c:pt idx="92">
                  <c:v>470</c:v>
                </c:pt>
                <c:pt idx="93">
                  <c:v>475</c:v>
                </c:pt>
                <c:pt idx="94">
                  <c:v>480</c:v>
                </c:pt>
                <c:pt idx="95">
                  <c:v>485</c:v>
                </c:pt>
                <c:pt idx="96">
                  <c:v>490</c:v>
                </c:pt>
                <c:pt idx="97">
                  <c:v>495</c:v>
                </c:pt>
                <c:pt idx="98">
                  <c:v>500</c:v>
                </c:pt>
                <c:pt idx="99">
                  <c:v>505</c:v>
                </c:pt>
                <c:pt idx="100">
                  <c:v>510</c:v>
                </c:pt>
                <c:pt idx="101">
                  <c:v>515</c:v>
                </c:pt>
                <c:pt idx="102">
                  <c:v>520</c:v>
                </c:pt>
                <c:pt idx="103">
                  <c:v>525</c:v>
                </c:pt>
                <c:pt idx="104">
                  <c:v>530</c:v>
                </c:pt>
                <c:pt idx="105">
                  <c:v>535</c:v>
                </c:pt>
                <c:pt idx="106">
                  <c:v>540</c:v>
                </c:pt>
                <c:pt idx="107">
                  <c:v>545</c:v>
                </c:pt>
                <c:pt idx="108">
                  <c:v>550</c:v>
                </c:pt>
                <c:pt idx="109">
                  <c:v>555</c:v>
                </c:pt>
                <c:pt idx="110">
                  <c:v>560</c:v>
                </c:pt>
                <c:pt idx="111">
                  <c:v>565</c:v>
                </c:pt>
                <c:pt idx="112">
                  <c:v>570</c:v>
                </c:pt>
                <c:pt idx="113">
                  <c:v>575</c:v>
                </c:pt>
                <c:pt idx="114">
                  <c:v>580</c:v>
                </c:pt>
                <c:pt idx="115">
                  <c:v>585</c:v>
                </c:pt>
                <c:pt idx="116">
                  <c:v>590</c:v>
                </c:pt>
                <c:pt idx="117">
                  <c:v>595</c:v>
                </c:pt>
                <c:pt idx="118">
                  <c:v>600</c:v>
                </c:pt>
                <c:pt idx="119">
                  <c:v>605</c:v>
                </c:pt>
                <c:pt idx="120">
                  <c:v>610</c:v>
                </c:pt>
                <c:pt idx="121">
                  <c:v>615</c:v>
                </c:pt>
                <c:pt idx="122">
                  <c:v>620</c:v>
                </c:pt>
                <c:pt idx="123">
                  <c:v>625</c:v>
                </c:pt>
                <c:pt idx="124">
                  <c:v>630</c:v>
                </c:pt>
                <c:pt idx="125">
                  <c:v>635</c:v>
                </c:pt>
                <c:pt idx="126">
                  <c:v>640</c:v>
                </c:pt>
                <c:pt idx="127">
                  <c:v>645</c:v>
                </c:pt>
                <c:pt idx="128">
                  <c:v>650</c:v>
                </c:pt>
                <c:pt idx="129">
                  <c:v>655</c:v>
                </c:pt>
                <c:pt idx="130">
                  <c:v>660</c:v>
                </c:pt>
                <c:pt idx="131">
                  <c:v>665</c:v>
                </c:pt>
                <c:pt idx="132">
                  <c:v>670</c:v>
                </c:pt>
                <c:pt idx="133">
                  <c:v>675</c:v>
                </c:pt>
                <c:pt idx="134">
                  <c:v>680</c:v>
                </c:pt>
                <c:pt idx="135">
                  <c:v>685</c:v>
                </c:pt>
                <c:pt idx="136">
                  <c:v>690</c:v>
                </c:pt>
                <c:pt idx="137">
                  <c:v>695</c:v>
                </c:pt>
                <c:pt idx="138">
                  <c:v>700</c:v>
                </c:pt>
                <c:pt idx="139">
                  <c:v>705</c:v>
                </c:pt>
                <c:pt idx="140">
                  <c:v>710</c:v>
                </c:pt>
                <c:pt idx="141">
                  <c:v>715</c:v>
                </c:pt>
                <c:pt idx="142">
                  <c:v>720</c:v>
                </c:pt>
                <c:pt idx="143">
                  <c:v>725</c:v>
                </c:pt>
                <c:pt idx="144">
                  <c:v>730</c:v>
                </c:pt>
                <c:pt idx="145">
                  <c:v>735</c:v>
                </c:pt>
                <c:pt idx="146">
                  <c:v>740</c:v>
                </c:pt>
                <c:pt idx="147">
                  <c:v>745</c:v>
                </c:pt>
                <c:pt idx="148">
                  <c:v>750</c:v>
                </c:pt>
                <c:pt idx="149">
                  <c:v>755</c:v>
                </c:pt>
                <c:pt idx="150">
                  <c:v>760</c:v>
                </c:pt>
                <c:pt idx="151">
                  <c:v>765</c:v>
                </c:pt>
                <c:pt idx="152">
                  <c:v>770</c:v>
                </c:pt>
                <c:pt idx="153">
                  <c:v>775</c:v>
                </c:pt>
                <c:pt idx="154">
                  <c:v>780</c:v>
                </c:pt>
                <c:pt idx="155">
                  <c:v>785</c:v>
                </c:pt>
                <c:pt idx="156">
                  <c:v>790</c:v>
                </c:pt>
                <c:pt idx="157">
                  <c:v>795</c:v>
                </c:pt>
                <c:pt idx="158">
                  <c:v>800</c:v>
                </c:pt>
                <c:pt idx="159">
                  <c:v>805</c:v>
                </c:pt>
                <c:pt idx="160">
                  <c:v>810</c:v>
                </c:pt>
                <c:pt idx="161">
                  <c:v>815</c:v>
                </c:pt>
                <c:pt idx="162">
                  <c:v>820</c:v>
                </c:pt>
                <c:pt idx="163">
                  <c:v>825</c:v>
                </c:pt>
                <c:pt idx="164">
                  <c:v>830</c:v>
                </c:pt>
                <c:pt idx="165">
                  <c:v>835</c:v>
                </c:pt>
                <c:pt idx="166">
                  <c:v>840</c:v>
                </c:pt>
                <c:pt idx="167">
                  <c:v>845</c:v>
                </c:pt>
                <c:pt idx="168">
                  <c:v>850</c:v>
                </c:pt>
                <c:pt idx="169">
                  <c:v>855</c:v>
                </c:pt>
                <c:pt idx="170">
                  <c:v>860</c:v>
                </c:pt>
                <c:pt idx="171">
                  <c:v>865</c:v>
                </c:pt>
                <c:pt idx="172">
                  <c:v>870</c:v>
                </c:pt>
                <c:pt idx="173">
                  <c:v>875</c:v>
                </c:pt>
                <c:pt idx="174">
                  <c:v>880</c:v>
                </c:pt>
                <c:pt idx="175">
                  <c:v>885</c:v>
                </c:pt>
                <c:pt idx="176">
                  <c:v>890</c:v>
                </c:pt>
                <c:pt idx="177">
                  <c:v>895</c:v>
                </c:pt>
                <c:pt idx="178">
                  <c:v>900</c:v>
                </c:pt>
                <c:pt idx="179">
                  <c:v>905</c:v>
                </c:pt>
                <c:pt idx="180">
                  <c:v>910</c:v>
                </c:pt>
                <c:pt idx="181">
                  <c:v>915</c:v>
                </c:pt>
                <c:pt idx="182">
                  <c:v>920</c:v>
                </c:pt>
                <c:pt idx="183">
                  <c:v>925</c:v>
                </c:pt>
                <c:pt idx="184">
                  <c:v>930</c:v>
                </c:pt>
                <c:pt idx="185">
                  <c:v>935</c:v>
                </c:pt>
                <c:pt idx="186">
                  <c:v>940</c:v>
                </c:pt>
                <c:pt idx="187">
                  <c:v>945</c:v>
                </c:pt>
                <c:pt idx="188">
                  <c:v>950</c:v>
                </c:pt>
                <c:pt idx="189">
                  <c:v>955</c:v>
                </c:pt>
                <c:pt idx="190">
                  <c:v>960</c:v>
                </c:pt>
                <c:pt idx="191">
                  <c:v>965</c:v>
                </c:pt>
                <c:pt idx="192">
                  <c:v>970</c:v>
                </c:pt>
                <c:pt idx="193">
                  <c:v>975</c:v>
                </c:pt>
                <c:pt idx="194">
                  <c:v>980</c:v>
                </c:pt>
                <c:pt idx="195">
                  <c:v>985</c:v>
                </c:pt>
                <c:pt idx="196">
                  <c:v>990</c:v>
                </c:pt>
                <c:pt idx="197">
                  <c:v>995</c:v>
                </c:pt>
              </c:numCache>
            </c:numRef>
          </c:xVal>
          <c:yVal>
            <c:numRef>
              <c:f>'Chart Data'!$B$2:$B$199</c:f>
              <c:numCache>
                <c:formatCode>General</c:formatCode>
                <c:ptCount val="198"/>
                <c:pt idx="0">
                  <c:v>1.06093287</c:v>
                </c:pt>
                <c:pt idx="1">
                  <c:v>1.11262846</c:v>
                </c:pt>
                <c:pt idx="2">
                  <c:v>1.10100853</c:v>
                </c:pt>
                <c:pt idx="3">
                  <c:v>1.10874116</c:v>
                </c:pt>
                <c:pt idx="4">
                  <c:v>0.99788344</c:v>
                </c:pt>
                <c:pt idx="5">
                  <c:v>1.06221247</c:v>
                </c:pt>
                <c:pt idx="6">
                  <c:v>1.16071057</c:v>
                </c:pt>
                <c:pt idx="7">
                  <c:v>1.04875255</c:v>
                </c:pt>
                <c:pt idx="8">
                  <c:v>1.31022346</c:v>
                </c:pt>
                <c:pt idx="9">
                  <c:v>1.07078862</c:v>
                </c:pt>
                <c:pt idx="10">
                  <c:v>1.10677826</c:v>
                </c:pt>
                <c:pt idx="11">
                  <c:v>1.21158099</c:v>
                </c:pt>
                <c:pt idx="12">
                  <c:v>1.24955714</c:v>
                </c:pt>
                <c:pt idx="13">
                  <c:v>1.1335839</c:v>
                </c:pt>
                <c:pt idx="14">
                  <c:v>1.26533067</c:v>
                </c:pt>
                <c:pt idx="15">
                  <c:v>1.21140945</c:v>
                </c:pt>
                <c:pt idx="16">
                  <c:v>1.21703565</c:v>
                </c:pt>
                <c:pt idx="17">
                  <c:v>1.35248423</c:v>
                </c:pt>
                <c:pt idx="18">
                  <c:v>1.15560758</c:v>
                </c:pt>
                <c:pt idx="19">
                  <c:v>1.27929473</c:v>
                </c:pt>
                <c:pt idx="20">
                  <c:v>1.1566819</c:v>
                </c:pt>
                <c:pt idx="21">
                  <c:v>1.28772283</c:v>
                </c:pt>
                <c:pt idx="22">
                  <c:v>1.1333487</c:v>
                </c:pt>
                <c:pt idx="23">
                  <c:v>1.22063017</c:v>
                </c:pt>
                <c:pt idx="24">
                  <c:v>1.15777516</c:v>
                </c:pt>
                <c:pt idx="25">
                  <c:v>1.22680855</c:v>
                </c:pt>
                <c:pt idx="26">
                  <c:v>1.16590905</c:v>
                </c:pt>
                <c:pt idx="27">
                  <c:v>1.31513894</c:v>
                </c:pt>
                <c:pt idx="28">
                  <c:v>1.22826517</c:v>
                </c:pt>
                <c:pt idx="29">
                  <c:v>1.21867549</c:v>
                </c:pt>
                <c:pt idx="30">
                  <c:v>1.26106596</c:v>
                </c:pt>
                <c:pt idx="31">
                  <c:v>1.11642265</c:v>
                </c:pt>
                <c:pt idx="32">
                  <c:v>1.22045064</c:v>
                </c:pt>
                <c:pt idx="33">
                  <c:v>1.24260736</c:v>
                </c:pt>
                <c:pt idx="34">
                  <c:v>1.24728012</c:v>
                </c:pt>
                <c:pt idx="35">
                  <c:v>1.23416221</c:v>
                </c:pt>
                <c:pt idx="36">
                  <c:v>1.16473699</c:v>
                </c:pt>
                <c:pt idx="37">
                  <c:v>1.14465642</c:v>
                </c:pt>
                <c:pt idx="38">
                  <c:v>1.27794039</c:v>
                </c:pt>
                <c:pt idx="39">
                  <c:v>1.31265855</c:v>
                </c:pt>
                <c:pt idx="40">
                  <c:v>1.26233506</c:v>
                </c:pt>
                <c:pt idx="41">
                  <c:v>1.25862622</c:v>
                </c:pt>
                <c:pt idx="42">
                  <c:v>1.34774697</c:v>
                </c:pt>
                <c:pt idx="43">
                  <c:v>1.37374997</c:v>
                </c:pt>
                <c:pt idx="44">
                  <c:v>1.26670229</c:v>
                </c:pt>
                <c:pt idx="45">
                  <c:v>1.33734572</c:v>
                </c:pt>
                <c:pt idx="46">
                  <c:v>1.3005482</c:v>
                </c:pt>
                <c:pt idx="47">
                  <c:v>1.24007285</c:v>
                </c:pt>
                <c:pt idx="48">
                  <c:v>1.20872152</c:v>
                </c:pt>
                <c:pt idx="49">
                  <c:v>1.22472298</c:v>
                </c:pt>
                <c:pt idx="50">
                  <c:v>1.26123273</c:v>
                </c:pt>
                <c:pt idx="51">
                  <c:v>1.22564578</c:v>
                </c:pt>
                <c:pt idx="52">
                  <c:v>1.29643488</c:v>
                </c:pt>
                <c:pt idx="53">
                  <c:v>1.25225842</c:v>
                </c:pt>
                <c:pt idx="54">
                  <c:v>1.37230253</c:v>
                </c:pt>
                <c:pt idx="55">
                  <c:v>1.26435387</c:v>
                </c:pt>
                <c:pt idx="56">
                  <c:v>1.31707466</c:v>
                </c:pt>
                <c:pt idx="57">
                  <c:v>1.3347708</c:v>
                </c:pt>
                <c:pt idx="58">
                  <c:v>1.20592666</c:v>
                </c:pt>
                <c:pt idx="59">
                  <c:v>1.33532453</c:v>
                </c:pt>
                <c:pt idx="60">
                  <c:v>1.29530406</c:v>
                </c:pt>
                <c:pt idx="61">
                  <c:v>1.29501808</c:v>
                </c:pt>
                <c:pt idx="62">
                  <c:v>1.36692679</c:v>
                </c:pt>
                <c:pt idx="63">
                  <c:v>1.38810992</c:v>
                </c:pt>
                <c:pt idx="64">
                  <c:v>1.42355764</c:v>
                </c:pt>
                <c:pt idx="65">
                  <c:v>1.36861002</c:v>
                </c:pt>
                <c:pt idx="66">
                  <c:v>1.31478643</c:v>
                </c:pt>
                <c:pt idx="67">
                  <c:v>1.43629193</c:v>
                </c:pt>
                <c:pt idx="68">
                  <c:v>1.26253343</c:v>
                </c:pt>
                <c:pt idx="69">
                  <c:v>1.44418979</c:v>
                </c:pt>
                <c:pt idx="70">
                  <c:v>1.41912937</c:v>
                </c:pt>
                <c:pt idx="71">
                  <c:v>1.37021637</c:v>
                </c:pt>
                <c:pt idx="72">
                  <c:v>1.45110273</c:v>
                </c:pt>
                <c:pt idx="73">
                  <c:v>1.36105382</c:v>
                </c:pt>
                <c:pt idx="74">
                  <c:v>1.41393709</c:v>
                </c:pt>
                <c:pt idx="75">
                  <c:v>1.33837962</c:v>
                </c:pt>
                <c:pt idx="76">
                  <c:v>1.40322232</c:v>
                </c:pt>
                <c:pt idx="77">
                  <c:v>1.453987</c:v>
                </c:pt>
                <c:pt idx="78">
                  <c:v>1.30149746</c:v>
                </c:pt>
                <c:pt idx="79">
                  <c:v>1.34712636</c:v>
                </c:pt>
                <c:pt idx="80">
                  <c:v>1.28540194</c:v>
                </c:pt>
                <c:pt idx="81">
                  <c:v>1.40820479</c:v>
                </c:pt>
                <c:pt idx="82">
                  <c:v>1.45976388</c:v>
                </c:pt>
                <c:pt idx="83">
                  <c:v>1.38282216</c:v>
                </c:pt>
                <c:pt idx="84">
                  <c:v>1.25291681</c:v>
                </c:pt>
                <c:pt idx="85">
                  <c:v>1.40592587</c:v>
                </c:pt>
                <c:pt idx="86">
                  <c:v>1.38195598</c:v>
                </c:pt>
                <c:pt idx="87">
                  <c:v>1.35687053</c:v>
                </c:pt>
                <c:pt idx="88">
                  <c:v>1.40816987</c:v>
                </c:pt>
                <c:pt idx="89">
                  <c:v>1.37589025</c:v>
                </c:pt>
                <c:pt idx="90">
                  <c:v>1.41045499</c:v>
                </c:pt>
                <c:pt idx="91">
                  <c:v>1.46141279</c:v>
                </c:pt>
                <c:pt idx="92">
                  <c:v>1.33181322</c:v>
                </c:pt>
                <c:pt idx="93">
                  <c:v>1.30721664</c:v>
                </c:pt>
                <c:pt idx="94">
                  <c:v>1.31097043</c:v>
                </c:pt>
                <c:pt idx="95">
                  <c:v>1.38386762</c:v>
                </c:pt>
                <c:pt idx="96">
                  <c:v>1.37835646</c:v>
                </c:pt>
                <c:pt idx="97">
                  <c:v>1.36921394</c:v>
                </c:pt>
                <c:pt idx="98">
                  <c:v>1.37959468</c:v>
                </c:pt>
                <c:pt idx="99">
                  <c:v>1.48121262</c:v>
                </c:pt>
                <c:pt idx="100">
                  <c:v>1.38496733</c:v>
                </c:pt>
                <c:pt idx="101">
                  <c:v>1.51494932</c:v>
                </c:pt>
                <c:pt idx="102">
                  <c:v>1.48785567</c:v>
                </c:pt>
                <c:pt idx="103">
                  <c:v>1.44592202</c:v>
                </c:pt>
                <c:pt idx="104">
                  <c:v>1.43139231</c:v>
                </c:pt>
                <c:pt idx="105">
                  <c:v>1.37655842</c:v>
                </c:pt>
                <c:pt idx="106">
                  <c:v>1.41545224</c:v>
                </c:pt>
                <c:pt idx="107">
                  <c:v>1.35495675</c:v>
                </c:pt>
                <c:pt idx="108">
                  <c:v>1.38254547</c:v>
                </c:pt>
                <c:pt idx="109">
                  <c:v>1.39640319</c:v>
                </c:pt>
                <c:pt idx="110">
                  <c:v>1.45228887</c:v>
                </c:pt>
                <c:pt idx="111">
                  <c:v>1.39279604</c:v>
                </c:pt>
                <c:pt idx="112">
                  <c:v>1.31259084</c:v>
                </c:pt>
                <c:pt idx="113">
                  <c:v>1.51678681</c:v>
                </c:pt>
                <c:pt idx="114">
                  <c:v>1.43640554</c:v>
                </c:pt>
                <c:pt idx="115">
                  <c:v>1.38509524</c:v>
                </c:pt>
                <c:pt idx="116">
                  <c:v>1.28713143</c:v>
                </c:pt>
                <c:pt idx="117">
                  <c:v>1.42190576</c:v>
                </c:pt>
                <c:pt idx="118">
                  <c:v>1.36711216</c:v>
                </c:pt>
                <c:pt idx="119">
                  <c:v>1.42859721</c:v>
                </c:pt>
                <c:pt idx="120">
                  <c:v>1.34893417</c:v>
                </c:pt>
                <c:pt idx="121">
                  <c:v>1.3007704</c:v>
                </c:pt>
                <c:pt idx="122">
                  <c:v>1.31255639</c:v>
                </c:pt>
                <c:pt idx="123">
                  <c:v>1.43938422</c:v>
                </c:pt>
                <c:pt idx="124">
                  <c:v>1.51307225</c:v>
                </c:pt>
                <c:pt idx="125">
                  <c:v>1.45535088</c:v>
                </c:pt>
                <c:pt idx="126">
                  <c:v>1.33716834</c:v>
                </c:pt>
                <c:pt idx="127">
                  <c:v>1.29939878</c:v>
                </c:pt>
                <c:pt idx="128">
                  <c:v>1.33048916</c:v>
                </c:pt>
                <c:pt idx="129">
                  <c:v>1.40907562</c:v>
                </c:pt>
                <c:pt idx="130">
                  <c:v>1.38008976</c:v>
                </c:pt>
                <c:pt idx="131">
                  <c:v>1.38831675</c:v>
                </c:pt>
                <c:pt idx="132">
                  <c:v>1.38207281</c:v>
                </c:pt>
                <c:pt idx="133">
                  <c:v>1.43498313</c:v>
                </c:pt>
                <c:pt idx="134">
                  <c:v>1.36204636</c:v>
                </c:pt>
                <c:pt idx="135">
                  <c:v>1.40213764</c:v>
                </c:pt>
                <c:pt idx="136">
                  <c:v>1.46759415</c:v>
                </c:pt>
                <c:pt idx="137">
                  <c:v>1.40653563</c:v>
                </c:pt>
                <c:pt idx="138">
                  <c:v>1.38809431</c:v>
                </c:pt>
                <c:pt idx="139">
                  <c:v>1.5793165</c:v>
                </c:pt>
                <c:pt idx="140">
                  <c:v>1.33146131</c:v>
                </c:pt>
                <c:pt idx="141">
                  <c:v>1.39525688</c:v>
                </c:pt>
                <c:pt idx="142">
                  <c:v>1.32077396</c:v>
                </c:pt>
                <c:pt idx="143">
                  <c:v>1.47099364</c:v>
                </c:pt>
                <c:pt idx="144">
                  <c:v>1.36812675</c:v>
                </c:pt>
                <c:pt idx="145">
                  <c:v>1.36209035</c:v>
                </c:pt>
                <c:pt idx="146">
                  <c:v>1.43344831</c:v>
                </c:pt>
                <c:pt idx="147">
                  <c:v>1.38106155</c:v>
                </c:pt>
                <c:pt idx="148">
                  <c:v>1.36538422</c:v>
                </c:pt>
                <c:pt idx="149">
                  <c:v>1.37601817</c:v>
                </c:pt>
                <c:pt idx="150">
                  <c:v>1.55889213</c:v>
                </c:pt>
                <c:pt idx="151">
                  <c:v>1.3332839</c:v>
                </c:pt>
                <c:pt idx="152">
                  <c:v>1.36184204</c:v>
                </c:pt>
                <c:pt idx="153">
                  <c:v>1.38696659</c:v>
                </c:pt>
                <c:pt idx="154">
                  <c:v>1.27880228</c:v>
                </c:pt>
                <c:pt idx="155">
                  <c:v>1.37708843</c:v>
                </c:pt>
                <c:pt idx="156">
                  <c:v>1.37509143</c:v>
                </c:pt>
                <c:pt idx="157">
                  <c:v>1.31649101</c:v>
                </c:pt>
                <c:pt idx="158">
                  <c:v>1.37009597</c:v>
                </c:pt>
                <c:pt idx="159">
                  <c:v>1.32601213</c:v>
                </c:pt>
                <c:pt idx="160">
                  <c:v>1.41186845</c:v>
                </c:pt>
                <c:pt idx="161">
                  <c:v>1.38407266</c:v>
                </c:pt>
                <c:pt idx="162">
                  <c:v>1.3177985</c:v>
                </c:pt>
                <c:pt idx="163">
                  <c:v>1.32015026</c:v>
                </c:pt>
                <c:pt idx="164">
                  <c:v>1.44748747</c:v>
                </c:pt>
                <c:pt idx="165">
                  <c:v>1.23362815</c:v>
                </c:pt>
                <c:pt idx="166">
                  <c:v>1.35444856</c:v>
                </c:pt>
                <c:pt idx="167">
                  <c:v>1.37085724</c:v>
                </c:pt>
                <c:pt idx="168">
                  <c:v>1.4497999</c:v>
                </c:pt>
                <c:pt idx="169">
                  <c:v>1.37058914</c:v>
                </c:pt>
                <c:pt idx="170">
                  <c:v>1.45785618</c:v>
                </c:pt>
                <c:pt idx="171">
                  <c:v>1.42661965</c:v>
                </c:pt>
                <c:pt idx="172">
                  <c:v>1.5160687</c:v>
                </c:pt>
                <c:pt idx="173">
                  <c:v>1.45078123</c:v>
                </c:pt>
                <c:pt idx="174">
                  <c:v>1.36028433</c:v>
                </c:pt>
                <c:pt idx="175">
                  <c:v>1.40785348</c:v>
                </c:pt>
                <c:pt idx="176">
                  <c:v>1.35939288</c:v>
                </c:pt>
                <c:pt idx="177">
                  <c:v>1.41719794</c:v>
                </c:pt>
                <c:pt idx="178">
                  <c:v>1.3298018</c:v>
                </c:pt>
                <c:pt idx="179">
                  <c:v>1.44598663</c:v>
                </c:pt>
                <c:pt idx="180">
                  <c:v>1.48029292</c:v>
                </c:pt>
                <c:pt idx="181">
                  <c:v>1.35782838</c:v>
                </c:pt>
                <c:pt idx="182">
                  <c:v>1.32954931</c:v>
                </c:pt>
                <c:pt idx="183">
                  <c:v>1.31842589</c:v>
                </c:pt>
                <c:pt idx="184">
                  <c:v>1.36062181</c:v>
                </c:pt>
                <c:pt idx="185">
                  <c:v>1.45117271</c:v>
                </c:pt>
                <c:pt idx="186">
                  <c:v>1.38000774</c:v>
                </c:pt>
                <c:pt idx="187">
                  <c:v>1.34458792</c:v>
                </c:pt>
                <c:pt idx="188">
                  <c:v>1.37188244</c:v>
                </c:pt>
                <c:pt idx="189">
                  <c:v>1.37215352</c:v>
                </c:pt>
                <c:pt idx="190">
                  <c:v>1.40849316</c:v>
                </c:pt>
                <c:pt idx="191">
                  <c:v>1.41427064</c:v>
                </c:pt>
                <c:pt idx="192">
                  <c:v>1.42618847</c:v>
                </c:pt>
                <c:pt idx="193">
                  <c:v>1.3034972</c:v>
                </c:pt>
                <c:pt idx="194">
                  <c:v>1.31943262</c:v>
                </c:pt>
                <c:pt idx="195">
                  <c:v>1.43004239</c:v>
                </c:pt>
                <c:pt idx="196">
                  <c:v>1.37650347</c:v>
                </c:pt>
                <c:pt idx="197">
                  <c:v>1.49955809</c:v>
                </c:pt>
              </c:numCache>
            </c:numRef>
          </c:yVal>
        </c:ser>
        <c:ser>
          <c:idx val="1"/>
          <c:order val="1"/>
          <c:tx>
            <c:v>Conformal</c:v>
          </c:tx>
          <c:spPr>
            <a:ln xmlns:a="http://schemas.openxmlformats.org/drawingml/2006/main" w="15240">
              <a:solidFill>
                <a:srgbClr val="087F8C"/>
              </a:solidFill>
            </a:ln>
          </c:spPr>
          <c:marker>
            <c:symbol val="none"/>
          </c:marker>
          <c:xVal>
            <c:numRef>
              <c:f>'Chart Data'!$C$2:$C$199</c:f>
              <c:numCache>
                <c:formatCode>General</c:formatCode>
                <c:ptCount val="198"/>
                <c:pt idx="0">
                  <c:v>10</c:v>
                </c:pt>
                <c:pt idx="1">
                  <c:v>15</c:v>
                </c:pt>
                <c:pt idx="2">
                  <c:v>20</c:v>
                </c:pt>
                <c:pt idx="3">
                  <c:v>25</c:v>
                </c:pt>
                <c:pt idx="4">
                  <c:v>30</c:v>
                </c:pt>
                <c:pt idx="5">
                  <c:v>35</c:v>
                </c:pt>
                <c:pt idx="6">
                  <c:v>40</c:v>
                </c:pt>
                <c:pt idx="7">
                  <c:v>45</c:v>
                </c:pt>
                <c:pt idx="8">
                  <c:v>50</c:v>
                </c:pt>
                <c:pt idx="9">
                  <c:v>55</c:v>
                </c:pt>
                <c:pt idx="10">
                  <c:v>60</c:v>
                </c:pt>
                <c:pt idx="11">
                  <c:v>65</c:v>
                </c:pt>
                <c:pt idx="12">
                  <c:v>70</c:v>
                </c:pt>
                <c:pt idx="13">
                  <c:v>75</c:v>
                </c:pt>
                <c:pt idx="14">
                  <c:v>80</c:v>
                </c:pt>
                <c:pt idx="15">
                  <c:v>85</c:v>
                </c:pt>
                <c:pt idx="16">
                  <c:v>90</c:v>
                </c:pt>
                <c:pt idx="17">
                  <c:v>95</c:v>
                </c:pt>
                <c:pt idx="18">
                  <c:v>100</c:v>
                </c:pt>
                <c:pt idx="19">
                  <c:v>105</c:v>
                </c:pt>
                <c:pt idx="20">
                  <c:v>110</c:v>
                </c:pt>
                <c:pt idx="21">
                  <c:v>115</c:v>
                </c:pt>
                <c:pt idx="22">
                  <c:v>120</c:v>
                </c:pt>
                <c:pt idx="23">
                  <c:v>125</c:v>
                </c:pt>
                <c:pt idx="24">
                  <c:v>130</c:v>
                </c:pt>
                <c:pt idx="25">
                  <c:v>135</c:v>
                </c:pt>
                <c:pt idx="26">
                  <c:v>140</c:v>
                </c:pt>
                <c:pt idx="27">
                  <c:v>145</c:v>
                </c:pt>
                <c:pt idx="28">
                  <c:v>150</c:v>
                </c:pt>
                <c:pt idx="29">
                  <c:v>155</c:v>
                </c:pt>
                <c:pt idx="30">
                  <c:v>160</c:v>
                </c:pt>
                <c:pt idx="31">
                  <c:v>165</c:v>
                </c:pt>
                <c:pt idx="32">
                  <c:v>170</c:v>
                </c:pt>
                <c:pt idx="33">
                  <c:v>175</c:v>
                </c:pt>
                <c:pt idx="34">
                  <c:v>180</c:v>
                </c:pt>
                <c:pt idx="35">
                  <c:v>185</c:v>
                </c:pt>
                <c:pt idx="36">
                  <c:v>190</c:v>
                </c:pt>
                <c:pt idx="37">
                  <c:v>195</c:v>
                </c:pt>
                <c:pt idx="38">
                  <c:v>200</c:v>
                </c:pt>
                <c:pt idx="39">
                  <c:v>205</c:v>
                </c:pt>
                <c:pt idx="40">
                  <c:v>210</c:v>
                </c:pt>
                <c:pt idx="41">
                  <c:v>215</c:v>
                </c:pt>
                <c:pt idx="42">
                  <c:v>220</c:v>
                </c:pt>
                <c:pt idx="43">
                  <c:v>225</c:v>
                </c:pt>
                <c:pt idx="44">
                  <c:v>230</c:v>
                </c:pt>
                <c:pt idx="45">
                  <c:v>235</c:v>
                </c:pt>
                <c:pt idx="46">
                  <c:v>240</c:v>
                </c:pt>
                <c:pt idx="47">
                  <c:v>245</c:v>
                </c:pt>
                <c:pt idx="48">
                  <c:v>250</c:v>
                </c:pt>
                <c:pt idx="49">
                  <c:v>255</c:v>
                </c:pt>
                <c:pt idx="50">
                  <c:v>260</c:v>
                </c:pt>
                <c:pt idx="51">
                  <c:v>265</c:v>
                </c:pt>
                <c:pt idx="52">
                  <c:v>270</c:v>
                </c:pt>
                <c:pt idx="53">
                  <c:v>275</c:v>
                </c:pt>
                <c:pt idx="54">
                  <c:v>280</c:v>
                </c:pt>
                <c:pt idx="55">
                  <c:v>285</c:v>
                </c:pt>
                <c:pt idx="56">
                  <c:v>290</c:v>
                </c:pt>
                <c:pt idx="57">
                  <c:v>295</c:v>
                </c:pt>
                <c:pt idx="58">
                  <c:v>300</c:v>
                </c:pt>
                <c:pt idx="59">
                  <c:v>305</c:v>
                </c:pt>
                <c:pt idx="60">
                  <c:v>310</c:v>
                </c:pt>
                <c:pt idx="61">
                  <c:v>315</c:v>
                </c:pt>
                <c:pt idx="62">
                  <c:v>320</c:v>
                </c:pt>
                <c:pt idx="63">
                  <c:v>325</c:v>
                </c:pt>
                <c:pt idx="64">
                  <c:v>330</c:v>
                </c:pt>
                <c:pt idx="65">
                  <c:v>335</c:v>
                </c:pt>
                <c:pt idx="66">
                  <c:v>340</c:v>
                </c:pt>
                <c:pt idx="67">
                  <c:v>345</c:v>
                </c:pt>
                <c:pt idx="68">
                  <c:v>350</c:v>
                </c:pt>
                <c:pt idx="69">
                  <c:v>355</c:v>
                </c:pt>
                <c:pt idx="70">
                  <c:v>360</c:v>
                </c:pt>
                <c:pt idx="71">
                  <c:v>365</c:v>
                </c:pt>
                <c:pt idx="72">
                  <c:v>370</c:v>
                </c:pt>
                <c:pt idx="73">
                  <c:v>375</c:v>
                </c:pt>
                <c:pt idx="74">
                  <c:v>380</c:v>
                </c:pt>
                <c:pt idx="75">
                  <c:v>385</c:v>
                </c:pt>
                <c:pt idx="76">
                  <c:v>390</c:v>
                </c:pt>
                <c:pt idx="77">
                  <c:v>395</c:v>
                </c:pt>
                <c:pt idx="78">
                  <c:v>400</c:v>
                </c:pt>
                <c:pt idx="79">
                  <c:v>405</c:v>
                </c:pt>
                <c:pt idx="80">
                  <c:v>410</c:v>
                </c:pt>
                <c:pt idx="81">
                  <c:v>415</c:v>
                </c:pt>
                <c:pt idx="82">
                  <c:v>420</c:v>
                </c:pt>
                <c:pt idx="83">
                  <c:v>425</c:v>
                </c:pt>
                <c:pt idx="84">
                  <c:v>430</c:v>
                </c:pt>
                <c:pt idx="85">
                  <c:v>435</c:v>
                </c:pt>
                <c:pt idx="86">
                  <c:v>440</c:v>
                </c:pt>
                <c:pt idx="87">
                  <c:v>445</c:v>
                </c:pt>
                <c:pt idx="88">
                  <c:v>450</c:v>
                </c:pt>
                <c:pt idx="89">
                  <c:v>455</c:v>
                </c:pt>
                <c:pt idx="90">
                  <c:v>460</c:v>
                </c:pt>
                <c:pt idx="91">
                  <c:v>465</c:v>
                </c:pt>
                <c:pt idx="92">
                  <c:v>470</c:v>
                </c:pt>
                <c:pt idx="93">
                  <c:v>475</c:v>
                </c:pt>
                <c:pt idx="94">
                  <c:v>480</c:v>
                </c:pt>
                <c:pt idx="95">
                  <c:v>485</c:v>
                </c:pt>
                <c:pt idx="96">
                  <c:v>490</c:v>
                </c:pt>
                <c:pt idx="97">
                  <c:v>495</c:v>
                </c:pt>
                <c:pt idx="98">
                  <c:v>500</c:v>
                </c:pt>
                <c:pt idx="99">
                  <c:v>505</c:v>
                </c:pt>
                <c:pt idx="100">
                  <c:v>510</c:v>
                </c:pt>
                <c:pt idx="101">
                  <c:v>515</c:v>
                </c:pt>
                <c:pt idx="102">
                  <c:v>520</c:v>
                </c:pt>
                <c:pt idx="103">
                  <c:v>525</c:v>
                </c:pt>
                <c:pt idx="104">
                  <c:v>530</c:v>
                </c:pt>
                <c:pt idx="105">
                  <c:v>535</c:v>
                </c:pt>
                <c:pt idx="106">
                  <c:v>540</c:v>
                </c:pt>
                <c:pt idx="107">
                  <c:v>545</c:v>
                </c:pt>
                <c:pt idx="108">
                  <c:v>550</c:v>
                </c:pt>
                <c:pt idx="109">
                  <c:v>555</c:v>
                </c:pt>
                <c:pt idx="110">
                  <c:v>560</c:v>
                </c:pt>
                <c:pt idx="111">
                  <c:v>565</c:v>
                </c:pt>
                <c:pt idx="112">
                  <c:v>570</c:v>
                </c:pt>
                <c:pt idx="113">
                  <c:v>575</c:v>
                </c:pt>
                <c:pt idx="114">
                  <c:v>580</c:v>
                </c:pt>
                <c:pt idx="115">
                  <c:v>585</c:v>
                </c:pt>
                <c:pt idx="116">
                  <c:v>590</c:v>
                </c:pt>
                <c:pt idx="117">
                  <c:v>595</c:v>
                </c:pt>
                <c:pt idx="118">
                  <c:v>600</c:v>
                </c:pt>
                <c:pt idx="119">
                  <c:v>605</c:v>
                </c:pt>
                <c:pt idx="120">
                  <c:v>610</c:v>
                </c:pt>
                <c:pt idx="121">
                  <c:v>615</c:v>
                </c:pt>
                <c:pt idx="122">
                  <c:v>620</c:v>
                </c:pt>
                <c:pt idx="123">
                  <c:v>625</c:v>
                </c:pt>
                <c:pt idx="124">
                  <c:v>630</c:v>
                </c:pt>
                <c:pt idx="125">
                  <c:v>635</c:v>
                </c:pt>
                <c:pt idx="126">
                  <c:v>640</c:v>
                </c:pt>
                <c:pt idx="127">
                  <c:v>645</c:v>
                </c:pt>
                <c:pt idx="128">
                  <c:v>650</c:v>
                </c:pt>
                <c:pt idx="129">
                  <c:v>655</c:v>
                </c:pt>
                <c:pt idx="130">
                  <c:v>660</c:v>
                </c:pt>
                <c:pt idx="131">
                  <c:v>665</c:v>
                </c:pt>
                <c:pt idx="132">
                  <c:v>670</c:v>
                </c:pt>
                <c:pt idx="133">
                  <c:v>675</c:v>
                </c:pt>
                <c:pt idx="134">
                  <c:v>680</c:v>
                </c:pt>
                <c:pt idx="135">
                  <c:v>685</c:v>
                </c:pt>
                <c:pt idx="136">
                  <c:v>690</c:v>
                </c:pt>
                <c:pt idx="137">
                  <c:v>695</c:v>
                </c:pt>
                <c:pt idx="138">
                  <c:v>700</c:v>
                </c:pt>
                <c:pt idx="139">
                  <c:v>705</c:v>
                </c:pt>
                <c:pt idx="140">
                  <c:v>710</c:v>
                </c:pt>
                <c:pt idx="141">
                  <c:v>715</c:v>
                </c:pt>
                <c:pt idx="142">
                  <c:v>720</c:v>
                </c:pt>
                <c:pt idx="143">
                  <c:v>725</c:v>
                </c:pt>
                <c:pt idx="144">
                  <c:v>730</c:v>
                </c:pt>
                <c:pt idx="145">
                  <c:v>735</c:v>
                </c:pt>
                <c:pt idx="146">
                  <c:v>740</c:v>
                </c:pt>
                <c:pt idx="147">
                  <c:v>745</c:v>
                </c:pt>
                <c:pt idx="148">
                  <c:v>750</c:v>
                </c:pt>
                <c:pt idx="149">
                  <c:v>755</c:v>
                </c:pt>
                <c:pt idx="150">
                  <c:v>760</c:v>
                </c:pt>
                <c:pt idx="151">
                  <c:v>765</c:v>
                </c:pt>
                <c:pt idx="152">
                  <c:v>770</c:v>
                </c:pt>
                <c:pt idx="153">
                  <c:v>775</c:v>
                </c:pt>
                <c:pt idx="154">
                  <c:v>780</c:v>
                </c:pt>
                <c:pt idx="155">
                  <c:v>785</c:v>
                </c:pt>
                <c:pt idx="156">
                  <c:v>790</c:v>
                </c:pt>
                <c:pt idx="157">
                  <c:v>795</c:v>
                </c:pt>
                <c:pt idx="158">
                  <c:v>800</c:v>
                </c:pt>
                <c:pt idx="159">
                  <c:v>805</c:v>
                </c:pt>
                <c:pt idx="160">
                  <c:v>810</c:v>
                </c:pt>
                <c:pt idx="161">
                  <c:v>815</c:v>
                </c:pt>
                <c:pt idx="162">
                  <c:v>820</c:v>
                </c:pt>
                <c:pt idx="163">
                  <c:v>825</c:v>
                </c:pt>
                <c:pt idx="164">
                  <c:v>830</c:v>
                </c:pt>
                <c:pt idx="165">
                  <c:v>835</c:v>
                </c:pt>
                <c:pt idx="166">
                  <c:v>840</c:v>
                </c:pt>
                <c:pt idx="167">
                  <c:v>845</c:v>
                </c:pt>
                <c:pt idx="168">
                  <c:v>850</c:v>
                </c:pt>
                <c:pt idx="169">
                  <c:v>855</c:v>
                </c:pt>
                <c:pt idx="170">
                  <c:v>860</c:v>
                </c:pt>
                <c:pt idx="171">
                  <c:v>865</c:v>
                </c:pt>
                <c:pt idx="172">
                  <c:v>870</c:v>
                </c:pt>
                <c:pt idx="173">
                  <c:v>875</c:v>
                </c:pt>
                <c:pt idx="174">
                  <c:v>880</c:v>
                </c:pt>
                <c:pt idx="175">
                  <c:v>885</c:v>
                </c:pt>
                <c:pt idx="176">
                  <c:v>890</c:v>
                </c:pt>
                <c:pt idx="177">
                  <c:v>895</c:v>
                </c:pt>
                <c:pt idx="178">
                  <c:v>900</c:v>
                </c:pt>
                <c:pt idx="179">
                  <c:v>905</c:v>
                </c:pt>
                <c:pt idx="180">
                  <c:v>910</c:v>
                </c:pt>
                <c:pt idx="181">
                  <c:v>915</c:v>
                </c:pt>
                <c:pt idx="182">
                  <c:v>920</c:v>
                </c:pt>
                <c:pt idx="183">
                  <c:v>925</c:v>
                </c:pt>
                <c:pt idx="184">
                  <c:v>930</c:v>
                </c:pt>
                <c:pt idx="185">
                  <c:v>935</c:v>
                </c:pt>
                <c:pt idx="186">
                  <c:v>940</c:v>
                </c:pt>
                <c:pt idx="187">
                  <c:v>945</c:v>
                </c:pt>
                <c:pt idx="188">
                  <c:v>950</c:v>
                </c:pt>
                <c:pt idx="189">
                  <c:v>955</c:v>
                </c:pt>
                <c:pt idx="190">
                  <c:v>960</c:v>
                </c:pt>
                <c:pt idx="191">
                  <c:v>965</c:v>
                </c:pt>
                <c:pt idx="192">
                  <c:v>970</c:v>
                </c:pt>
                <c:pt idx="193">
                  <c:v>975</c:v>
                </c:pt>
                <c:pt idx="194">
                  <c:v>980</c:v>
                </c:pt>
                <c:pt idx="195">
                  <c:v>985</c:v>
                </c:pt>
                <c:pt idx="196">
                  <c:v>990</c:v>
                </c:pt>
                <c:pt idx="197">
                  <c:v>995</c:v>
                </c:pt>
              </c:numCache>
            </c:numRef>
          </c:xVal>
          <c:yVal>
            <c:numRef>
              <c:f>'Chart Data'!$D$2:$D$199</c:f>
              <c:numCache>
                <c:formatCode>General</c:formatCode>
                <c:ptCount val="198"/>
                <c:pt idx="0">
                  <c:v>1.01672268</c:v>
                </c:pt>
                <c:pt idx="1">
                  <c:v>1.05576956</c:v>
                </c:pt>
                <c:pt idx="2">
                  <c:v>1.0419172</c:v>
                </c:pt>
                <c:pt idx="3">
                  <c:v>1.03420472</c:v>
                </c:pt>
                <c:pt idx="4">
                  <c:v>0.94537288</c:v>
                </c:pt>
                <c:pt idx="5">
                  <c:v>0.98187321</c:v>
                </c:pt>
                <c:pt idx="6">
                  <c:v>1.07718253</c:v>
                </c:pt>
                <c:pt idx="7">
                  <c:v>1.00801039</c:v>
                </c:pt>
                <c:pt idx="8">
                  <c:v>1.2087934</c:v>
                </c:pt>
                <c:pt idx="9">
                  <c:v>1.00756085</c:v>
                </c:pt>
                <c:pt idx="10">
                  <c:v>1.0626682</c:v>
                </c:pt>
                <c:pt idx="11">
                  <c:v>1.12121177</c:v>
                </c:pt>
                <c:pt idx="12">
                  <c:v>1.18440354</c:v>
                </c:pt>
                <c:pt idx="13">
                  <c:v>1.07502937</c:v>
                </c:pt>
                <c:pt idx="14">
                  <c:v>1.19219434</c:v>
                </c:pt>
                <c:pt idx="15">
                  <c:v>1.11475956</c:v>
                </c:pt>
                <c:pt idx="16">
                  <c:v>1.18927443</c:v>
                </c:pt>
                <c:pt idx="17">
                  <c:v>1.24318981</c:v>
                </c:pt>
                <c:pt idx="18">
                  <c:v>1.11190879</c:v>
                </c:pt>
                <c:pt idx="19">
                  <c:v>1.1883496</c:v>
                </c:pt>
                <c:pt idx="20">
                  <c:v>1.05588758</c:v>
                </c:pt>
                <c:pt idx="21">
                  <c:v>1.17117465</c:v>
                </c:pt>
                <c:pt idx="22">
                  <c:v>1.06619847</c:v>
                </c:pt>
                <c:pt idx="23">
                  <c:v>1.10523033</c:v>
                </c:pt>
                <c:pt idx="24">
                  <c:v>1.11505461</c:v>
                </c:pt>
                <c:pt idx="25">
                  <c:v>1.13980675</c:v>
                </c:pt>
                <c:pt idx="26">
                  <c:v>1.06408429</c:v>
                </c:pt>
                <c:pt idx="27">
                  <c:v>1.23199224</c:v>
                </c:pt>
                <c:pt idx="28">
                  <c:v>1.12541938</c:v>
                </c:pt>
                <c:pt idx="29">
                  <c:v>1.13365316</c:v>
                </c:pt>
                <c:pt idx="30">
                  <c:v>1.18344104</c:v>
                </c:pt>
                <c:pt idx="31">
                  <c:v>1.06214619</c:v>
                </c:pt>
                <c:pt idx="32">
                  <c:v>1.13369977</c:v>
                </c:pt>
                <c:pt idx="33">
                  <c:v>1.14570236</c:v>
                </c:pt>
                <c:pt idx="34">
                  <c:v>1.20128047</c:v>
                </c:pt>
                <c:pt idx="35">
                  <c:v>1.1471951</c:v>
                </c:pt>
                <c:pt idx="36">
                  <c:v>1.04823506</c:v>
                </c:pt>
                <c:pt idx="37">
                  <c:v>1.07660329</c:v>
                </c:pt>
                <c:pt idx="38">
                  <c:v>1.19703472</c:v>
                </c:pt>
                <c:pt idx="39">
                  <c:v>1.20624876</c:v>
                </c:pt>
                <c:pt idx="40">
                  <c:v>1.20303571</c:v>
                </c:pt>
                <c:pt idx="41">
                  <c:v>1.16101038</c:v>
                </c:pt>
                <c:pt idx="42">
                  <c:v>1.27244985</c:v>
                </c:pt>
                <c:pt idx="43">
                  <c:v>1.19369924</c:v>
                </c:pt>
                <c:pt idx="44">
                  <c:v>1.15520883</c:v>
                </c:pt>
                <c:pt idx="45">
                  <c:v>1.24043298</c:v>
                </c:pt>
                <c:pt idx="46">
                  <c:v>1.209041</c:v>
                </c:pt>
                <c:pt idx="47">
                  <c:v>1.14893663</c:v>
                </c:pt>
                <c:pt idx="48">
                  <c:v>1.11950707</c:v>
                </c:pt>
                <c:pt idx="49">
                  <c:v>1.1782757</c:v>
                </c:pt>
                <c:pt idx="50">
                  <c:v>1.1608721</c:v>
                </c:pt>
                <c:pt idx="51">
                  <c:v>1.13375413</c:v>
                </c:pt>
                <c:pt idx="52">
                  <c:v>1.159302</c:v>
                </c:pt>
                <c:pt idx="53">
                  <c:v>1.17857957</c:v>
                </c:pt>
                <c:pt idx="54">
                  <c:v>1.27165258</c:v>
                </c:pt>
                <c:pt idx="55">
                  <c:v>1.15728438</c:v>
                </c:pt>
                <c:pt idx="56">
                  <c:v>1.24236</c:v>
                </c:pt>
                <c:pt idx="57">
                  <c:v>1.21599114</c:v>
                </c:pt>
                <c:pt idx="58">
                  <c:v>1.11803365</c:v>
                </c:pt>
                <c:pt idx="59">
                  <c:v>1.25025511</c:v>
                </c:pt>
                <c:pt idx="60">
                  <c:v>1.14707243</c:v>
                </c:pt>
                <c:pt idx="61">
                  <c:v>1.18256938</c:v>
                </c:pt>
                <c:pt idx="62">
                  <c:v>1.24694693</c:v>
                </c:pt>
                <c:pt idx="63">
                  <c:v>1.29041743</c:v>
                </c:pt>
                <c:pt idx="64">
                  <c:v>1.31238639</c:v>
                </c:pt>
                <c:pt idx="65">
                  <c:v>1.27234983</c:v>
                </c:pt>
                <c:pt idx="66">
                  <c:v>1.19547129</c:v>
                </c:pt>
                <c:pt idx="67">
                  <c:v>1.36680913</c:v>
                </c:pt>
                <c:pt idx="68">
                  <c:v>1.18908179</c:v>
                </c:pt>
                <c:pt idx="69">
                  <c:v>1.38003492</c:v>
                </c:pt>
                <c:pt idx="70">
                  <c:v>1.31052196</c:v>
                </c:pt>
                <c:pt idx="71">
                  <c:v>1.26022208</c:v>
                </c:pt>
                <c:pt idx="72">
                  <c:v>1.29371321</c:v>
                </c:pt>
                <c:pt idx="73">
                  <c:v>1.22743559</c:v>
                </c:pt>
                <c:pt idx="74">
                  <c:v>1.30143857</c:v>
                </c:pt>
                <c:pt idx="75">
                  <c:v>1.17616558</c:v>
                </c:pt>
                <c:pt idx="76">
                  <c:v>1.27880716</c:v>
                </c:pt>
                <c:pt idx="77">
                  <c:v>1.35720253</c:v>
                </c:pt>
                <c:pt idx="78">
                  <c:v>1.22557175</c:v>
                </c:pt>
                <c:pt idx="79">
                  <c:v>1.24565876</c:v>
                </c:pt>
                <c:pt idx="80">
                  <c:v>1.20354748</c:v>
                </c:pt>
                <c:pt idx="81">
                  <c:v>1.29503882</c:v>
                </c:pt>
                <c:pt idx="82">
                  <c:v>1.34037662</c:v>
                </c:pt>
                <c:pt idx="83">
                  <c:v>1.2622062</c:v>
                </c:pt>
                <c:pt idx="84">
                  <c:v>1.1096065</c:v>
                </c:pt>
                <c:pt idx="85">
                  <c:v>1.27851284</c:v>
                </c:pt>
                <c:pt idx="86">
                  <c:v>1.27500796</c:v>
                </c:pt>
                <c:pt idx="87">
                  <c:v>1.27132833</c:v>
                </c:pt>
                <c:pt idx="88">
                  <c:v>1.32641661</c:v>
                </c:pt>
                <c:pt idx="89">
                  <c:v>1.30362439</c:v>
                </c:pt>
                <c:pt idx="90">
                  <c:v>1.24886072</c:v>
                </c:pt>
                <c:pt idx="91">
                  <c:v>1.36258793</c:v>
                </c:pt>
                <c:pt idx="92">
                  <c:v>1.16505957</c:v>
                </c:pt>
                <c:pt idx="93">
                  <c:v>1.22037196</c:v>
                </c:pt>
                <c:pt idx="94">
                  <c:v>1.2167803</c:v>
                </c:pt>
                <c:pt idx="95">
                  <c:v>1.28526652</c:v>
                </c:pt>
                <c:pt idx="96">
                  <c:v>1.31243086</c:v>
                </c:pt>
                <c:pt idx="97">
                  <c:v>1.24564075</c:v>
                </c:pt>
                <c:pt idx="98">
                  <c:v>1.19246852</c:v>
                </c:pt>
                <c:pt idx="99">
                  <c:v>1.38307202</c:v>
                </c:pt>
                <c:pt idx="100">
                  <c:v>1.27628553</c:v>
                </c:pt>
                <c:pt idx="101">
                  <c:v>1.34966338</c:v>
                </c:pt>
                <c:pt idx="102">
                  <c:v>1.35499704</c:v>
                </c:pt>
                <c:pt idx="103">
                  <c:v>1.32930577</c:v>
                </c:pt>
                <c:pt idx="104">
                  <c:v>1.3357935</c:v>
                </c:pt>
                <c:pt idx="105">
                  <c:v>1.24024224</c:v>
                </c:pt>
                <c:pt idx="106">
                  <c:v>1.32307494</c:v>
                </c:pt>
                <c:pt idx="107">
                  <c:v>1.25464249</c:v>
                </c:pt>
                <c:pt idx="108">
                  <c:v>1.2625376</c:v>
                </c:pt>
                <c:pt idx="109">
                  <c:v>1.32842851</c:v>
                </c:pt>
                <c:pt idx="110">
                  <c:v>1.32526278</c:v>
                </c:pt>
                <c:pt idx="111">
                  <c:v>1.28166687</c:v>
                </c:pt>
                <c:pt idx="112">
                  <c:v>1.21215808</c:v>
                </c:pt>
                <c:pt idx="113">
                  <c:v>1.3199209</c:v>
                </c:pt>
                <c:pt idx="114">
                  <c:v>1.31344831</c:v>
                </c:pt>
                <c:pt idx="115">
                  <c:v>1.30632818</c:v>
                </c:pt>
                <c:pt idx="116">
                  <c:v>1.18546176</c:v>
                </c:pt>
                <c:pt idx="117">
                  <c:v>1.31508529</c:v>
                </c:pt>
                <c:pt idx="118">
                  <c:v>1.27117538</c:v>
                </c:pt>
                <c:pt idx="119">
                  <c:v>1.35080171</c:v>
                </c:pt>
                <c:pt idx="120">
                  <c:v>1.20709729</c:v>
                </c:pt>
                <c:pt idx="121">
                  <c:v>1.20267773</c:v>
                </c:pt>
                <c:pt idx="122">
                  <c:v>1.21242833</c:v>
                </c:pt>
                <c:pt idx="123">
                  <c:v>1.32032812</c:v>
                </c:pt>
                <c:pt idx="124">
                  <c:v>1.40407228</c:v>
                </c:pt>
                <c:pt idx="125">
                  <c:v>1.29981256</c:v>
                </c:pt>
                <c:pt idx="126">
                  <c:v>1.24058712</c:v>
                </c:pt>
                <c:pt idx="127">
                  <c:v>1.18971169</c:v>
                </c:pt>
                <c:pt idx="128">
                  <c:v>1.18917906</c:v>
                </c:pt>
                <c:pt idx="129">
                  <c:v>1.28310466</c:v>
                </c:pt>
                <c:pt idx="130">
                  <c:v>1.26899552</c:v>
                </c:pt>
                <c:pt idx="131">
                  <c:v>1.25519025</c:v>
                </c:pt>
                <c:pt idx="132">
                  <c:v>1.26746953</c:v>
                </c:pt>
                <c:pt idx="133">
                  <c:v>1.33469296</c:v>
                </c:pt>
                <c:pt idx="134">
                  <c:v>1.25758278</c:v>
                </c:pt>
                <c:pt idx="135">
                  <c:v>1.31077349</c:v>
                </c:pt>
                <c:pt idx="136">
                  <c:v>1.3373307</c:v>
                </c:pt>
                <c:pt idx="137">
                  <c:v>1.28588772</c:v>
                </c:pt>
                <c:pt idx="138">
                  <c:v>1.26319575</c:v>
                </c:pt>
                <c:pt idx="139">
                  <c:v>1.44037986</c:v>
                </c:pt>
                <c:pt idx="140">
                  <c:v>1.24616265</c:v>
                </c:pt>
                <c:pt idx="141">
                  <c:v>1.27827775</c:v>
                </c:pt>
                <c:pt idx="142">
                  <c:v>1.23103058</c:v>
                </c:pt>
                <c:pt idx="143">
                  <c:v>1.34476948</c:v>
                </c:pt>
                <c:pt idx="144">
                  <c:v>1.31705832</c:v>
                </c:pt>
                <c:pt idx="145">
                  <c:v>1.26562548</c:v>
                </c:pt>
                <c:pt idx="146">
                  <c:v>1.30046487</c:v>
                </c:pt>
                <c:pt idx="147">
                  <c:v>1.20259476</c:v>
                </c:pt>
                <c:pt idx="148">
                  <c:v>1.23621237</c:v>
                </c:pt>
                <c:pt idx="149">
                  <c:v>1.23615003</c:v>
                </c:pt>
                <c:pt idx="150">
                  <c:v>1.43566442</c:v>
                </c:pt>
                <c:pt idx="151">
                  <c:v>1.20513582</c:v>
                </c:pt>
                <c:pt idx="152">
                  <c:v>1.31424129</c:v>
                </c:pt>
                <c:pt idx="153">
                  <c:v>1.27460265</c:v>
                </c:pt>
                <c:pt idx="154">
                  <c:v>1.2022053</c:v>
                </c:pt>
                <c:pt idx="155">
                  <c:v>1.23272157</c:v>
                </c:pt>
                <c:pt idx="156">
                  <c:v>1.25974858</c:v>
                </c:pt>
                <c:pt idx="157">
                  <c:v>1.25078189</c:v>
                </c:pt>
                <c:pt idx="158">
                  <c:v>1.27730489</c:v>
                </c:pt>
                <c:pt idx="159">
                  <c:v>1.21913683</c:v>
                </c:pt>
                <c:pt idx="160">
                  <c:v>1.32717848</c:v>
                </c:pt>
                <c:pt idx="161">
                  <c:v>1.21952689</c:v>
                </c:pt>
                <c:pt idx="162">
                  <c:v>1.2056942</c:v>
                </c:pt>
                <c:pt idx="163">
                  <c:v>1.25009418</c:v>
                </c:pt>
                <c:pt idx="164">
                  <c:v>1.37875676</c:v>
                </c:pt>
                <c:pt idx="165">
                  <c:v>1.15142703</c:v>
                </c:pt>
                <c:pt idx="166">
                  <c:v>1.2210722</c:v>
                </c:pt>
                <c:pt idx="167">
                  <c:v>1.28638196</c:v>
                </c:pt>
                <c:pt idx="168">
                  <c:v>1.31115925</c:v>
                </c:pt>
                <c:pt idx="169">
                  <c:v>1.26395035</c:v>
                </c:pt>
                <c:pt idx="170">
                  <c:v>1.39031446</c:v>
                </c:pt>
                <c:pt idx="171">
                  <c:v>1.28801048</c:v>
                </c:pt>
                <c:pt idx="172">
                  <c:v>1.41637623</c:v>
                </c:pt>
                <c:pt idx="173">
                  <c:v>1.2846483</c:v>
                </c:pt>
                <c:pt idx="174">
                  <c:v>1.27361393</c:v>
                </c:pt>
                <c:pt idx="175">
                  <c:v>1.28467703</c:v>
                </c:pt>
                <c:pt idx="176">
                  <c:v>1.28160787</c:v>
                </c:pt>
                <c:pt idx="177">
                  <c:v>1.26215041</c:v>
                </c:pt>
                <c:pt idx="178">
                  <c:v>1.26319182</c:v>
                </c:pt>
                <c:pt idx="179">
                  <c:v>1.306602</c:v>
                </c:pt>
                <c:pt idx="180">
                  <c:v>1.38337588</c:v>
                </c:pt>
                <c:pt idx="181">
                  <c:v>1.30496109</c:v>
                </c:pt>
                <c:pt idx="182">
                  <c:v>1.20357537</c:v>
                </c:pt>
                <c:pt idx="183">
                  <c:v>1.23896801</c:v>
                </c:pt>
                <c:pt idx="184">
                  <c:v>1.2623229</c:v>
                </c:pt>
                <c:pt idx="185">
                  <c:v>1.33458495</c:v>
                </c:pt>
                <c:pt idx="186">
                  <c:v>1.24838042</c:v>
                </c:pt>
                <c:pt idx="187">
                  <c:v>1.25004578</c:v>
                </c:pt>
                <c:pt idx="188">
                  <c:v>1.28899157</c:v>
                </c:pt>
                <c:pt idx="189">
                  <c:v>1.26315117</c:v>
                </c:pt>
                <c:pt idx="190">
                  <c:v>1.29456234</c:v>
                </c:pt>
                <c:pt idx="191">
                  <c:v>1.29310882</c:v>
                </c:pt>
                <c:pt idx="192">
                  <c:v>1.33467937</c:v>
                </c:pt>
                <c:pt idx="193">
                  <c:v>1.19935477</c:v>
                </c:pt>
                <c:pt idx="194">
                  <c:v>1.24218953</c:v>
                </c:pt>
                <c:pt idx="195">
                  <c:v>1.37582564</c:v>
                </c:pt>
                <c:pt idx="196">
                  <c:v>1.27256465</c:v>
                </c:pt>
                <c:pt idx="197">
                  <c:v>1.3723346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8DFE7"/>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10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Host updates (thousands)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25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scatterChart>
        <c:scatterStyle val="line"/>
        <c:ser>
          <c:idx val="0"/>
          <c:order val="0"/>
          <c:tx>
            <c:v>Bayesian</c:v>
          </c:tx>
          <c:spPr>
            <a:ln xmlns:a="http://schemas.openxmlformats.org/drawingml/2006/main" w="15240">
              <a:solidFill>
                <a:srgbClr val="20365C"/>
              </a:solidFill>
            </a:ln>
          </c:spPr>
          <c:marker>
            <c:symbol val="none"/>
          </c:marker>
          <c:xVal>
            <c:numRef>
              <c:f>'Chart Data'!$A$2:$A$199</c:f>
              <c:numCache>
                <c:formatCode>General</c:formatCode>
                <c:ptCount val="198"/>
                <c:pt idx="0">
                  <c:v>10</c:v>
                </c:pt>
                <c:pt idx="1">
                  <c:v>15</c:v>
                </c:pt>
                <c:pt idx="2">
                  <c:v>20</c:v>
                </c:pt>
                <c:pt idx="3">
                  <c:v>25</c:v>
                </c:pt>
                <c:pt idx="4">
                  <c:v>30</c:v>
                </c:pt>
                <c:pt idx="5">
                  <c:v>35</c:v>
                </c:pt>
                <c:pt idx="6">
                  <c:v>40</c:v>
                </c:pt>
                <c:pt idx="7">
                  <c:v>45</c:v>
                </c:pt>
                <c:pt idx="8">
                  <c:v>50</c:v>
                </c:pt>
                <c:pt idx="9">
                  <c:v>55</c:v>
                </c:pt>
                <c:pt idx="10">
                  <c:v>60</c:v>
                </c:pt>
                <c:pt idx="11">
                  <c:v>65</c:v>
                </c:pt>
                <c:pt idx="12">
                  <c:v>70</c:v>
                </c:pt>
                <c:pt idx="13">
                  <c:v>75</c:v>
                </c:pt>
                <c:pt idx="14">
                  <c:v>80</c:v>
                </c:pt>
                <c:pt idx="15">
                  <c:v>85</c:v>
                </c:pt>
                <c:pt idx="16">
                  <c:v>90</c:v>
                </c:pt>
                <c:pt idx="17">
                  <c:v>95</c:v>
                </c:pt>
                <c:pt idx="18">
                  <c:v>100</c:v>
                </c:pt>
                <c:pt idx="19">
                  <c:v>105</c:v>
                </c:pt>
                <c:pt idx="20">
                  <c:v>110</c:v>
                </c:pt>
                <c:pt idx="21">
                  <c:v>115</c:v>
                </c:pt>
                <c:pt idx="22">
                  <c:v>120</c:v>
                </c:pt>
                <c:pt idx="23">
                  <c:v>125</c:v>
                </c:pt>
                <c:pt idx="24">
                  <c:v>130</c:v>
                </c:pt>
                <c:pt idx="25">
                  <c:v>135</c:v>
                </c:pt>
                <c:pt idx="26">
                  <c:v>140</c:v>
                </c:pt>
                <c:pt idx="27">
                  <c:v>145</c:v>
                </c:pt>
                <c:pt idx="28">
                  <c:v>150</c:v>
                </c:pt>
                <c:pt idx="29">
                  <c:v>155</c:v>
                </c:pt>
                <c:pt idx="30">
                  <c:v>160</c:v>
                </c:pt>
                <c:pt idx="31">
                  <c:v>165</c:v>
                </c:pt>
                <c:pt idx="32">
                  <c:v>170</c:v>
                </c:pt>
                <c:pt idx="33">
                  <c:v>175</c:v>
                </c:pt>
                <c:pt idx="34">
                  <c:v>180</c:v>
                </c:pt>
                <c:pt idx="35">
                  <c:v>185</c:v>
                </c:pt>
                <c:pt idx="36">
                  <c:v>190</c:v>
                </c:pt>
                <c:pt idx="37">
                  <c:v>195</c:v>
                </c:pt>
                <c:pt idx="38">
                  <c:v>200</c:v>
                </c:pt>
                <c:pt idx="39">
                  <c:v>205</c:v>
                </c:pt>
                <c:pt idx="40">
                  <c:v>210</c:v>
                </c:pt>
                <c:pt idx="41">
                  <c:v>215</c:v>
                </c:pt>
                <c:pt idx="42">
                  <c:v>220</c:v>
                </c:pt>
                <c:pt idx="43">
                  <c:v>225</c:v>
                </c:pt>
                <c:pt idx="44">
                  <c:v>230</c:v>
                </c:pt>
                <c:pt idx="45">
                  <c:v>235</c:v>
                </c:pt>
                <c:pt idx="46">
                  <c:v>240</c:v>
                </c:pt>
                <c:pt idx="47">
                  <c:v>245</c:v>
                </c:pt>
                <c:pt idx="48">
                  <c:v>250</c:v>
                </c:pt>
                <c:pt idx="49">
                  <c:v>255</c:v>
                </c:pt>
                <c:pt idx="50">
                  <c:v>260</c:v>
                </c:pt>
                <c:pt idx="51">
                  <c:v>265</c:v>
                </c:pt>
                <c:pt idx="52">
                  <c:v>270</c:v>
                </c:pt>
                <c:pt idx="53">
                  <c:v>275</c:v>
                </c:pt>
                <c:pt idx="54">
                  <c:v>280</c:v>
                </c:pt>
                <c:pt idx="55">
                  <c:v>285</c:v>
                </c:pt>
                <c:pt idx="56">
                  <c:v>290</c:v>
                </c:pt>
                <c:pt idx="57">
                  <c:v>295</c:v>
                </c:pt>
                <c:pt idx="58">
                  <c:v>300</c:v>
                </c:pt>
                <c:pt idx="59">
                  <c:v>305</c:v>
                </c:pt>
                <c:pt idx="60">
                  <c:v>310</c:v>
                </c:pt>
                <c:pt idx="61">
                  <c:v>315</c:v>
                </c:pt>
                <c:pt idx="62">
                  <c:v>320</c:v>
                </c:pt>
                <c:pt idx="63">
                  <c:v>325</c:v>
                </c:pt>
                <c:pt idx="64">
                  <c:v>330</c:v>
                </c:pt>
                <c:pt idx="65">
                  <c:v>335</c:v>
                </c:pt>
                <c:pt idx="66">
                  <c:v>340</c:v>
                </c:pt>
                <c:pt idx="67">
                  <c:v>345</c:v>
                </c:pt>
                <c:pt idx="68">
                  <c:v>350</c:v>
                </c:pt>
                <c:pt idx="69">
                  <c:v>355</c:v>
                </c:pt>
                <c:pt idx="70">
                  <c:v>360</c:v>
                </c:pt>
                <c:pt idx="71">
                  <c:v>365</c:v>
                </c:pt>
                <c:pt idx="72">
                  <c:v>370</c:v>
                </c:pt>
                <c:pt idx="73">
                  <c:v>375</c:v>
                </c:pt>
                <c:pt idx="74">
                  <c:v>380</c:v>
                </c:pt>
                <c:pt idx="75">
                  <c:v>385</c:v>
                </c:pt>
                <c:pt idx="76">
                  <c:v>390</c:v>
                </c:pt>
                <c:pt idx="77">
                  <c:v>395</c:v>
                </c:pt>
                <c:pt idx="78">
                  <c:v>400</c:v>
                </c:pt>
                <c:pt idx="79">
                  <c:v>405</c:v>
                </c:pt>
                <c:pt idx="80">
                  <c:v>410</c:v>
                </c:pt>
                <c:pt idx="81">
                  <c:v>415</c:v>
                </c:pt>
                <c:pt idx="82">
                  <c:v>420</c:v>
                </c:pt>
                <c:pt idx="83">
                  <c:v>425</c:v>
                </c:pt>
                <c:pt idx="84">
                  <c:v>430</c:v>
                </c:pt>
                <c:pt idx="85">
                  <c:v>435</c:v>
                </c:pt>
                <c:pt idx="86">
                  <c:v>440</c:v>
                </c:pt>
                <c:pt idx="87">
                  <c:v>445</c:v>
                </c:pt>
                <c:pt idx="88">
                  <c:v>450</c:v>
                </c:pt>
                <c:pt idx="89">
                  <c:v>455</c:v>
                </c:pt>
                <c:pt idx="90">
                  <c:v>460</c:v>
                </c:pt>
                <c:pt idx="91">
                  <c:v>465</c:v>
                </c:pt>
                <c:pt idx="92">
                  <c:v>470</c:v>
                </c:pt>
                <c:pt idx="93">
                  <c:v>475</c:v>
                </c:pt>
                <c:pt idx="94">
                  <c:v>480</c:v>
                </c:pt>
                <c:pt idx="95">
                  <c:v>485</c:v>
                </c:pt>
                <c:pt idx="96">
                  <c:v>490</c:v>
                </c:pt>
                <c:pt idx="97">
                  <c:v>495</c:v>
                </c:pt>
                <c:pt idx="98">
                  <c:v>500</c:v>
                </c:pt>
                <c:pt idx="99">
                  <c:v>505</c:v>
                </c:pt>
                <c:pt idx="100">
                  <c:v>510</c:v>
                </c:pt>
                <c:pt idx="101">
                  <c:v>515</c:v>
                </c:pt>
                <c:pt idx="102">
                  <c:v>520</c:v>
                </c:pt>
                <c:pt idx="103">
                  <c:v>525</c:v>
                </c:pt>
                <c:pt idx="104">
                  <c:v>530</c:v>
                </c:pt>
                <c:pt idx="105">
                  <c:v>535</c:v>
                </c:pt>
                <c:pt idx="106">
                  <c:v>540</c:v>
                </c:pt>
                <c:pt idx="107">
                  <c:v>545</c:v>
                </c:pt>
                <c:pt idx="108">
                  <c:v>550</c:v>
                </c:pt>
                <c:pt idx="109">
                  <c:v>555</c:v>
                </c:pt>
                <c:pt idx="110">
                  <c:v>560</c:v>
                </c:pt>
                <c:pt idx="111">
                  <c:v>565</c:v>
                </c:pt>
                <c:pt idx="112">
                  <c:v>570</c:v>
                </c:pt>
                <c:pt idx="113">
                  <c:v>575</c:v>
                </c:pt>
                <c:pt idx="114">
                  <c:v>580</c:v>
                </c:pt>
                <c:pt idx="115">
                  <c:v>585</c:v>
                </c:pt>
                <c:pt idx="116">
                  <c:v>590</c:v>
                </c:pt>
                <c:pt idx="117">
                  <c:v>595</c:v>
                </c:pt>
                <c:pt idx="118">
                  <c:v>600</c:v>
                </c:pt>
                <c:pt idx="119">
                  <c:v>605</c:v>
                </c:pt>
                <c:pt idx="120">
                  <c:v>610</c:v>
                </c:pt>
                <c:pt idx="121">
                  <c:v>615</c:v>
                </c:pt>
                <c:pt idx="122">
                  <c:v>620</c:v>
                </c:pt>
                <c:pt idx="123">
                  <c:v>625</c:v>
                </c:pt>
                <c:pt idx="124">
                  <c:v>630</c:v>
                </c:pt>
                <c:pt idx="125">
                  <c:v>635</c:v>
                </c:pt>
                <c:pt idx="126">
                  <c:v>640</c:v>
                </c:pt>
                <c:pt idx="127">
                  <c:v>645</c:v>
                </c:pt>
                <c:pt idx="128">
                  <c:v>650</c:v>
                </c:pt>
                <c:pt idx="129">
                  <c:v>655</c:v>
                </c:pt>
                <c:pt idx="130">
                  <c:v>660</c:v>
                </c:pt>
                <c:pt idx="131">
                  <c:v>665</c:v>
                </c:pt>
                <c:pt idx="132">
                  <c:v>670</c:v>
                </c:pt>
                <c:pt idx="133">
                  <c:v>675</c:v>
                </c:pt>
                <c:pt idx="134">
                  <c:v>680</c:v>
                </c:pt>
                <c:pt idx="135">
                  <c:v>685</c:v>
                </c:pt>
                <c:pt idx="136">
                  <c:v>690</c:v>
                </c:pt>
                <c:pt idx="137">
                  <c:v>695</c:v>
                </c:pt>
                <c:pt idx="138">
                  <c:v>700</c:v>
                </c:pt>
                <c:pt idx="139">
                  <c:v>705</c:v>
                </c:pt>
                <c:pt idx="140">
                  <c:v>710</c:v>
                </c:pt>
                <c:pt idx="141">
                  <c:v>715</c:v>
                </c:pt>
                <c:pt idx="142">
                  <c:v>720</c:v>
                </c:pt>
                <c:pt idx="143">
                  <c:v>725</c:v>
                </c:pt>
                <c:pt idx="144">
                  <c:v>730</c:v>
                </c:pt>
                <c:pt idx="145">
                  <c:v>735</c:v>
                </c:pt>
                <c:pt idx="146">
                  <c:v>740</c:v>
                </c:pt>
                <c:pt idx="147">
                  <c:v>745</c:v>
                </c:pt>
                <c:pt idx="148">
                  <c:v>750</c:v>
                </c:pt>
                <c:pt idx="149">
                  <c:v>755</c:v>
                </c:pt>
                <c:pt idx="150">
                  <c:v>760</c:v>
                </c:pt>
                <c:pt idx="151">
                  <c:v>765</c:v>
                </c:pt>
                <c:pt idx="152">
                  <c:v>770</c:v>
                </c:pt>
                <c:pt idx="153">
                  <c:v>775</c:v>
                </c:pt>
                <c:pt idx="154">
                  <c:v>780</c:v>
                </c:pt>
                <c:pt idx="155">
                  <c:v>785</c:v>
                </c:pt>
                <c:pt idx="156">
                  <c:v>790</c:v>
                </c:pt>
                <c:pt idx="157">
                  <c:v>795</c:v>
                </c:pt>
                <c:pt idx="158">
                  <c:v>800</c:v>
                </c:pt>
                <c:pt idx="159">
                  <c:v>805</c:v>
                </c:pt>
                <c:pt idx="160">
                  <c:v>810</c:v>
                </c:pt>
                <c:pt idx="161">
                  <c:v>815</c:v>
                </c:pt>
                <c:pt idx="162">
                  <c:v>820</c:v>
                </c:pt>
                <c:pt idx="163">
                  <c:v>825</c:v>
                </c:pt>
                <c:pt idx="164">
                  <c:v>830</c:v>
                </c:pt>
                <c:pt idx="165">
                  <c:v>835</c:v>
                </c:pt>
                <c:pt idx="166">
                  <c:v>840</c:v>
                </c:pt>
                <c:pt idx="167">
                  <c:v>845</c:v>
                </c:pt>
                <c:pt idx="168">
                  <c:v>850</c:v>
                </c:pt>
                <c:pt idx="169">
                  <c:v>855</c:v>
                </c:pt>
                <c:pt idx="170">
                  <c:v>860</c:v>
                </c:pt>
                <c:pt idx="171">
                  <c:v>865</c:v>
                </c:pt>
                <c:pt idx="172">
                  <c:v>870</c:v>
                </c:pt>
                <c:pt idx="173">
                  <c:v>875</c:v>
                </c:pt>
                <c:pt idx="174">
                  <c:v>880</c:v>
                </c:pt>
                <c:pt idx="175">
                  <c:v>885</c:v>
                </c:pt>
                <c:pt idx="176">
                  <c:v>890</c:v>
                </c:pt>
                <c:pt idx="177">
                  <c:v>895</c:v>
                </c:pt>
                <c:pt idx="178">
                  <c:v>900</c:v>
                </c:pt>
                <c:pt idx="179">
                  <c:v>905</c:v>
                </c:pt>
                <c:pt idx="180">
                  <c:v>910</c:v>
                </c:pt>
                <c:pt idx="181">
                  <c:v>915</c:v>
                </c:pt>
                <c:pt idx="182">
                  <c:v>920</c:v>
                </c:pt>
                <c:pt idx="183">
                  <c:v>925</c:v>
                </c:pt>
                <c:pt idx="184">
                  <c:v>930</c:v>
                </c:pt>
                <c:pt idx="185">
                  <c:v>935</c:v>
                </c:pt>
                <c:pt idx="186">
                  <c:v>940</c:v>
                </c:pt>
                <c:pt idx="187">
                  <c:v>945</c:v>
                </c:pt>
                <c:pt idx="188">
                  <c:v>950</c:v>
                </c:pt>
                <c:pt idx="189">
                  <c:v>955</c:v>
                </c:pt>
                <c:pt idx="190">
                  <c:v>960</c:v>
                </c:pt>
                <c:pt idx="191">
                  <c:v>965</c:v>
                </c:pt>
                <c:pt idx="192">
                  <c:v>970</c:v>
                </c:pt>
                <c:pt idx="193">
                  <c:v>975</c:v>
                </c:pt>
                <c:pt idx="194">
                  <c:v>980</c:v>
                </c:pt>
                <c:pt idx="195">
                  <c:v>985</c:v>
                </c:pt>
                <c:pt idx="196">
                  <c:v>990</c:v>
                </c:pt>
                <c:pt idx="197">
                  <c:v>995</c:v>
                </c:pt>
              </c:numCache>
            </c:numRef>
          </c:xVal>
          <c:yVal>
            <c:numRef>
              <c:f>'Chart Data'!$B$2:$B$199</c:f>
              <c:numCache>
                <c:formatCode>General</c:formatCode>
                <c:ptCount val="198"/>
                <c:pt idx="0">
                  <c:v>0.90827042</c:v>
                </c:pt>
                <c:pt idx="1">
                  <c:v>1.10563695</c:v>
                </c:pt>
                <c:pt idx="2">
                  <c:v>1.09779811</c:v>
                </c:pt>
                <c:pt idx="3">
                  <c:v>1.17215931</c:v>
                </c:pt>
                <c:pt idx="4">
                  <c:v>1.07045496</c:v>
                </c:pt>
                <c:pt idx="5">
                  <c:v>1.23875535</c:v>
                </c:pt>
                <c:pt idx="6">
                  <c:v>1.16438162</c:v>
                </c:pt>
                <c:pt idx="7">
                  <c:v>1.26962698</c:v>
                </c:pt>
                <c:pt idx="8">
                  <c:v>1.53159261</c:v>
                </c:pt>
                <c:pt idx="9">
                  <c:v>1.43780565</c:v>
                </c:pt>
                <c:pt idx="10">
                  <c:v>1.39432752</c:v>
                </c:pt>
                <c:pt idx="11">
                  <c:v>1.4556762</c:v>
                </c:pt>
                <c:pt idx="12">
                  <c:v>1.43494034</c:v>
                </c:pt>
                <c:pt idx="13">
                  <c:v>1.60135496</c:v>
                </c:pt>
                <c:pt idx="14">
                  <c:v>1.5744766</c:v>
                </c:pt>
                <c:pt idx="15">
                  <c:v>1.63488102</c:v>
                </c:pt>
                <c:pt idx="16">
                  <c:v>1.57995093</c:v>
                </c:pt>
                <c:pt idx="17">
                  <c:v>1.59837604</c:v>
                </c:pt>
                <c:pt idx="18">
                  <c:v>1.70786417</c:v>
                </c:pt>
                <c:pt idx="19">
                  <c:v>1.578215</c:v>
                </c:pt>
                <c:pt idx="20">
                  <c:v>1.63076186</c:v>
                </c:pt>
                <c:pt idx="21">
                  <c:v>1.64300752</c:v>
                </c:pt>
                <c:pt idx="22">
                  <c:v>1.70257425</c:v>
                </c:pt>
                <c:pt idx="23">
                  <c:v>1.82671523</c:v>
                </c:pt>
                <c:pt idx="24">
                  <c:v>1.66950071</c:v>
                </c:pt>
                <c:pt idx="25">
                  <c:v>1.7859509</c:v>
                </c:pt>
                <c:pt idx="26">
                  <c:v>1.52704132</c:v>
                </c:pt>
                <c:pt idx="27">
                  <c:v>1.69427645</c:v>
                </c:pt>
                <c:pt idx="28">
                  <c:v>1.59101474</c:v>
                </c:pt>
                <c:pt idx="29">
                  <c:v>1.85183895</c:v>
                </c:pt>
                <c:pt idx="30">
                  <c:v>1.74434388</c:v>
                </c:pt>
                <c:pt idx="31">
                  <c:v>1.80807102</c:v>
                </c:pt>
                <c:pt idx="32">
                  <c:v>1.8115716</c:v>
                </c:pt>
                <c:pt idx="33">
                  <c:v>1.80747724</c:v>
                </c:pt>
                <c:pt idx="34">
                  <c:v>1.81281376</c:v>
                </c:pt>
                <c:pt idx="35">
                  <c:v>2.08461428</c:v>
                </c:pt>
                <c:pt idx="36">
                  <c:v>1.9438678</c:v>
                </c:pt>
                <c:pt idx="37">
                  <c:v>1.74649203</c:v>
                </c:pt>
                <c:pt idx="38">
                  <c:v>2.01427579</c:v>
                </c:pt>
                <c:pt idx="39">
                  <c:v>2.00662398</c:v>
                </c:pt>
                <c:pt idx="40">
                  <c:v>1.89361668</c:v>
                </c:pt>
                <c:pt idx="41">
                  <c:v>1.89535606</c:v>
                </c:pt>
                <c:pt idx="42">
                  <c:v>1.84798598</c:v>
                </c:pt>
                <c:pt idx="43">
                  <c:v>2.12314701</c:v>
                </c:pt>
                <c:pt idx="44">
                  <c:v>2.11633492</c:v>
                </c:pt>
                <c:pt idx="45">
                  <c:v>1.98181915</c:v>
                </c:pt>
                <c:pt idx="46">
                  <c:v>2.1445744</c:v>
                </c:pt>
                <c:pt idx="47">
                  <c:v>1.90763915</c:v>
                </c:pt>
                <c:pt idx="48">
                  <c:v>1.91570139</c:v>
                </c:pt>
                <c:pt idx="49">
                  <c:v>2.27259207</c:v>
                </c:pt>
                <c:pt idx="50">
                  <c:v>2.07967877</c:v>
                </c:pt>
                <c:pt idx="51">
                  <c:v>2.09649014</c:v>
                </c:pt>
                <c:pt idx="52">
                  <c:v>2.1174047</c:v>
                </c:pt>
                <c:pt idx="53">
                  <c:v>2.06275821</c:v>
                </c:pt>
                <c:pt idx="54">
                  <c:v>2.13384986</c:v>
                </c:pt>
                <c:pt idx="55">
                  <c:v>2.21640539</c:v>
                </c:pt>
                <c:pt idx="56">
                  <c:v>2.24608994</c:v>
                </c:pt>
                <c:pt idx="57">
                  <c:v>2.14514661</c:v>
                </c:pt>
                <c:pt idx="58">
                  <c:v>1.98097289</c:v>
                </c:pt>
                <c:pt idx="59">
                  <c:v>2.22843933</c:v>
                </c:pt>
                <c:pt idx="60">
                  <c:v>2.097682</c:v>
                </c:pt>
                <c:pt idx="61">
                  <c:v>2.21171832</c:v>
                </c:pt>
                <c:pt idx="62">
                  <c:v>2.03859472</c:v>
                </c:pt>
                <c:pt idx="63">
                  <c:v>2.20815754</c:v>
                </c:pt>
                <c:pt idx="64">
                  <c:v>2.12542105</c:v>
                </c:pt>
                <c:pt idx="65">
                  <c:v>2.28362036</c:v>
                </c:pt>
                <c:pt idx="66">
                  <c:v>2.15156651</c:v>
                </c:pt>
                <c:pt idx="67">
                  <c:v>2.49054146</c:v>
                </c:pt>
                <c:pt idx="68">
                  <c:v>2.1950264</c:v>
                </c:pt>
                <c:pt idx="69">
                  <c:v>2.30316544</c:v>
                </c:pt>
                <c:pt idx="70">
                  <c:v>2.22447014</c:v>
                </c:pt>
                <c:pt idx="71">
                  <c:v>2.30581808</c:v>
                </c:pt>
                <c:pt idx="72">
                  <c:v>2.21517992</c:v>
                </c:pt>
                <c:pt idx="73">
                  <c:v>2.47486138</c:v>
                </c:pt>
                <c:pt idx="74">
                  <c:v>2.4427309</c:v>
                </c:pt>
                <c:pt idx="75">
                  <c:v>2.34508204</c:v>
                </c:pt>
                <c:pt idx="76">
                  <c:v>2.14139009</c:v>
                </c:pt>
                <c:pt idx="77">
                  <c:v>2.27360606</c:v>
                </c:pt>
                <c:pt idx="78">
                  <c:v>2.27152967</c:v>
                </c:pt>
                <c:pt idx="79">
                  <c:v>2.06947494</c:v>
                </c:pt>
                <c:pt idx="80">
                  <c:v>2.40747571</c:v>
                </c:pt>
                <c:pt idx="81">
                  <c:v>2.42968607</c:v>
                </c:pt>
                <c:pt idx="82">
                  <c:v>2.27674603</c:v>
                </c:pt>
                <c:pt idx="83">
                  <c:v>2.28443241</c:v>
                </c:pt>
                <c:pt idx="84">
                  <c:v>2.27416205</c:v>
                </c:pt>
                <c:pt idx="85">
                  <c:v>2.3609395</c:v>
                </c:pt>
                <c:pt idx="86">
                  <c:v>2.21619844</c:v>
                </c:pt>
                <c:pt idx="87">
                  <c:v>2.27425957</c:v>
                </c:pt>
                <c:pt idx="88">
                  <c:v>2.24581718</c:v>
                </c:pt>
                <c:pt idx="89">
                  <c:v>2.32286644</c:v>
                </c:pt>
                <c:pt idx="90">
                  <c:v>2.34752536</c:v>
                </c:pt>
                <c:pt idx="91">
                  <c:v>2.35239315</c:v>
                </c:pt>
                <c:pt idx="92">
                  <c:v>2.2245872</c:v>
                </c:pt>
                <c:pt idx="93">
                  <c:v>2.265728</c:v>
                </c:pt>
                <c:pt idx="94">
                  <c:v>2.31509137</c:v>
                </c:pt>
                <c:pt idx="95">
                  <c:v>2.3027513</c:v>
                </c:pt>
                <c:pt idx="96">
                  <c:v>2.34618759</c:v>
                </c:pt>
                <c:pt idx="97">
                  <c:v>2.36291909</c:v>
                </c:pt>
                <c:pt idx="98">
                  <c:v>2.08897185</c:v>
                </c:pt>
                <c:pt idx="99">
                  <c:v>2.1800983</c:v>
                </c:pt>
                <c:pt idx="100">
                  <c:v>2.19056559</c:v>
                </c:pt>
                <c:pt idx="101">
                  <c:v>2.30600858</c:v>
                </c:pt>
                <c:pt idx="102">
                  <c:v>2.16881299</c:v>
                </c:pt>
                <c:pt idx="103">
                  <c:v>2.34417248</c:v>
                </c:pt>
                <c:pt idx="104">
                  <c:v>2.14477968</c:v>
                </c:pt>
                <c:pt idx="105">
                  <c:v>2.29038262</c:v>
                </c:pt>
                <c:pt idx="106">
                  <c:v>2.26149178</c:v>
                </c:pt>
                <c:pt idx="107">
                  <c:v>2.2567811</c:v>
                </c:pt>
                <c:pt idx="108">
                  <c:v>2.20344043</c:v>
                </c:pt>
                <c:pt idx="109">
                  <c:v>2.11305714</c:v>
                </c:pt>
                <c:pt idx="110">
                  <c:v>2.22707653</c:v>
                </c:pt>
                <c:pt idx="111">
                  <c:v>2.34983087</c:v>
                </c:pt>
                <c:pt idx="112">
                  <c:v>2.32489562</c:v>
                </c:pt>
                <c:pt idx="113">
                  <c:v>2.1549356</c:v>
                </c:pt>
                <c:pt idx="114">
                  <c:v>2.14482856</c:v>
                </c:pt>
                <c:pt idx="115">
                  <c:v>2.18437862</c:v>
                </c:pt>
                <c:pt idx="116">
                  <c:v>2.08951068</c:v>
                </c:pt>
                <c:pt idx="117">
                  <c:v>2.26138926</c:v>
                </c:pt>
                <c:pt idx="118">
                  <c:v>2.2208643</c:v>
                </c:pt>
                <c:pt idx="119">
                  <c:v>2.15451169</c:v>
                </c:pt>
                <c:pt idx="120">
                  <c:v>2.28530121</c:v>
                </c:pt>
                <c:pt idx="121">
                  <c:v>2.21326828</c:v>
                </c:pt>
                <c:pt idx="122">
                  <c:v>2.17331767</c:v>
                </c:pt>
                <c:pt idx="123">
                  <c:v>2.05384374</c:v>
                </c:pt>
                <c:pt idx="124">
                  <c:v>2.13110995</c:v>
                </c:pt>
                <c:pt idx="125">
                  <c:v>1.99554169</c:v>
                </c:pt>
                <c:pt idx="126">
                  <c:v>2.05172348</c:v>
                </c:pt>
                <c:pt idx="127">
                  <c:v>2.09875488</c:v>
                </c:pt>
                <c:pt idx="128">
                  <c:v>2.17235494</c:v>
                </c:pt>
                <c:pt idx="129">
                  <c:v>2.30008435</c:v>
                </c:pt>
                <c:pt idx="130">
                  <c:v>2.0754416</c:v>
                </c:pt>
                <c:pt idx="131">
                  <c:v>2.10812783</c:v>
                </c:pt>
                <c:pt idx="132">
                  <c:v>2.03923917</c:v>
                </c:pt>
                <c:pt idx="133">
                  <c:v>2.13229203</c:v>
                </c:pt>
                <c:pt idx="134">
                  <c:v>1.93680179</c:v>
                </c:pt>
                <c:pt idx="135">
                  <c:v>2.13936186</c:v>
                </c:pt>
                <c:pt idx="136">
                  <c:v>2.08310008</c:v>
                </c:pt>
                <c:pt idx="137">
                  <c:v>2.15235901</c:v>
                </c:pt>
                <c:pt idx="138">
                  <c:v>2.21329737</c:v>
                </c:pt>
                <c:pt idx="139">
                  <c:v>2.14951634</c:v>
                </c:pt>
                <c:pt idx="140">
                  <c:v>2.19143319</c:v>
                </c:pt>
                <c:pt idx="141">
                  <c:v>2.13982868</c:v>
                </c:pt>
                <c:pt idx="142">
                  <c:v>2.18745208</c:v>
                </c:pt>
                <c:pt idx="143">
                  <c:v>2.22907782</c:v>
                </c:pt>
                <c:pt idx="144">
                  <c:v>2.31818557</c:v>
                </c:pt>
                <c:pt idx="145">
                  <c:v>2.15147018</c:v>
                </c:pt>
                <c:pt idx="146">
                  <c:v>2.13284564</c:v>
                </c:pt>
                <c:pt idx="147">
                  <c:v>2.39238405</c:v>
                </c:pt>
                <c:pt idx="148">
                  <c:v>2.21987081</c:v>
                </c:pt>
                <c:pt idx="149">
                  <c:v>2.24705076</c:v>
                </c:pt>
                <c:pt idx="150">
                  <c:v>2.24492168</c:v>
                </c:pt>
                <c:pt idx="151">
                  <c:v>2.2567482</c:v>
                </c:pt>
                <c:pt idx="152">
                  <c:v>2.19201708</c:v>
                </c:pt>
                <c:pt idx="153">
                  <c:v>2.23561811</c:v>
                </c:pt>
                <c:pt idx="154">
                  <c:v>2.29044175</c:v>
                </c:pt>
                <c:pt idx="155">
                  <c:v>2.13122845</c:v>
                </c:pt>
                <c:pt idx="156">
                  <c:v>2.31805038</c:v>
                </c:pt>
                <c:pt idx="157">
                  <c:v>2.12896752</c:v>
                </c:pt>
                <c:pt idx="158">
                  <c:v>2.300179</c:v>
                </c:pt>
                <c:pt idx="159">
                  <c:v>2.26395321</c:v>
                </c:pt>
                <c:pt idx="160">
                  <c:v>2.27607894</c:v>
                </c:pt>
                <c:pt idx="161">
                  <c:v>2.22187543</c:v>
                </c:pt>
                <c:pt idx="162">
                  <c:v>2.32098699</c:v>
                </c:pt>
                <c:pt idx="163">
                  <c:v>2.29417157</c:v>
                </c:pt>
                <c:pt idx="164">
                  <c:v>2.21684194</c:v>
                </c:pt>
                <c:pt idx="165">
                  <c:v>2.21138</c:v>
                </c:pt>
                <c:pt idx="166">
                  <c:v>2.25328016</c:v>
                </c:pt>
                <c:pt idx="167">
                  <c:v>2.1284318</c:v>
                </c:pt>
                <c:pt idx="168">
                  <c:v>2.2711091</c:v>
                </c:pt>
                <c:pt idx="169">
                  <c:v>2.2905643</c:v>
                </c:pt>
                <c:pt idx="170">
                  <c:v>2.36138177</c:v>
                </c:pt>
                <c:pt idx="171">
                  <c:v>2.2028656</c:v>
                </c:pt>
                <c:pt idx="172">
                  <c:v>2.17732549</c:v>
                </c:pt>
                <c:pt idx="173">
                  <c:v>2.36453128</c:v>
                </c:pt>
                <c:pt idx="174">
                  <c:v>2.14882374</c:v>
                </c:pt>
                <c:pt idx="175">
                  <c:v>2.27981949</c:v>
                </c:pt>
                <c:pt idx="176">
                  <c:v>2.2863133</c:v>
                </c:pt>
                <c:pt idx="177">
                  <c:v>2.25606418</c:v>
                </c:pt>
                <c:pt idx="178">
                  <c:v>2.23602343</c:v>
                </c:pt>
                <c:pt idx="179">
                  <c:v>2.27710032</c:v>
                </c:pt>
                <c:pt idx="180">
                  <c:v>2.22353363</c:v>
                </c:pt>
                <c:pt idx="181">
                  <c:v>2.2524178</c:v>
                </c:pt>
                <c:pt idx="182">
                  <c:v>2.05055475</c:v>
                </c:pt>
                <c:pt idx="183">
                  <c:v>2.27449036</c:v>
                </c:pt>
                <c:pt idx="184">
                  <c:v>2.24966764</c:v>
                </c:pt>
                <c:pt idx="185">
                  <c:v>2.2659483</c:v>
                </c:pt>
                <c:pt idx="186">
                  <c:v>2.27323079</c:v>
                </c:pt>
                <c:pt idx="187">
                  <c:v>2.24504709</c:v>
                </c:pt>
                <c:pt idx="188">
                  <c:v>2.13748884</c:v>
                </c:pt>
                <c:pt idx="189">
                  <c:v>2.3225317</c:v>
                </c:pt>
                <c:pt idx="190">
                  <c:v>2.23789454</c:v>
                </c:pt>
                <c:pt idx="191">
                  <c:v>2.09740114</c:v>
                </c:pt>
                <c:pt idx="192">
                  <c:v>2.29184699</c:v>
                </c:pt>
                <c:pt idx="193">
                  <c:v>2.18950558</c:v>
                </c:pt>
                <c:pt idx="194">
                  <c:v>2.15481663</c:v>
                </c:pt>
                <c:pt idx="195">
                  <c:v>2.34960628</c:v>
                </c:pt>
                <c:pt idx="196">
                  <c:v>2.0885787</c:v>
                </c:pt>
                <c:pt idx="197">
                  <c:v>2.47174954</c:v>
                </c:pt>
              </c:numCache>
            </c:numRef>
          </c:yVal>
        </c:ser>
        <c:ser>
          <c:idx val="1"/>
          <c:order val="1"/>
          <c:tx>
            <c:v>Conformal</c:v>
          </c:tx>
          <c:spPr>
            <a:ln xmlns:a="http://schemas.openxmlformats.org/drawingml/2006/main" w="15240">
              <a:solidFill>
                <a:srgbClr val="087F8C"/>
              </a:solidFill>
            </a:ln>
          </c:spPr>
          <c:marker>
            <c:symbol val="none"/>
          </c:marker>
          <c:xVal>
            <c:numRef>
              <c:f>'Chart Data'!$C$2:$C$199</c:f>
              <c:numCache>
                <c:formatCode>General</c:formatCode>
                <c:ptCount val="198"/>
                <c:pt idx="0">
                  <c:v>10</c:v>
                </c:pt>
                <c:pt idx="1">
                  <c:v>15</c:v>
                </c:pt>
                <c:pt idx="2">
                  <c:v>20</c:v>
                </c:pt>
                <c:pt idx="3">
                  <c:v>25</c:v>
                </c:pt>
                <c:pt idx="4">
                  <c:v>30</c:v>
                </c:pt>
                <c:pt idx="5">
                  <c:v>35</c:v>
                </c:pt>
                <c:pt idx="6">
                  <c:v>40</c:v>
                </c:pt>
                <c:pt idx="7">
                  <c:v>45</c:v>
                </c:pt>
                <c:pt idx="8">
                  <c:v>50</c:v>
                </c:pt>
                <c:pt idx="9">
                  <c:v>55</c:v>
                </c:pt>
                <c:pt idx="10">
                  <c:v>60</c:v>
                </c:pt>
                <c:pt idx="11">
                  <c:v>65</c:v>
                </c:pt>
                <c:pt idx="12">
                  <c:v>70</c:v>
                </c:pt>
                <c:pt idx="13">
                  <c:v>75</c:v>
                </c:pt>
                <c:pt idx="14">
                  <c:v>80</c:v>
                </c:pt>
                <c:pt idx="15">
                  <c:v>85</c:v>
                </c:pt>
                <c:pt idx="16">
                  <c:v>90</c:v>
                </c:pt>
                <c:pt idx="17">
                  <c:v>95</c:v>
                </c:pt>
                <c:pt idx="18">
                  <c:v>100</c:v>
                </c:pt>
                <c:pt idx="19">
                  <c:v>105</c:v>
                </c:pt>
                <c:pt idx="20">
                  <c:v>110</c:v>
                </c:pt>
                <c:pt idx="21">
                  <c:v>115</c:v>
                </c:pt>
                <c:pt idx="22">
                  <c:v>120</c:v>
                </c:pt>
                <c:pt idx="23">
                  <c:v>125</c:v>
                </c:pt>
                <c:pt idx="24">
                  <c:v>130</c:v>
                </c:pt>
                <c:pt idx="25">
                  <c:v>135</c:v>
                </c:pt>
                <c:pt idx="26">
                  <c:v>140</c:v>
                </c:pt>
                <c:pt idx="27">
                  <c:v>145</c:v>
                </c:pt>
                <c:pt idx="28">
                  <c:v>150</c:v>
                </c:pt>
                <c:pt idx="29">
                  <c:v>155</c:v>
                </c:pt>
                <c:pt idx="30">
                  <c:v>160</c:v>
                </c:pt>
                <c:pt idx="31">
                  <c:v>165</c:v>
                </c:pt>
                <c:pt idx="32">
                  <c:v>170</c:v>
                </c:pt>
                <c:pt idx="33">
                  <c:v>175</c:v>
                </c:pt>
                <c:pt idx="34">
                  <c:v>180</c:v>
                </c:pt>
                <c:pt idx="35">
                  <c:v>185</c:v>
                </c:pt>
                <c:pt idx="36">
                  <c:v>190</c:v>
                </c:pt>
                <c:pt idx="37">
                  <c:v>195</c:v>
                </c:pt>
                <c:pt idx="38">
                  <c:v>200</c:v>
                </c:pt>
                <c:pt idx="39">
                  <c:v>205</c:v>
                </c:pt>
                <c:pt idx="40">
                  <c:v>210</c:v>
                </c:pt>
                <c:pt idx="41">
                  <c:v>215</c:v>
                </c:pt>
                <c:pt idx="42">
                  <c:v>220</c:v>
                </c:pt>
                <c:pt idx="43">
                  <c:v>225</c:v>
                </c:pt>
                <c:pt idx="44">
                  <c:v>230</c:v>
                </c:pt>
                <c:pt idx="45">
                  <c:v>235</c:v>
                </c:pt>
                <c:pt idx="46">
                  <c:v>240</c:v>
                </c:pt>
                <c:pt idx="47">
                  <c:v>245</c:v>
                </c:pt>
                <c:pt idx="48">
                  <c:v>250</c:v>
                </c:pt>
                <c:pt idx="49">
                  <c:v>255</c:v>
                </c:pt>
                <c:pt idx="50">
                  <c:v>260</c:v>
                </c:pt>
                <c:pt idx="51">
                  <c:v>265</c:v>
                </c:pt>
                <c:pt idx="52">
                  <c:v>270</c:v>
                </c:pt>
                <c:pt idx="53">
                  <c:v>275</c:v>
                </c:pt>
                <c:pt idx="54">
                  <c:v>280</c:v>
                </c:pt>
                <c:pt idx="55">
                  <c:v>285</c:v>
                </c:pt>
                <c:pt idx="56">
                  <c:v>290</c:v>
                </c:pt>
                <c:pt idx="57">
                  <c:v>295</c:v>
                </c:pt>
                <c:pt idx="58">
                  <c:v>300</c:v>
                </c:pt>
                <c:pt idx="59">
                  <c:v>305</c:v>
                </c:pt>
                <c:pt idx="60">
                  <c:v>310</c:v>
                </c:pt>
                <c:pt idx="61">
                  <c:v>315</c:v>
                </c:pt>
                <c:pt idx="62">
                  <c:v>320</c:v>
                </c:pt>
                <c:pt idx="63">
                  <c:v>325</c:v>
                </c:pt>
                <c:pt idx="64">
                  <c:v>330</c:v>
                </c:pt>
                <c:pt idx="65">
                  <c:v>335</c:v>
                </c:pt>
                <c:pt idx="66">
                  <c:v>340</c:v>
                </c:pt>
                <c:pt idx="67">
                  <c:v>345</c:v>
                </c:pt>
                <c:pt idx="68">
                  <c:v>350</c:v>
                </c:pt>
                <c:pt idx="69">
                  <c:v>355</c:v>
                </c:pt>
                <c:pt idx="70">
                  <c:v>360</c:v>
                </c:pt>
                <c:pt idx="71">
                  <c:v>365</c:v>
                </c:pt>
                <c:pt idx="72">
                  <c:v>370</c:v>
                </c:pt>
                <c:pt idx="73">
                  <c:v>375</c:v>
                </c:pt>
                <c:pt idx="74">
                  <c:v>380</c:v>
                </c:pt>
                <c:pt idx="75">
                  <c:v>385</c:v>
                </c:pt>
                <c:pt idx="76">
                  <c:v>390</c:v>
                </c:pt>
                <c:pt idx="77">
                  <c:v>395</c:v>
                </c:pt>
                <c:pt idx="78">
                  <c:v>400</c:v>
                </c:pt>
                <c:pt idx="79">
                  <c:v>405</c:v>
                </c:pt>
                <c:pt idx="80">
                  <c:v>410</c:v>
                </c:pt>
                <c:pt idx="81">
                  <c:v>415</c:v>
                </c:pt>
                <c:pt idx="82">
                  <c:v>420</c:v>
                </c:pt>
                <c:pt idx="83">
                  <c:v>425</c:v>
                </c:pt>
                <c:pt idx="84">
                  <c:v>430</c:v>
                </c:pt>
                <c:pt idx="85">
                  <c:v>435</c:v>
                </c:pt>
                <c:pt idx="86">
                  <c:v>440</c:v>
                </c:pt>
                <c:pt idx="87">
                  <c:v>445</c:v>
                </c:pt>
                <c:pt idx="88">
                  <c:v>450</c:v>
                </c:pt>
                <c:pt idx="89">
                  <c:v>455</c:v>
                </c:pt>
                <c:pt idx="90">
                  <c:v>460</c:v>
                </c:pt>
                <c:pt idx="91">
                  <c:v>465</c:v>
                </c:pt>
                <c:pt idx="92">
                  <c:v>470</c:v>
                </c:pt>
                <c:pt idx="93">
                  <c:v>475</c:v>
                </c:pt>
                <c:pt idx="94">
                  <c:v>480</c:v>
                </c:pt>
                <c:pt idx="95">
                  <c:v>485</c:v>
                </c:pt>
                <c:pt idx="96">
                  <c:v>490</c:v>
                </c:pt>
                <c:pt idx="97">
                  <c:v>495</c:v>
                </c:pt>
                <c:pt idx="98">
                  <c:v>500</c:v>
                </c:pt>
                <c:pt idx="99">
                  <c:v>505</c:v>
                </c:pt>
                <c:pt idx="100">
                  <c:v>510</c:v>
                </c:pt>
                <c:pt idx="101">
                  <c:v>515</c:v>
                </c:pt>
                <c:pt idx="102">
                  <c:v>520</c:v>
                </c:pt>
                <c:pt idx="103">
                  <c:v>525</c:v>
                </c:pt>
                <c:pt idx="104">
                  <c:v>530</c:v>
                </c:pt>
                <c:pt idx="105">
                  <c:v>535</c:v>
                </c:pt>
                <c:pt idx="106">
                  <c:v>540</c:v>
                </c:pt>
                <c:pt idx="107">
                  <c:v>545</c:v>
                </c:pt>
                <c:pt idx="108">
                  <c:v>550</c:v>
                </c:pt>
                <c:pt idx="109">
                  <c:v>555</c:v>
                </c:pt>
                <c:pt idx="110">
                  <c:v>560</c:v>
                </c:pt>
                <c:pt idx="111">
                  <c:v>565</c:v>
                </c:pt>
                <c:pt idx="112">
                  <c:v>570</c:v>
                </c:pt>
                <c:pt idx="113">
                  <c:v>575</c:v>
                </c:pt>
                <c:pt idx="114">
                  <c:v>580</c:v>
                </c:pt>
                <c:pt idx="115">
                  <c:v>585</c:v>
                </c:pt>
                <c:pt idx="116">
                  <c:v>590</c:v>
                </c:pt>
                <c:pt idx="117">
                  <c:v>595</c:v>
                </c:pt>
                <c:pt idx="118">
                  <c:v>600</c:v>
                </c:pt>
                <c:pt idx="119">
                  <c:v>605</c:v>
                </c:pt>
                <c:pt idx="120">
                  <c:v>610</c:v>
                </c:pt>
                <c:pt idx="121">
                  <c:v>615</c:v>
                </c:pt>
                <c:pt idx="122">
                  <c:v>620</c:v>
                </c:pt>
                <c:pt idx="123">
                  <c:v>625</c:v>
                </c:pt>
                <c:pt idx="124">
                  <c:v>630</c:v>
                </c:pt>
                <c:pt idx="125">
                  <c:v>635</c:v>
                </c:pt>
                <c:pt idx="126">
                  <c:v>640</c:v>
                </c:pt>
                <c:pt idx="127">
                  <c:v>645</c:v>
                </c:pt>
                <c:pt idx="128">
                  <c:v>650</c:v>
                </c:pt>
                <c:pt idx="129">
                  <c:v>655</c:v>
                </c:pt>
                <c:pt idx="130">
                  <c:v>660</c:v>
                </c:pt>
                <c:pt idx="131">
                  <c:v>665</c:v>
                </c:pt>
                <c:pt idx="132">
                  <c:v>670</c:v>
                </c:pt>
                <c:pt idx="133">
                  <c:v>675</c:v>
                </c:pt>
                <c:pt idx="134">
                  <c:v>680</c:v>
                </c:pt>
                <c:pt idx="135">
                  <c:v>685</c:v>
                </c:pt>
                <c:pt idx="136">
                  <c:v>690</c:v>
                </c:pt>
                <c:pt idx="137">
                  <c:v>695</c:v>
                </c:pt>
                <c:pt idx="138">
                  <c:v>700</c:v>
                </c:pt>
                <c:pt idx="139">
                  <c:v>705</c:v>
                </c:pt>
                <c:pt idx="140">
                  <c:v>710</c:v>
                </c:pt>
                <c:pt idx="141">
                  <c:v>715</c:v>
                </c:pt>
                <c:pt idx="142">
                  <c:v>720</c:v>
                </c:pt>
                <c:pt idx="143">
                  <c:v>725</c:v>
                </c:pt>
                <c:pt idx="144">
                  <c:v>730</c:v>
                </c:pt>
                <c:pt idx="145">
                  <c:v>735</c:v>
                </c:pt>
                <c:pt idx="146">
                  <c:v>740</c:v>
                </c:pt>
                <c:pt idx="147">
                  <c:v>745</c:v>
                </c:pt>
                <c:pt idx="148">
                  <c:v>750</c:v>
                </c:pt>
                <c:pt idx="149">
                  <c:v>755</c:v>
                </c:pt>
                <c:pt idx="150">
                  <c:v>760</c:v>
                </c:pt>
                <c:pt idx="151">
                  <c:v>765</c:v>
                </c:pt>
                <c:pt idx="152">
                  <c:v>770</c:v>
                </c:pt>
                <c:pt idx="153">
                  <c:v>775</c:v>
                </c:pt>
                <c:pt idx="154">
                  <c:v>780</c:v>
                </c:pt>
                <c:pt idx="155">
                  <c:v>785</c:v>
                </c:pt>
                <c:pt idx="156">
                  <c:v>790</c:v>
                </c:pt>
                <c:pt idx="157">
                  <c:v>795</c:v>
                </c:pt>
                <c:pt idx="158">
                  <c:v>800</c:v>
                </c:pt>
                <c:pt idx="159">
                  <c:v>805</c:v>
                </c:pt>
                <c:pt idx="160">
                  <c:v>810</c:v>
                </c:pt>
                <c:pt idx="161">
                  <c:v>815</c:v>
                </c:pt>
                <c:pt idx="162">
                  <c:v>820</c:v>
                </c:pt>
                <c:pt idx="163">
                  <c:v>825</c:v>
                </c:pt>
                <c:pt idx="164">
                  <c:v>830</c:v>
                </c:pt>
                <c:pt idx="165">
                  <c:v>835</c:v>
                </c:pt>
                <c:pt idx="166">
                  <c:v>840</c:v>
                </c:pt>
                <c:pt idx="167">
                  <c:v>845</c:v>
                </c:pt>
                <c:pt idx="168">
                  <c:v>850</c:v>
                </c:pt>
                <c:pt idx="169">
                  <c:v>855</c:v>
                </c:pt>
                <c:pt idx="170">
                  <c:v>860</c:v>
                </c:pt>
                <c:pt idx="171">
                  <c:v>865</c:v>
                </c:pt>
                <c:pt idx="172">
                  <c:v>870</c:v>
                </c:pt>
                <c:pt idx="173">
                  <c:v>875</c:v>
                </c:pt>
                <c:pt idx="174">
                  <c:v>880</c:v>
                </c:pt>
                <c:pt idx="175">
                  <c:v>885</c:v>
                </c:pt>
                <c:pt idx="176">
                  <c:v>890</c:v>
                </c:pt>
                <c:pt idx="177">
                  <c:v>895</c:v>
                </c:pt>
                <c:pt idx="178">
                  <c:v>900</c:v>
                </c:pt>
                <c:pt idx="179">
                  <c:v>905</c:v>
                </c:pt>
                <c:pt idx="180">
                  <c:v>910</c:v>
                </c:pt>
                <c:pt idx="181">
                  <c:v>915</c:v>
                </c:pt>
                <c:pt idx="182">
                  <c:v>920</c:v>
                </c:pt>
                <c:pt idx="183">
                  <c:v>925</c:v>
                </c:pt>
                <c:pt idx="184">
                  <c:v>930</c:v>
                </c:pt>
                <c:pt idx="185">
                  <c:v>935</c:v>
                </c:pt>
                <c:pt idx="186">
                  <c:v>940</c:v>
                </c:pt>
                <c:pt idx="187">
                  <c:v>945</c:v>
                </c:pt>
                <c:pt idx="188">
                  <c:v>950</c:v>
                </c:pt>
                <c:pt idx="189">
                  <c:v>955</c:v>
                </c:pt>
                <c:pt idx="190">
                  <c:v>960</c:v>
                </c:pt>
                <c:pt idx="191">
                  <c:v>965</c:v>
                </c:pt>
                <c:pt idx="192">
                  <c:v>970</c:v>
                </c:pt>
                <c:pt idx="193">
                  <c:v>975</c:v>
                </c:pt>
                <c:pt idx="194">
                  <c:v>980</c:v>
                </c:pt>
                <c:pt idx="195">
                  <c:v>985</c:v>
                </c:pt>
                <c:pt idx="196">
                  <c:v>990</c:v>
                </c:pt>
                <c:pt idx="197">
                  <c:v>995</c:v>
                </c:pt>
              </c:numCache>
            </c:numRef>
          </c:xVal>
          <c:yVal>
            <c:numRef>
              <c:f>'Chart Data'!$D$2:$D$199</c:f>
              <c:numCache>
                <c:formatCode>General</c:formatCode>
                <c:ptCount val="198"/>
                <c:pt idx="0">
                  <c:v>0.86372894</c:v>
                </c:pt>
                <c:pt idx="1">
                  <c:v>1.04174173</c:v>
                </c:pt>
                <c:pt idx="2">
                  <c:v>1.0105052</c:v>
                </c:pt>
                <c:pt idx="3">
                  <c:v>1.09960568</c:v>
                </c:pt>
                <c:pt idx="4">
                  <c:v>1.01557231</c:v>
                </c:pt>
                <c:pt idx="5">
                  <c:v>1.1421876</c:v>
                </c:pt>
                <c:pt idx="6">
                  <c:v>1.09683347</c:v>
                </c:pt>
                <c:pt idx="7">
                  <c:v>1.18496275</c:v>
                </c:pt>
                <c:pt idx="8">
                  <c:v>1.34759951</c:v>
                </c:pt>
                <c:pt idx="9">
                  <c:v>1.3525269</c:v>
                </c:pt>
                <c:pt idx="10">
                  <c:v>1.262519</c:v>
                </c:pt>
                <c:pt idx="11">
                  <c:v>1.33376384</c:v>
                </c:pt>
                <c:pt idx="12">
                  <c:v>1.32826602</c:v>
                </c:pt>
                <c:pt idx="13">
                  <c:v>1.4515059</c:v>
                </c:pt>
                <c:pt idx="14">
                  <c:v>1.47466719</c:v>
                </c:pt>
                <c:pt idx="15">
                  <c:v>1.46499658</c:v>
                </c:pt>
                <c:pt idx="16">
                  <c:v>1.51459205</c:v>
                </c:pt>
                <c:pt idx="17">
                  <c:v>1.4387207</c:v>
                </c:pt>
                <c:pt idx="18">
                  <c:v>1.48323274</c:v>
                </c:pt>
                <c:pt idx="19">
                  <c:v>1.46141851</c:v>
                </c:pt>
                <c:pt idx="20">
                  <c:v>1.46884918</c:v>
                </c:pt>
                <c:pt idx="21">
                  <c:v>1.45330834</c:v>
                </c:pt>
                <c:pt idx="22">
                  <c:v>1.49501789</c:v>
                </c:pt>
                <c:pt idx="23">
                  <c:v>1.65762842</c:v>
                </c:pt>
                <c:pt idx="24">
                  <c:v>1.54943883</c:v>
                </c:pt>
                <c:pt idx="25">
                  <c:v>1.5897584</c:v>
                </c:pt>
                <c:pt idx="26">
                  <c:v>1.39881194</c:v>
                </c:pt>
                <c:pt idx="27">
                  <c:v>1.61904395</c:v>
                </c:pt>
                <c:pt idx="28">
                  <c:v>1.46191812</c:v>
                </c:pt>
                <c:pt idx="29">
                  <c:v>1.73858249</c:v>
                </c:pt>
                <c:pt idx="30">
                  <c:v>1.51500428</c:v>
                </c:pt>
                <c:pt idx="31">
                  <c:v>1.64059412</c:v>
                </c:pt>
                <c:pt idx="32">
                  <c:v>1.63799441</c:v>
                </c:pt>
                <c:pt idx="33">
                  <c:v>1.64825189</c:v>
                </c:pt>
                <c:pt idx="34">
                  <c:v>1.68888521</c:v>
                </c:pt>
                <c:pt idx="35">
                  <c:v>1.87053192</c:v>
                </c:pt>
                <c:pt idx="36">
                  <c:v>1.76637948</c:v>
                </c:pt>
                <c:pt idx="37">
                  <c:v>1.62583756</c:v>
                </c:pt>
                <c:pt idx="38">
                  <c:v>1.8144871</c:v>
                </c:pt>
                <c:pt idx="39">
                  <c:v>1.9002372</c:v>
                </c:pt>
                <c:pt idx="40">
                  <c:v>1.73790157</c:v>
                </c:pt>
                <c:pt idx="41">
                  <c:v>1.72209108</c:v>
                </c:pt>
                <c:pt idx="42">
                  <c:v>1.68725312</c:v>
                </c:pt>
                <c:pt idx="43">
                  <c:v>1.91354597</c:v>
                </c:pt>
                <c:pt idx="44">
                  <c:v>1.92284346</c:v>
                </c:pt>
                <c:pt idx="45">
                  <c:v>1.85113108</c:v>
                </c:pt>
                <c:pt idx="46">
                  <c:v>1.97944784</c:v>
                </c:pt>
                <c:pt idx="47">
                  <c:v>1.77820253</c:v>
                </c:pt>
                <c:pt idx="48">
                  <c:v>1.78517497</c:v>
                </c:pt>
                <c:pt idx="49">
                  <c:v>2.06209874</c:v>
                </c:pt>
                <c:pt idx="50">
                  <c:v>1.96618295</c:v>
                </c:pt>
                <c:pt idx="51">
                  <c:v>1.91339362</c:v>
                </c:pt>
                <c:pt idx="52">
                  <c:v>1.86206579</c:v>
                </c:pt>
                <c:pt idx="53">
                  <c:v>1.81997943</c:v>
                </c:pt>
                <c:pt idx="54">
                  <c:v>1.94820106</c:v>
                </c:pt>
                <c:pt idx="55">
                  <c:v>1.88161528</c:v>
                </c:pt>
                <c:pt idx="56">
                  <c:v>1.94313371</c:v>
                </c:pt>
                <c:pt idx="57">
                  <c:v>1.93871689</c:v>
                </c:pt>
                <c:pt idx="58">
                  <c:v>1.86207354</c:v>
                </c:pt>
                <c:pt idx="59">
                  <c:v>1.96039784</c:v>
                </c:pt>
                <c:pt idx="60">
                  <c:v>1.87827432</c:v>
                </c:pt>
                <c:pt idx="61">
                  <c:v>2.03730822</c:v>
                </c:pt>
                <c:pt idx="62">
                  <c:v>1.87877476</c:v>
                </c:pt>
                <c:pt idx="63">
                  <c:v>2.08820486</c:v>
                </c:pt>
                <c:pt idx="64">
                  <c:v>1.9479177</c:v>
                </c:pt>
                <c:pt idx="65">
                  <c:v>2.07194638</c:v>
                </c:pt>
                <c:pt idx="66">
                  <c:v>1.91923797</c:v>
                </c:pt>
                <c:pt idx="67">
                  <c:v>2.02677727</c:v>
                </c:pt>
                <c:pt idx="68">
                  <c:v>1.93777025</c:v>
                </c:pt>
                <c:pt idx="69">
                  <c:v>2.08131433</c:v>
                </c:pt>
                <c:pt idx="70">
                  <c:v>1.97559285</c:v>
                </c:pt>
                <c:pt idx="71">
                  <c:v>2.11645293</c:v>
                </c:pt>
                <c:pt idx="72">
                  <c:v>1.9372716</c:v>
                </c:pt>
                <c:pt idx="73">
                  <c:v>2.11379886</c:v>
                </c:pt>
                <c:pt idx="74">
                  <c:v>2.13645291</c:v>
                </c:pt>
                <c:pt idx="75">
                  <c:v>2.14202118</c:v>
                </c:pt>
                <c:pt idx="76">
                  <c:v>1.93022549</c:v>
                </c:pt>
                <c:pt idx="77">
                  <c:v>2.07786703</c:v>
                </c:pt>
                <c:pt idx="78">
                  <c:v>2.13816357</c:v>
                </c:pt>
                <c:pt idx="79">
                  <c:v>1.92059922</c:v>
                </c:pt>
                <c:pt idx="80">
                  <c:v>2.19516087</c:v>
                </c:pt>
                <c:pt idx="81">
                  <c:v>2.19262648</c:v>
                </c:pt>
                <c:pt idx="82">
                  <c:v>2.06261826</c:v>
                </c:pt>
                <c:pt idx="83">
                  <c:v>2.07232904</c:v>
                </c:pt>
                <c:pt idx="84">
                  <c:v>2.01514053</c:v>
                </c:pt>
                <c:pt idx="85">
                  <c:v>2.06929731</c:v>
                </c:pt>
                <c:pt idx="86">
                  <c:v>1.96903944</c:v>
                </c:pt>
                <c:pt idx="87">
                  <c:v>2.11364532</c:v>
                </c:pt>
                <c:pt idx="88">
                  <c:v>1.94775784</c:v>
                </c:pt>
                <c:pt idx="89">
                  <c:v>2.06662393</c:v>
                </c:pt>
                <c:pt idx="90">
                  <c:v>2.13734865</c:v>
                </c:pt>
                <c:pt idx="91">
                  <c:v>2.10390353</c:v>
                </c:pt>
                <c:pt idx="92">
                  <c:v>1.9750756</c:v>
                </c:pt>
                <c:pt idx="93">
                  <c:v>1.88991714</c:v>
                </c:pt>
                <c:pt idx="94">
                  <c:v>2.00412869</c:v>
                </c:pt>
                <c:pt idx="95">
                  <c:v>2.04752612</c:v>
                </c:pt>
                <c:pt idx="96">
                  <c:v>2.13209033</c:v>
                </c:pt>
                <c:pt idx="97">
                  <c:v>2.00092459</c:v>
                </c:pt>
                <c:pt idx="98">
                  <c:v>1.96404445</c:v>
                </c:pt>
                <c:pt idx="99">
                  <c:v>1.98304665</c:v>
                </c:pt>
                <c:pt idx="100">
                  <c:v>1.91457438</c:v>
                </c:pt>
                <c:pt idx="101">
                  <c:v>2.04295397</c:v>
                </c:pt>
                <c:pt idx="102">
                  <c:v>1.95007443</c:v>
                </c:pt>
                <c:pt idx="103">
                  <c:v>2.070158</c:v>
                </c:pt>
                <c:pt idx="104">
                  <c:v>1.90911603</c:v>
                </c:pt>
                <c:pt idx="105">
                  <c:v>1.98764086</c:v>
                </c:pt>
                <c:pt idx="106">
                  <c:v>1.9348191</c:v>
                </c:pt>
                <c:pt idx="107">
                  <c:v>1.98627484</c:v>
                </c:pt>
                <c:pt idx="108">
                  <c:v>2.02029276</c:v>
                </c:pt>
                <c:pt idx="109">
                  <c:v>1.89886284</c:v>
                </c:pt>
                <c:pt idx="110">
                  <c:v>1.9966079</c:v>
                </c:pt>
                <c:pt idx="111">
                  <c:v>2.02274251</c:v>
                </c:pt>
                <c:pt idx="112">
                  <c:v>2.03603482</c:v>
                </c:pt>
                <c:pt idx="113">
                  <c:v>1.92374802</c:v>
                </c:pt>
                <c:pt idx="114">
                  <c:v>1.99167395</c:v>
                </c:pt>
                <c:pt idx="115">
                  <c:v>1.93737364</c:v>
                </c:pt>
                <c:pt idx="116">
                  <c:v>1.92507827</c:v>
                </c:pt>
                <c:pt idx="117">
                  <c:v>2.02282763</c:v>
                </c:pt>
                <c:pt idx="118">
                  <c:v>1.99701405</c:v>
                </c:pt>
                <c:pt idx="119">
                  <c:v>1.96402013</c:v>
                </c:pt>
                <c:pt idx="120">
                  <c:v>2.06256533</c:v>
                </c:pt>
                <c:pt idx="121">
                  <c:v>2.00276637</c:v>
                </c:pt>
                <c:pt idx="122">
                  <c:v>1.8886869</c:v>
                </c:pt>
                <c:pt idx="123">
                  <c:v>1.91713202</c:v>
                </c:pt>
                <c:pt idx="124">
                  <c:v>1.91579044</c:v>
                </c:pt>
                <c:pt idx="125">
                  <c:v>1.70616221</c:v>
                </c:pt>
                <c:pt idx="126">
                  <c:v>1.851565</c:v>
                </c:pt>
                <c:pt idx="127">
                  <c:v>1.8901118</c:v>
                </c:pt>
                <c:pt idx="128">
                  <c:v>1.95115745</c:v>
                </c:pt>
                <c:pt idx="129">
                  <c:v>2.07595158</c:v>
                </c:pt>
                <c:pt idx="130">
                  <c:v>1.89423835</c:v>
                </c:pt>
                <c:pt idx="131">
                  <c:v>1.92959642</c:v>
                </c:pt>
                <c:pt idx="132">
                  <c:v>1.87027681</c:v>
                </c:pt>
                <c:pt idx="133">
                  <c:v>1.95292354</c:v>
                </c:pt>
                <c:pt idx="134">
                  <c:v>1.80119681</c:v>
                </c:pt>
                <c:pt idx="135">
                  <c:v>1.8895762</c:v>
                </c:pt>
                <c:pt idx="136">
                  <c:v>1.88964283</c:v>
                </c:pt>
                <c:pt idx="137">
                  <c:v>1.98028493</c:v>
                </c:pt>
                <c:pt idx="138">
                  <c:v>1.92424631</c:v>
                </c:pt>
                <c:pt idx="139">
                  <c:v>1.93219292</c:v>
                </c:pt>
                <c:pt idx="140">
                  <c:v>1.98718095</c:v>
                </c:pt>
                <c:pt idx="141">
                  <c:v>1.92790508</c:v>
                </c:pt>
                <c:pt idx="142">
                  <c:v>1.98664474</c:v>
                </c:pt>
                <c:pt idx="143">
                  <c:v>1.99053943</c:v>
                </c:pt>
                <c:pt idx="144">
                  <c:v>2.03711915</c:v>
                </c:pt>
                <c:pt idx="145">
                  <c:v>1.91243422</c:v>
                </c:pt>
                <c:pt idx="146">
                  <c:v>1.93470252</c:v>
                </c:pt>
                <c:pt idx="147">
                  <c:v>2.06532907</c:v>
                </c:pt>
                <c:pt idx="148">
                  <c:v>1.96638846</c:v>
                </c:pt>
                <c:pt idx="149">
                  <c:v>1.97145808</c:v>
                </c:pt>
                <c:pt idx="150">
                  <c:v>2.05100584</c:v>
                </c:pt>
                <c:pt idx="151">
                  <c:v>2.0416286</c:v>
                </c:pt>
                <c:pt idx="152">
                  <c:v>1.97530341</c:v>
                </c:pt>
                <c:pt idx="153">
                  <c:v>2.04021645</c:v>
                </c:pt>
                <c:pt idx="154">
                  <c:v>2.0496521</c:v>
                </c:pt>
                <c:pt idx="155">
                  <c:v>1.96030271</c:v>
                </c:pt>
                <c:pt idx="156">
                  <c:v>1.91964912</c:v>
                </c:pt>
                <c:pt idx="157">
                  <c:v>1.87143505</c:v>
                </c:pt>
                <c:pt idx="158">
                  <c:v>2.01673889</c:v>
                </c:pt>
                <c:pt idx="159">
                  <c:v>1.87295043</c:v>
                </c:pt>
                <c:pt idx="160">
                  <c:v>2.04037356</c:v>
                </c:pt>
                <c:pt idx="161">
                  <c:v>2.00449395</c:v>
                </c:pt>
                <c:pt idx="162">
                  <c:v>2.06323814</c:v>
                </c:pt>
                <c:pt idx="163">
                  <c:v>2.07893991</c:v>
                </c:pt>
                <c:pt idx="164">
                  <c:v>2.01602292</c:v>
                </c:pt>
                <c:pt idx="165">
                  <c:v>1.98310101</c:v>
                </c:pt>
                <c:pt idx="166">
                  <c:v>2.07260418</c:v>
                </c:pt>
                <c:pt idx="167">
                  <c:v>1.96640503</c:v>
                </c:pt>
                <c:pt idx="168">
                  <c:v>2.02744651</c:v>
                </c:pt>
                <c:pt idx="169">
                  <c:v>1.97410917</c:v>
                </c:pt>
                <c:pt idx="170">
                  <c:v>2.13121891</c:v>
                </c:pt>
                <c:pt idx="171">
                  <c:v>1.94476163</c:v>
                </c:pt>
                <c:pt idx="172">
                  <c:v>1.9535799</c:v>
                </c:pt>
                <c:pt idx="173">
                  <c:v>2.15601373</c:v>
                </c:pt>
                <c:pt idx="174">
                  <c:v>1.97119009</c:v>
                </c:pt>
                <c:pt idx="175">
                  <c:v>2.04001307</c:v>
                </c:pt>
                <c:pt idx="176">
                  <c:v>2.14142084</c:v>
                </c:pt>
                <c:pt idx="177">
                  <c:v>2.08674288</c:v>
                </c:pt>
                <c:pt idx="178">
                  <c:v>2.10193992</c:v>
                </c:pt>
                <c:pt idx="179">
                  <c:v>1.9749707</c:v>
                </c:pt>
                <c:pt idx="180">
                  <c:v>2.0637536</c:v>
                </c:pt>
                <c:pt idx="181">
                  <c:v>2.00922966</c:v>
                </c:pt>
                <c:pt idx="182">
                  <c:v>1.93927646</c:v>
                </c:pt>
                <c:pt idx="183">
                  <c:v>1.99309134</c:v>
                </c:pt>
                <c:pt idx="184">
                  <c:v>2.09890699</c:v>
                </c:pt>
                <c:pt idx="185">
                  <c:v>2.00740743</c:v>
                </c:pt>
                <c:pt idx="186">
                  <c:v>2.06951833</c:v>
                </c:pt>
                <c:pt idx="187">
                  <c:v>2.07025886</c:v>
                </c:pt>
                <c:pt idx="188">
                  <c:v>1.9946481</c:v>
                </c:pt>
                <c:pt idx="189">
                  <c:v>2.03673959</c:v>
                </c:pt>
                <c:pt idx="190">
                  <c:v>2.03737259</c:v>
                </c:pt>
                <c:pt idx="191">
                  <c:v>1.94805098</c:v>
                </c:pt>
                <c:pt idx="192">
                  <c:v>2.10064936</c:v>
                </c:pt>
                <c:pt idx="193">
                  <c:v>2.03435087</c:v>
                </c:pt>
                <c:pt idx="194">
                  <c:v>2.03124261</c:v>
                </c:pt>
                <c:pt idx="195">
                  <c:v>2.07754302</c:v>
                </c:pt>
                <c:pt idx="196">
                  <c:v>1.86767399</c:v>
                </c:pt>
                <c:pt idx="197">
                  <c:v>2.08305979</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8DFE7"/>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10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Host updates (thousands)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25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scatterChart>
        <c:scatterStyle val="line"/>
        <c:ser>
          <c:idx val="0"/>
          <c:order val="0"/>
          <c:tx>
            <c:v>Host</c:v>
          </c:tx>
          <c:spPr>
            <a:ln xmlns:a="http://schemas.openxmlformats.org/drawingml/2006/main" w="15240">
              <a:solidFill>
                <a:srgbClr val="20365C"/>
              </a:solidFill>
            </a:ln>
          </c:spPr>
          <c:marker>
            <c:symbol val="none"/>
          </c:marker>
          <c:xVal>
            <c:numRef>
              <c:f>'Chart Data'!$A$2:$A$1001</c:f>
              <c:numCache>
                <c:formatCode>General</c:formatCode>
                <c:ptCount val="10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numCache>
            </c:numRef>
          </c:xVal>
          <c:yVal>
            <c:numRef>
              <c:f>'Chart Data'!$B$2:$B$1001</c:f>
              <c:numCache>
                <c:formatCode>General</c:formatCode>
                <c:ptCount val="1000"/>
                <c:pt idx="0">
                  <c:v>4.83591566</c:v>
                </c:pt>
                <c:pt idx="1">
                  <c:v>10.41200512</c:v>
                </c:pt>
                <c:pt idx="2">
                  <c:v>16.55269091</c:v>
                </c:pt>
                <c:pt idx="3">
                  <c:v>22.66491939</c:v>
                </c:pt>
                <c:pt idx="4">
                  <c:v>28.53558318</c:v>
                </c:pt>
                <c:pt idx="5">
                  <c:v>33.99644036</c:v>
                </c:pt>
                <c:pt idx="6">
                  <c:v>39.33671034</c:v>
                </c:pt>
                <c:pt idx="7">
                  <c:v>44.50961085</c:v>
                </c:pt>
                <c:pt idx="8">
                  <c:v>49.47282948</c:v>
                </c:pt>
                <c:pt idx="9">
                  <c:v>54.28775791</c:v>
                </c:pt>
                <c:pt idx="10">
                  <c:v>59.06865411</c:v>
                </c:pt>
                <c:pt idx="11">
                  <c:v>63.65591406</c:v>
                </c:pt>
                <c:pt idx="12">
                  <c:v>68.34176218</c:v>
                </c:pt>
                <c:pt idx="13">
                  <c:v>72.85319406</c:v>
                </c:pt>
                <c:pt idx="14">
                  <c:v>77.3440569</c:v>
                </c:pt>
                <c:pt idx="15">
                  <c:v>81.67975903</c:v>
                </c:pt>
                <c:pt idx="16">
                  <c:v>86.16468666</c:v>
                </c:pt>
                <c:pt idx="17">
                  <c:v>90.5722308</c:v>
                </c:pt>
                <c:pt idx="18">
                  <c:v>95.17341768</c:v>
                </c:pt>
                <c:pt idx="19">
                  <c:v>99.67549638</c:v>
                </c:pt>
                <c:pt idx="20">
                  <c:v>104.13185056</c:v>
                </c:pt>
                <c:pt idx="21">
                  <c:v>108.43832426</c:v>
                </c:pt>
                <c:pt idx="22">
                  <c:v>113.22290172</c:v>
                </c:pt>
                <c:pt idx="23">
                  <c:v>117.09280247</c:v>
                </c:pt>
                <c:pt idx="24">
                  <c:v>121.21886223</c:v>
                </c:pt>
                <c:pt idx="25">
                  <c:v>125.15733022</c:v>
                </c:pt>
                <c:pt idx="26">
                  <c:v>127.98522878</c:v>
                </c:pt>
                <c:pt idx="27">
                  <c:v>131.53876288</c:v>
                </c:pt>
                <c:pt idx="28">
                  <c:v>134.10996912</c:v>
                </c:pt>
                <c:pt idx="29">
                  <c:v>136.59547034</c:v>
                </c:pt>
                <c:pt idx="30">
                  <c:v>138.40272638</c:v>
                </c:pt>
                <c:pt idx="31">
                  <c:v>140.72939981</c:v>
                </c:pt>
                <c:pt idx="32">
                  <c:v>142.8987934</c:v>
                </c:pt>
                <c:pt idx="33">
                  <c:v>144.56584683</c:v>
                </c:pt>
                <c:pt idx="34">
                  <c:v>146.47906323</c:v>
                </c:pt>
                <c:pt idx="35">
                  <c:v>147.85503009</c:v>
                </c:pt>
                <c:pt idx="36">
                  <c:v>149.67417056</c:v>
                </c:pt>
                <c:pt idx="37">
                  <c:v>151.09919022</c:v>
                </c:pt>
                <c:pt idx="38">
                  <c:v>152.29896219</c:v>
                </c:pt>
                <c:pt idx="39">
                  <c:v>153.70010278</c:v>
                </c:pt>
                <c:pt idx="40">
                  <c:v>155.1999444</c:v>
                </c:pt>
                <c:pt idx="41">
                  <c:v>156.45987115</c:v>
                </c:pt>
                <c:pt idx="42">
                  <c:v>157.82808676</c:v>
                </c:pt>
                <c:pt idx="43">
                  <c:v>158.70858902</c:v>
                </c:pt>
                <c:pt idx="44">
                  <c:v>160.39618817</c:v>
                </c:pt>
                <c:pt idx="45">
                  <c:v>161.81610709</c:v>
                </c:pt>
                <c:pt idx="46">
                  <c:v>163.5060257</c:v>
                </c:pt>
                <c:pt idx="47">
                  <c:v>163.97146906</c:v>
                </c:pt>
                <c:pt idx="48">
                  <c:v>165.23118405</c:v>
                </c:pt>
                <c:pt idx="49">
                  <c:v>166.64971478</c:v>
                </c:pt>
                <c:pt idx="50">
                  <c:v>167.78274695</c:v>
                </c:pt>
                <c:pt idx="51">
                  <c:v>168.85129089</c:v>
                </c:pt>
                <c:pt idx="52">
                  <c:v>169.75055936</c:v>
                </c:pt>
                <c:pt idx="53">
                  <c:v>170.80849313</c:v>
                </c:pt>
                <c:pt idx="54">
                  <c:v>171.80782535</c:v>
                </c:pt>
                <c:pt idx="55">
                  <c:v>172.91766678</c:v>
                </c:pt>
                <c:pt idx="56">
                  <c:v>173.61978983</c:v>
                </c:pt>
                <c:pt idx="57">
                  <c:v>173.94066568</c:v>
                </c:pt>
                <c:pt idx="58">
                  <c:v>175.16395621</c:v>
                </c:pt>
                <c:pt idx="59">
                  <c:v>175.95296774</c:v>
                </c:pt>
                <c:pt idx="60">
                  <c:v>176.5113902</c:v>
                </c:pt>
                <c:pt idx="61">
                  <c:v>177.04101486</c:v>
                </c:pt>
                <c:pt idx="62">
                  <c:v>178.10299802</c:v>
                </c:pt>
                <c:pt idx="63">
                  <c:v>178.3161622</c:v>
                </c:pt>
                <c:pt idx="64">
                  <c:v>178.88101163</c:v>
                </c:pt>
                <c:pt idx="65">
                  <c:v>179.36517783</c:v>
                </c:pt>
                <c:pt idx="66">
                  <c:v>179.79847153</c:v>
                </c:pt>
                <c:pt idx="67">
                  <c:v>180.51715988</c:v>
                </c:pt>
                <c:pt idx="68">
                  <c:v>181.148327</c:v>
                </c:pt>
                <c:pt idx="69">
                  <c:v>181.54044183</c:v>
                </c:pt>
                <c:pt idx="70">
                  <c:v>182.10924451</c:v>
                </c:pt>
                <c:pt idx="71">
                  <c:v>181.98989896</c:v>
                </c:pt>
                <c:pt idx="72">
                  <c:v>182.90666568</c:v>
                </c:pt>
                <c:pt idx="73">
                  <c:v>183.39032336</c:v>
                </c:pt>
                <c:pt idx="74">
                  <c:v>183.50563223</c:v>
                </c:pt>
                <c:pt idx="75">
                  <c:v>183.77754922</c:v>
                </c:pt>
                <c:pt idx="76">
                  <c:v>184.3889826</c:v>
                </c:pt>
                <c:pt idx="77">
                  <c:v>184.99327667</c:v>
                </c:pt>
                <c:pt idx="78">
                  <c:v>185.00572397</c:v>
                </c:pt>
                <c:pt idx="79">
                  <c:v>185.4512616</c:v>
                </c:pt>
                <c:pt idx="80">
                  <c:v>185.75304498</c:v>
                </c:pt>
                <c:pt idx="81">
                  <c:v>186.21406097</c:v>
                </c:pt>
                <c:pt idx="82">
                  <c:v>186.15317316</c:v>
                </c:pt>
                <c:pt idx="83">
                  <c:v>187.00921854</c:v>
                </c:pt>
                <c:pt idx="84">
                  <c:v>187.39522754</c:v>
                </c:pt>
                <c:pt idx="85">
                  <c:v>187.4944433</c:v>
                </c:pt>
                <c:pt idx="86">
                  <c:v>187.17771759</c:v>
                </c:pt>
                <c:pt idx="87">
                  <c:v>188.24417249</c:v>
                </c:pt>
                <c:pt idx="88">
                  <c:v>187.7459581</c:v>
                </c:pt>
                <c:pt idx="89">
                  <c:v>188.57277728</c:v>
                </c:pt>
                <c:pt idx="90">
                  <c:v>189.1183978</c:v>
                </c:pt>
                <c:pt idx="91">
                  <c:v>189.08569379</c:v>
                </c:pt>
                <c:pt idx="92">
                  <c:v>189.52886694</c:v>
                </c:pt>
                <c:pt idx="93">
                  <c:v>189.79233163</c:v>
                </c:pt>
                <c:pt idx="94">
                  <c:v>189.63665775</c:v>
                </c:pt>
                <c:pt idx="95">
                  <c:v>190.53387866</c:v>
                </c:pt>
                <c:pt idx="96">
                  <c:v>190.29788425</c:v>
                </c:pt>
                <c:pt idx="97">
                  <c:v>190.34327963</c:v>
                </c:pt>
                <c:pt idx="98">
                  <c:v>191.23789978</c:v>
                </c:pt>
                <c:pt idx="99">
                  <c:v>191.30083273</c:v>
                </c:pt>
                <c:pt idx="100">
                  <c:v>191.74484888</c:v>
                </c:pt>
                <c:pt idx="101">
                  <c:v>191.70010342</c:v>
                </c:pt>
                <c:pt idx="102">
                  <c:v>191.77570694</c:v>
                </c:pt>
                <c:pt idx="103">
                  <c:v>191.73201917</c:v>
                </c:pt>
                <c:pt idx="104">
                  <c:v>192.34207678</c:v>
                </c:pt>
                <c:pt idx="105">
                  <c:v>192.2901713</c:v>
                </c:pt>
                <c:pt idx="106">
                  <c:v>192.43479089</c:v>
                </c:pt>
                <c:pt idx="107">
                  <c:v>193.13631778</c:v>
                </c:pt>
                <c:pt idx="108">
                  <c:v>192.47567126</c:v>
                </c:pt>
                <c:pt idx="109">
                  <c:v>192.99432587</c:v>
                </c:pt>
                <c:pt idx="110">
                  <c:v>193.2512858</c:v>
                </c:pt>
                <c:pt idx="111">
                  <c:v>193.96451926</c:v>
                </c:pt>
                <c:pt idx="112">
                  <c:v>193.48821814</c:v>
                </c:pt>
                <c:pt idx="113">
                  <c:v>193.47322632</c:v>
                </c:pt>
                <c:pt idx="114">
                  <c:v>194.1390419</c:v>
                </c:pt>
                <c:pt idx="115">
                  <c:v>194.75291733</c:v>
                </c:pt>
                <c:pt idx="116">
                  <c:v>194.11986853</c:v>
                </c:pt>
                <c:pt idx="117">
                  <c:v>194.94040381</c:v>
                </c:pt>
                <c:pt idx="118">
                  <c:v>194.77072134</c:v>
                </c:pt>
                <c:pt idx="119">
                  <c:v>194.97212103</c:v>
                </c:pt>
                <c:pt idx="120">
                  <c:v>194.98045956</c:v>
                </c:pt>
                <c:pt idx="121">
                  <c:v>195.26887564</c:v>
                </c:pt>
                <c:pt idx="122">
                  <c:v>195.02123773</c:v>
                </c:pt>
                <c:pt idx="123">
                  <c:v>195.64845862</c:v>
                </c:pt>
                <c:pt idx="124">
                  <c:v>195.49863742</c:v>
                </c:pt>
                <c:pt idx="125">
                  <c:v>195.65587857</c:v>
                </c:pt>
                <c:pt idx="126">
                  <c:v>195.83751276</c:v>
                </c:pt>
                <c:pt idx="127">
                  <c:v>196.32848792</c:v>
                </c:pt>
                <c:pt idx="128">
                  <c:v>196.18553571</c:v>
                </c:pt>
                <c:pt idx="129">
                  <c:v>196.33704535</c:v>
                </c:pt>
                <c:pt idx="130">
                  <c:v>196.37332681</c:v>
                </c:pt>
                <c:pt idx="131">
                  <c:v>196.49623709</c:v>
                </c:pt>
                <c:pt idx="132">
                  <c:v>197.43917297</c:v>
                </c:pt>
                <c:pt idx="133">
                  <c:v>196.92617987</c:v>
                </c:pt>
                <c:pt idx="134">
                  <c:v>197.01349597</c:v>
                </c:pt>
                <c:pt idx="135">
                  <c:v>196.85350711</c:v>
                </c:pt>
                <c:pt idx="136">
                  <c:v>197.67994666</c:v>
                </c:pt>
                <c:pt idx="137">
                  <c:v>197.86411484</c:v>
                </c:pt>
                <c:pt idx="138">
                  <c:v>197.73894318</c:v>
                </c:pt>
                <c:pt idx="139">
                  <c:v>198.10400757</c:v>
                </c:pt>
                <c:pt idx="140">
                  <c:v>197.81801837</c:v>
                </c:pt>
                <c:pt idx="141">
                  <c:v>198.41204504</c:v>
                </c:pt>
                <c:pt idx="142">
                  <c:v>198.28276291</c:v>
                </c:pt>
                <c:pt idx="143">
                  <c:v>198.28756473</c:v>
                </c:pt>
                <c:pt idx="144">
                  <c:v>198.75718564</c:v>
                </c:pt>
                <c:pt idx="145">
                  <c:v>198.22362952</c:v>
                </c:pt>
                <c:pt idx="146">
                  <c:v>198.26109229</c:v>
                </c:pt>
                <c:pt idx="147">
                  <c:v>198.91537799</c:v>
                </c:pt>
                <c:pt idx="148">
                  <c:v>199.13656415</c:v>
                </c:pt>
                <c:pt idx="149">
                  <c:v>198.8310603</c:v>
                </c:pt>
                <c:pt idx="150">
                  <c:v>198.95255811</c:v>
                </c:pt>
                <c:pt idx="151">
                  <c:v>199.27142548</c:v>
                </c:pt>
                <c:pt idx="152">
                  <c:v>199.26500543</c:v>
                </c:pt>
                <c:pt idx="153">
                  <c:v>199.50103659</c:v>
                </c:pt>
                <c:pt idx="154">
                  <c:v>200.101353</c:v>
                </c:pt>
                <c:pt idx="155">
                  <c:v>199.84369385</c:v>
                </c:pt>
                <c:pt idx="156">
                  <c:v>200.15862253</c:v>
                </c:pt>
                <c:pt idx="157">
                  <c:v>199.92730798</c:v>
                </c:pt>
                <c:pt idx="158">
                  <c:v>200.0436626</c:v>
                </c:pt>
                <c:pt idx="159">
                  <c:v>200.32146136</c:v>
                </c:pt>
                <c:pt idx="160">
                  <c:v>200.35421133</c:v>
                </c:pt>
                <c:pt idx="161">
                  <c:v>200.22787268</c:v>
                </c:pt>
                <c:pt idx="162">
                  <c:v>200.38721664</c:v>
                </c:pt>
                <c:pt idx="163">
                  <c:v>200.89892438</c:v>
                </c:pt>
                <c:pt idx="164">
                  <c:v>200.6644426</c:v>
                </c:pt>
                <c:pt idx="165">
                  <c:v>200.61378647</c:v>
                </c:pt>
                <c:pt idx="166">
                  <c:v>200.44054242</c:v>
                </c:pt>
                <c:pt idx="167">
                  <c:v>200.6895564</c:v>
                </c:pt>
                <c:pt idx="168">
                  <c:v>201.39598138</c:v>
                </c:pt>
                <c:pt idx="169">
                  <c:v>200.95125699</c:v>
                </c:pt>
                <c:pt idx="170">
                  <c:v>201.14045135</c:v>
                </c:pt>
                <c:pt idx="171">
                  <c:v>200.92701428</c:v>
                </c:pt>
                <c:pt idx="172">
                  <c:v>200.98483926</c:v>
                </c:pt>
                <c:pt idx="173">
                  <c:v>201.1285209</c:v>
                </c:pt>
                <c:pt idx="174">
                  <c:v>201.44288669</c:v>
                </c:pt>
                <c:pt idx="175">
                  <c:v>201.51114322</c:v>
                </c:pt>
                <c:pt idx="176">
                  <c:v>201.58748749</c:v>
                </c:pt>
                <c:pt idx="177">
                  <c:v>201.31128864</c:v>
                </c:pt>
                <c:pt idx="178">
                  <c:v>201.5667807</c:v>
                </c:pt>
                <c:pt idx="179">
                  <c:v>201.54813474</c:v>
                </c:pt>
                <c:pt idx="180">
                  <c:v>201.75732739</c:v>
                </c:pt>
                <c:pt idx="181">
                  <c:v>201.58504266</c:v>
                </c:pt>
                <c:pt idx="182">
                  <c:v>201.76231522</c:v>
                </c:pt>
                <c:pt idx="183">
                  <c:v>201.74127808</c:v>
                </c:pt>
                <c:pt idx="184">
                  <c:v>202.16866998</c:v>
                </c:pt>
                <c:pt idx="185">
                  <c:v>202.06586838</c:v>
                </c:pt>
                <c:pt idx="186">
                  <c:v>201.95918646</c:v>
                </c:pt>
                <c:pt idx="187">
                  <c:v>201.90150446</c:v>
                </c:pt>
                <c:pt idx="188">
                  <c:v>202.18514276</c:v>
                </c:pt>
                <c:pt idx="189">
                  <c:v>201.86441965</c:v>
                </c:pt>
                <c:pt idx="190">
                  <c:v>202.09583096</c:v>
                </c:pt>
                <c:pt idx="191">
                  <c:v>201.65001306</c:v>
                </c:pt>
                <c:pt idx="192">
                  <c:v>202.30171335</c:v>
                </c:pt>
                <c:pt idx="193">
                  <c:v>202.24740778</c:v>
                </c:pt>
                <c:pt idx="194">
                  <c:v>201.61465573</c:v>
                </c:pt>
                <c:pt idx="195">
                  <c:v>202.23727948</c:v>
                </c:pt>
                <c:pt idx="196">
                  <c:v>202.13334198</c:v>
                </c:pt>
                <c:pt idx="197">
                  <c:v>202.12150568</c:v>
                </c:pt>
                <c:pt idx="198">
                  <c:v>201.95166599</c:v>
                </c:pt>
                <c:pt idx="199">
                  <c:v>202.48993893</c:v>
                </c:pt>
                <c:pt idx="200">
                  <c:v>202.51331952</c:v>
                </c:pt>
                <c:pt idx="201">
                  <c:v>202.60732776</c:v>
                </c:pt>
                <c:pt idx="202">
                  <c:v>202.48814401</c:v>
                </c:pt>
                <c:pt idx="203">
                  <c:v>202.92906668</c:v>
                </c:pt>
                <c:pt idx="204">
                  <c:v>202.52591394</c:v>
                </c:pt>
                <c:pt idx="205">
                  <c:v>202.5441925</c:v>
                </c:pt>
                <c:pt idx="206">
                  <c:v>202.63451465</c:v>
                </c:pt>
                <c:pt idx="207">
                  <c:v>202.30365588</c:v>
                </c:pt>
                <c:pt idx="208">
                  <c:v>202.18340964</c:v>
                </c:pt>
                <c:pt idx="209">
                  <c:v>202.26919794</c:v>
                </c:pt>
                <c:pt idx="210">
                  <c:v>202.82994473</c:v>
                </c:pt>
                <c:pt idx="211">
                  <c:v>202.13761252</c:v>
                </c:pt>
                <c:pt idx="212">
                  <c:v>202.52941599</c:v>
                </c:pt>
                <c:pt idx="213">
                  <c:v>202.721702</c:v>
                </c:pt>
                <c:pt idx="214">
                  <c:v>202.52606628</c:v>
                </c:pt>
                <c:pt idx="215">
                  <c:v>202.20977631</c:v>
                </c:pt>
                <c:pt idx="216">
                  <c:v>202.42767819</c:v>
                </c:pt>
                <c:pt idx="217">
                  <c:v>202.43199435</c:v>
                </c:pt>
                <c:pt idx="218">
                  <c:v>202.39170129</c:v>
                </c:pt>
                <c:pt idx="219">
                  <c:v>202.71969489</c:v>
                </c:pt>
                <c:pt idx="220">
                  <c:v>202.28643619</c:v>
                </c:pt>
                <c:pt idx="221">
                  <c:v>202.49018716</c:v>
                </c:pt>
                <c:pt idx="222">
                  <c:v>202.57108633</c:v>
                </c:pt>
                <c:pt idx="223">
                  <c:v>202.67279626</c:v>
                </c:pt>
                <c:pt idx="224">
                  <c:v>202.36568759</c:v>
                </c:pt>
                <c:pt idx="225">
                  <c:v>202.60037411</c:v>
                </c:pt>
                <c:pt idx="226">
                  <c:v>202.47108395</c:v>
                </c:pt>
                <c:pt idx="227">
                  <c:v>202.64128836</c:v>
                </c:pt>
                <c:pt idx="228">
                  <c:v>202.01894958</c:v>
                </c:pt>
                <c:pt idx="229">
                  <c:v>202.45801248</c:v>
                </c:pt>
                <c:pt idx="230">
                  <c:v>203.14744418</c:v>
                </c:pt>
                <c:pt idx="231">
                  <c:v>202.22322897</c:v>
                </c:pt>
                <c:pt idx="232">
                  <c:v>202.27464856</c:v>
                </c:pt>
                <c:pt idx="233">
                  <c:v>202.64175055</c:v>
                </c:pt>
                <c:pt idx="234">
                  <c:v>201.98196835</c:v>
                </c:pt>
                <c:pt idx="235">
                  <c:v>202.14909885</c:v>
                </c:pt>
                <c:pt idx="236">
                  <c:v>202.45355936</c:v>
                </c:pt>
                <c:pt idx="237">
                  <c:v>201.99863229</c:v>
                </c:pt>
                <c:pt idx="238">
                  <c:v>202.31680551</c:v>
                </c:pt>
                <c:pt idx="239">
                  <c:v>201.84334515</c:v>
                </c:pt>
                <c:pt idx="240">
                  <c:v>202.42199844</c:v>
                </c:pt>
                <c:pt idx="241">
                  <c:v>202.4627655</c:v>
                </c:pt>
                <c:pt idx="242">
                  <c:v>201.85147446</c:v>
                </c:pt>
                <c:pt idx="243">
                  <c:v>201.86170587</c:v>
                </c:pt>
                <c:pt idx="244">
                  <c:v>202.14392682</c:v>
                </c:pt>
                <c:pt idx="245">
                  <c:v>202.01813806</c:v>
                </c:pt>
                <c:pt idx="246">
                  <c:v>201.77226773</c:v>
                </c:pt>
                <c:pt idx="247">
                  <c:v>202.13316525</c:v>
                </c:pt>
                <c:pt idx="248">
                  <c:v>202.36868781</c:v>
                </c:pt>
                <c:pt idx="249">
                  <c:v>202.0177056</c:v>
                </c:pt>
                <c:pt idx="250">
                  <c:v>202.13620178</c:v>
                </c:pt>
                <c:pt idx="251">
                  <c:v>202.11182675</c:v>
                </c:pt>
                <c:pt idx="252">
                  <c:v>202.52942328</c:v>
                </c:pt>
                <c:pt idx="253">
                  <c:v>201.78633136</c:v>
                </c:pt>
                <c:pt idx="254">
                  <c:v>201.89010727</c:v>
                </c:pt>
                <c:pt idx="255">
                  <c:v>201.8777088</c:v>
                </c:pt>
                <c:pt idx="256">
                  <c:v>202.55676678</c:v>
                </c:pt>
                <c:pt idx="257">
                  <c:v>202.42991519</c:v>
                </c:pt>
                <c:pt idx="258">
                  <c:v>202.0612471</c:v>
                </c:pt>
                <c:pt idx="259">
                  <c:v>202.38117905</c:v>
                </c:pt>
                <c:pt idx="260">
                  <c:v>202.03767429</c:v>
                </c:pt>
                <c:pt idx="261">
                  <c:v>202.31042334</c:v>
                </c:pt>
                <c:pt idx="262">
                  <c:v>202.10355142</c:v>
                </c:pt>
                <c:pt idx="263">
                  <c:v>202.88995374</c:v>
                </c:pt>
                <c:pt idx="264">
                  <c:v>202.50199918</c:v>
                </c:pt>
                <c:pt idx="265">
                  <c:v>202.65440604</c:v>
                </c:pt>
                <c:pt idx="266">
                  <c:v>202.60842078</c:v>
                </c:pt>
                <c:pt idx="267">
                  <c:v>202.68276633</c:v>
                </c:pt>
                <c:pt idx="268">
                  <c:v>202.81031055</c:v>
                </c:pt>
                <c:pt idx="269">
                  <c:v>202.78988013</c:v>
                </c:pt>
                <c:pt idx="270">
                  <c:v>202.49136255</c:v>
                </c:pt>
                <c:pt idx="271">
                  <c:v>202.21365146</c:v>
                </c:pt>
                <c:pt idx="272">
                  <c:v>202.80552469</c:v>
                </c:pt>
                <c:pt idx="273">
                  <c:v>202.70948383</c:v>
                </c:pt>
                <c:pt idx="274">
                  <c:v>202.89194705</c:v>
                </c:pt>
                <c:pt idx="275">
                  <c:v>202.60373364</c:v>
                </c:pt>
                <c:pt idx="276">
                  <c:v>203.02329587</c:v>
                </c:pt>
                <c:pt idx="277">
                  <c:v>202.93279642</c:v>
                </c:pt>
                <c:pt idx="278">
                  <c:v>202.75818387</c:v>
                </c:pt>
                <c:pt idx="279">
                  <c:v>202.31419766</c:v>
                </c:pt>
                <c:pt idx="280">
                  <c:v>202.23255884</c:v>
                </c:pt>
                <c:pt idx="281">
                  <c:v>202.66609979</c:v>
                </c:pt>
                <c:pt idx="282">
                  <c:v>202.95201373</c:v>
                </c:pt>
                <c:pt idx="283">
                  <c:v>202.15679184</c:v>
                </c:pt>
                <c:pt idx="284">
                  <c:v>202.61423761</c:v>
                </c:pt>
                <c:pt idx="285">
                  <c:v>202.19640552</c:v>
                </c:pt>
                <c:pt idx="286">
                  <c:v>202.21896988</c:v>
                </c:pt>
                <c:pt idx="287">
                  <c:v>202.62524228</c:v>
                </c:pt>
                <c:pt idx="288">
                  <c:v>202.76494028</c:v>
                </c:pt>
                <c:pt idx="289">
                  <c:v>202.44169061</c:v>
                </c:pt>
                <c:pt idx="290">
                  <c:v>202.52490146</c:v>
                </c:pt>
                <c:pt idx="291">
                  <c:v>202.32005411</c:v>
                </c:pt>
                <c:pt idx="292">
                  <c:v>202.53098492</c:v>
                </c:pt>
                <c:pt idx="293">
                  <c:v>202.20345975</c:v>
                </c:pt>
                <c:pt idx="294">
                  <c:v>202.7230343</c:v>
                </c:pt>
                <c:pt idx="295">
                  <c:v>202.46691895</c:v>
                </c:pt>
                <c:pt idx="296">
                  <c:v>202.35232239</c:v>
                </c:pt>
                <c:pt idx="297">
                  <c:v>202.48031207</c:v>
                </c:pt>
                <c:pt idx="298">
                  <c:v>202.66261401</c:v>
                </c:pt>
                <c:pt idx="299">
                  <c:v>202.7647359</c:v>
                </c:pt>
                <c:pt idx="300">
                  <c:v>202.56094394</c:v>
                </c:pt>
                <c:pt idx="301">
                  <c:v>202.43801505</c:v>
                </c:pt>
                <c:pt idx="302">
                  <c:v>202.37256006</c:v>
                </c:pt>
                <c:pt idx="303">
                  <c:v>202.34474301</c:v>
                </c:pt>
                <c:pt idx="304">
                  <c:v>202.46035846</c:v>
                </c:pt>
                <c:pt idx="305">
                  <c:v>202.24378076</c:v>
                </c:pt>
                <c:pt idx="306">
                  <c:v>202.32688058</c:v>
                </c:pt>
                <c:pt idx="307">
                  <c:v>202.18981845</c:v>
                </c:pt>
                <c:pt idx="308">
                  <c:v>202.22012662</c:v>
                </c:pt>
                <c:pt idx="309">
                  <c:v>202.3386774</c:v>
                </c:pt>
                <c:pt idx="310">
                  <c:v>202.24931946</c:v>
                </c:pt>
                <c:pt idx="311">
                  <c:v>202.52902267</c:v>
                </c:pt>
                <c:pt idx="312">
                  <c:v>202.44047672</c:v>
                </c:pt>
                <c:pt idx="313">
                  <c:v>202.52245486</c:v>
                </c:pt>
                <c:pt idx="314">
                  <c:v>202.35763226</c:v>
                </c:pt>
                <c:pt idx="315">
                  <c:v>202.42313501</c:v>
                </c:pt>
                <c:pt idx="316">
                  <c:v>202.02750504</c:v>
                </c:pt>
                <c:pt idx="317">
                  <c:v>202.02829004</c:v>
                </c:pt>
                <c:pt idx="318">
                  <c:v>202.16520584</c:v>
                </c:pt>
                <c:pt idx="319">
                  <c:v>202.90657968</c:v>
                </c:pt>
                <c:pt idx="320">
                  <c:v>202.20788388</c:v>
                </c:pt>
                <c:pt idx="321">
                  <c:v>202.10725406</c:v>
                </c:pt>
                <c:pt idx="322">
                  <c:v>202.49705753</c:v>
                </c:pt>
                <c:pt idx="323">
                  <c:v>202.81461313</c:v>
                </c:pt>
                <c:pt idx="324">
                  <c:v>202.44996884</c:v>
                </c:pt>
                <c:pt idx="325">
                  <c:v>202.623703</c:v>
                </c:pt>
                <c:pt idx="326">
                  <c:v>202.53357693</c:v>
                </c:pt>
                <c:pt idx="327">
                  <c:v>202.63965002</c:v>
                </c:pt>
                <c:pt idx="328">
                  <c:v>202.63507742</c:v>
                </c:pt>
                <c:pt idx="329">
                  <c:v>202.2580766</c:v>
                </c:pt>
                <c:pt idx="330">
                  <c:v>202.37849704</c:v>
                </c:pt>
                <c:pt idx="331">
                  <c:v>202.68541113</c:v>
                </c:pt>
                <c:pt idx="332">
                  <c:v>202.78722797</c:v>
                </c:pt>
                <c:pt idx="333">
                  <c:v>202.28137827</c:v>
                </c:pt>
                <c:pt idx="334">
                  <c:v>203.16663275</c:v>
                </c:pt>
                <c:pt idx="335">
                  <c:v>202.91774216</c:v>
                </c:pt>
                <c:pt idx="336">
                  <c:v>202.51119769</c:v>
                </c:pt>
                <c:pt idx="337">
                  <c:v>202.71792242</c:v>
                </c:pt>
                <c:pt idx="338">
                  <c:v>203.04564673</c:v>
                </c:pt>
                <c:pt idx="339">
                  <c:v>202.54275629</c:v>
                </c:pt>
                <c:pt idx="340">
                  <c:v>202.456759</c:v>
                </c:pt>
                <c:pt idx="341">
                  <c:v>202.79271213</c:v>
                </c:pt>
                <c:pt idx="342">
                  <c:v>202.71380106</c:v>
                </c:pt>
                <c:pt idx="343">
                  <c:v>203.12181006</c:v>
                </c:pt>
                <c:pt idx="344">
                  <c:v>202.73037326</c:v>
                </c:pt>
                <c:pt idx="345">
                  <c:v>203.06986774</c:v>
                </c:pt>
                <c:pt idx="346">
                  <c:v>202.68777921</c:v>
                </c:pt>
                <c:pt idx="347">
                  <c:v>202.7017215</c:v>
                </c:pt>
                <c:pt idx="348">
                  <c:v>202.77804108</c:v>
                </c:pt>
                <c:pt idx="349">
                  <c:v>202.48581644</c:v>
                </c:pt>
                <c:pt idx="350">
                  <c:v>202.64535312</c:v>
                </c:pt>
                <c:pt idx="351">
                  <c:v>202.71784042</c:v>
                </c:pt>
                <c:pt idx="352">
                  <c:v>203.0334476</c:v>
                </c:pt>
                <c:pt idx="353">
                  <c:v>203.39871747</c:v>
                </c:pt>
                <c:pt idx="354">
                  <c:v>203.55505994</c:v>
                </c:pt>
                <c:pt idx="355">
                  <c:v>203.13824689</c:v>
                </c:pt>
                <c:pt idx="356">
                  <c:v>203.5822699</c:v>
                </c:pt>
                <c:pt idx="357">
                  <c:v>202.74208026</c:v>
                </c:pt>
                <c:pt idx="358">
                  <c:v>203.21273444</c:v>
                </c:pt>
                <c:pt idx="359">
                  <c:v>203.78314517</c:v>
                </c:pt>
                <c:pt idx="360">
                  <c:v>203.04801544</c:v>
                </c:pt>
                <c:pt idx="361">
                  <c:v>202.96227151</c:v>
                </c:pt>
                <c:pt idx="362">
                  <c:v>203.30253397</c:v>
                </c:pt>
                <c:pt idx="363">
                  <c:v>203.21329257</c:v>
                </c:pt>
                <c:pt idx="364">
                  <c:v>202.97611801</c:v>
                </c:pt>
                <c:pt idx="365">
                  <c:v>203.18860901</c:v>
                </c:pt>
                <c:pt idx="366">
                  <c:v>203.5458403</c:v>
                </c:pt>
                <c:pt idx="367">
                  <c:v>203.25994281</c:v>
                </c:pt>
                <c:pt idx="368">
                  <c:v>203.40325928</c:v>
                </c:pt>
                <c:pt idx="369">
                  <c:v>203.22425104</c:v>
                </c:pt>
                <c:pt idx="370">
                  <c:v>203.38076257</c:v>
                </c:pt>
                <c:pt idx="371">
                  <c:v>203.1183754</c:v>
                </c:pt>
                <c:pt idx="372">
                  <c:v>204.14932477</c:v>
                </c:pt>
                <c:pt idx="373">
                  <c:v>203.4516698</c:v>
                </c:pt>
                <c:pt idx="374">
                  <c:v>203.36978891</c:v>
                </c:pt>
                <c:pt idx="375">
                  <c:v>203.51130905</c:v>
                </c:pt>
                <c:pt idx="376">
                  <c:v>203.48332227</c:v>
                </c:pt>
                <c:pt idx="377">
                  <c:v>203.09324753</c:v>
                </c:pt>
                <c:pt idx="378">
                  <c:v>203.42901443</c:v>
                </c:pt>
                <c:pt idx="379">
                  <c:v>203.63203229</c:v>
                </c:pt>
                <c:pt idx="380">
                  <c:v>203.09945584</c:v>
                </c:pt>
                <c:pt idx="381">
                  <c:v>203.70013165</c:v>
                </c:pt>
                <c:pt idx="382">
                  <c:v>203.24033426</c:v>
                </c:pt>
                <c:pt idx="383">
                  <c:v>203.57750681</c:v>
                </c:pt>
                <c:pt idx="384">
                  <c:v>203.7012626</c:v>
                </c:pt>
                <c:pt idx="385">
                  <c:v>203.68084433</c:v>
                </c:pt>
                <c:pt idx="386">
                  <c:v>203.51254721</c:v>
                </c:pt>
                <c:pt idx="387">
                  <c:v>204.14810703</c:v>
                </c:pt>
                <c:pt idx="388">
                  <c:v>203.41683636</c:v>
                </c:pt>
                <c:pt idx="389">
                  <c:v>203.51425519</c:v>
                </c:pt>
                <c:pt idx="390">
                  <c:v>203.70642636</c:v>
                </c:pt>
                <c:pt idx="391">
                  <c:v>203.79649075</c:v>
                </c:pt>
                <c:pt idx="392">
                  <c:v>203.94911981</c:v>
                </c:pt>
                <c:pt idx="393">
                  <c:v>203.6662854</c:v>
                </c:pt>
                <c:pt idx="394">
                  <c:v>203.90248376</c:v>
                </c:pt>
                <c:pt idx="395">
                  <c:v>203.890267</c:v>
                </c:pt>
                <c:pt idx="396">
                  <c:v>204.15033609</c:v>
                </c:pt>
                <c:pt idx="397">
                  <c:v>203.73626596</c:v>
                </c:pt>
                <c:pt idx="398">
                  <c:v>203.55590161</c:v>
                </c:pt>
                <c:pt idx="399">
                  <c:v>203.86026071</c:v>
                </c:pt>
                <c:pt idx="400">
                  <c:v>203.89505786</c:v>
                </c:pt>
                <c:pt idx="401">
                  <c:v>204.06174551</c:v>
                </c:pt>
                <c:pt idx="402">
                  <c:v>203.94459625</c:v>
                </c:pt>
                <c:pt idx="403">
                  <c:v>203.59862405</c:v>
                </c:pt>
                <c:pt idx="404">
                  <c:v>204.60957138</c:v>
                </c:pt>
                <c:pt idx="405">
                  <c:v>204.11239957</c:v>
                </c:pt>
                <c:pt idx="406">
                  <c:v>204.02969589</c:v>
                </c:pt>
                <c:pt idx="407">
                  <c:v>203.8125047</c:v>
                </c:pt>
                <c:pt idx="408">
                  <c:v>204.10339023</c:v>
                </c:pt>
                <c:pt idx="409">
                  <c:v>203.9107084</c:v>
                </c:pt>
                <c:pt idx="410">
                  <c:v>204.2984465</c:v>
                </c:pt>
                <c:pt idx="411">
                  <c:v>203.92945523</c:v>
                </c:pt>
                <c:pt idx="412">
                  <c:v>203.50384515</c:v>
                </c:pt>
                <c:pt idx="413">
                  <c:v>204.14088367</c:v>
                </c:pt>
                <c:pt idx="414">
                  <c:v>203.9045607</c:v>
                </c:pt>
                <c:pt idx="415">
                  <c:v>204.46601648</c:v>
                </c:pt>
                <c:pt idx="416">
                  <c:v>204.4453837</c:v>
                </c:pt>
                <c:pt idx="417">
                  <c:v>204.17913971</c:v>
                </c:pt>
                <c:pt idx="418">
                  <c:v>203.97070178</c:v>
                </c:pt>
                <c:pt idx="419">
                  <c:v>203.79044708</c:v>
                </c:pt>
                <c:pt idx="420">
                  <c:v>203.62318213</c:v>
                </c:pt>
                <c:pt idx="421">
                  <c:v>204.32056808</c:v>
                </c:pt>
                <c:pt idx="422">
                  <c:v>204.45283984</c:v>
                </c:pt>
                <c:pt idx="423">
                  <c:v>204.06719864</c:v>
                </c:pt>
                <c:pt idx="424">
                  <c:v>204.3021738</c:v>
                </c:pt>
                <c:pt idx="425">
                  <c:v>204.68531903</c:v>
                </c:pt>
                <c:pt idx="426">
                  <c:v>204.55927487</c:v>
                </c:pt>
                <c:pt idx="427">
                  <c:v>205.08140668</c:v>
                </c:pt>
                <c:pt idx="428">
                  <c:v>204.15400726</c:v>
                </c:pt>
                <c:pt idx="429">
                  <c:v>204.10607401</c:v>
                </c:pt>
                <c:pt idx="430">
                  <c:v>204.1517023</c:v>
                </c:pt>
                <c:pt idx="431">
                  <c:v>204.36936136</c:v>
                </c:pt>
                <c:pt idx="432">
                  <c:v>204.45681888</c:v>
                </c:pt>
                <c:pt idx="433">
                  <c:v>204.19096848</c:v>
                </c:pt>
                <c:pt idx="434">
                  <c:v>203.99757751</c:v>
                </c:pt>
                <c:pt idx="435">
                  <c:v>204.37694739</c:v>
                </c:pt>
                <c:pt idx="436">
                  <c:v>203.99565796</c:v>
                </c:pt>
                <c:pt idx="437">
                  <c:v>204.26240997</c:v>
                </c:pt>
                <c:pt idx="438">
                  <c:v>204.52838098</c:v>
                </c:pt>
                <c:pt idx="439">
                  <c:v>204.36704715</c:v>
                </c:pt>
                <c:pt idx="440">
                  <c:v>204.15651443</c:v>
                </c:pt>
                <c:pt idx="441">
                  <c:v>204.7335921</c:v>
                </c:pt>
                <c:pt idx="442">
                  <c:v>204.21439255</c:v>
                </c:pt>
                <c:pt idx="443">
                  <c:v>204.45042245</c:v>
                </c:pt>
                <c:pt idx="444">
                  <c:v>204.69981818</c:v>
                </c:pt>
                <c:pt idx="445">
                  <c:v>204.17192676</c:v>
                </c:pt>
                <c:pt idx="446">
                  <c:v>204.77416287</c:v>
                </c:pt>
                <c:pt idx="447">
                  <c:v>204.26850494</c:v>
                </c:pt>
                <c:pt idx="448">
                  <c:v>204.35453067</c:v>
                </c:pt>
                <c:pt idx="449">
                  <c:v>204.11550281</c:v>
                </c:pt>
                <c:pt idx="450">
                  <c:v>204.8989841</c:v>
                </c:pt>
                <c:pt idx="451">
                  <c:v>204.30529047</c:v>
                </c:pt>
                <c:pt idx="452">
                  <c:v>204.1084545</c:v>
                </c:pt>
                <c:pt idx="453">
                  <c:v>204.332539</c:v>
                </c:pt>
                <c:pt idx="454">
                  <c:v>204.75576373</c:v>
                </c:pt>
                <c:pt idx="455">
                  <c:v>204.58642377</c:v>
                </c:pt>
                <c:pt idx="456">
                  <c:v>204.70148624</c:v>
                </c:pt>
                <c:pt idx="457">
                  <c:v>203.88613727</c:v>
                </c:pt>
                <c:pt idx="458">
                  <c:v>204.32213275</c:v>
                </c:pt>
                <c:pt idx="459">
                  <c:v>204.83155457</c:v>
                </c:pt>
                <c:pt idx="460">
                  <c:v>204.56224393</c:v>
                </c:pt>
                <c:pt idx="461">
                  <c:v>204.42974567</c:v>
                </c:pt>
                <c:pt idx="462">
                  <c:v>204.88058447</c:v>
                </c:pt>
                <c:pt idx="463">
                  <c:v>204.2977319</c:v>
                </c:pt>
                <c:pt idx="464">
                  <c:v>203.83528433</c:v>
                </c:pt>
                <c:pt idx="465">
                  <c:v>204.70617297</c:v>
                </c:pt>
                <c:pt idx="466">
                  <c:v>204.36228305</c:v>
                </c:pt>
                <c:pt idx="467">
                  <c:v>204.2581105</c:v>
                </c:pt>
                <c:pt idx="468">
                  <c:v>205.14167688</c:v>
                </c:pt>
                <c:pt idx="469">
                  <c:v>204.46693259</c:v>
                </c:pt>
                <c:pt idx="470">
                  <c:v>204.53976126</c:v>
                </c:pt>
                <c:pt idx="471">
                  <c:v>204.28552875</c:v>
                </c:pt>
                <c:pt idx="472">
                  <c:v>204.47934811</c:v>
                </c:pt>
                <c:pt idx="473">
                  <c:v>204.58098517</c:v>
                </c:pt>
                <c:pt idx="474">
                  <c:v>204.77959698</c:v>
                </c:pt>
                <c:pt idx="475">
                  <c:v>204.67655011</c:v>
                </c:pt>
                <c:pt idx="476">
                  <c:v>204.25950003</c:v>
                </c:pt>
                <c:pt idx="477">
                  <c:v>204.53916641</c:v>
                </c:pt>
                <c:pt idx="478">
                  <c:v>205.06876569</c:v>
                </c:pt>
                <c:pt idx="479">
                  <c:v>204.51743039</c:v>
                </c:pt>
                <c:pt idx="480">
                  <c:v>205.07143018</c:v>
                </c:pt>
                <c:pt idx="481">
                  <c:v>204.42799359</c:v>
                </c:pt>
                <c:pt idx="482">
                  <c:v>204.47467691</c:v>
                </c:pt>
                <c:pt idx="483">
                  <c:v>204.02233813</c:v>
                </c:pt>
                <c:pt idx="484">
                  <c:v>204.97996829</c:v>
                </c:pt>
                <c:pt idx="485">
                  <c:v>204.50221329</c:v>
                </c:pt>
                <c:pt idx="486">
                  <c:v>204.45966809</c:v>
                </c:pt>
                <c:pt idx="487">
                  <c:v>204.44081369</c:v>
                </c:pt>
                <c:pt idx="488">
                  <c:v>204.81935861</c:v>
                </c:pt>
                <c:pt idx="489">
                  <c:v>204.26034921</c:v>
                </c:pt>
                <c:pt idx="490">
                  <c:v>204.59091638</c:v>
                </c:pt>
                <c:pt idx="491">
                  <c:v>204.47765622</c:v>
                </c:pt>
                <c:pt idx="492">
                  <c:v>204.2149169</c:v>
                </c:pt>
                <c:pt idx="493">
                  <c:v>204.63709143</c:v>
                </c:pt>
                <c:pt idx="494">
                  <c:v>204.32900052</c:v>
                </c:pt>
                <c:pt idx="495">
                  <c:v>204.03142075</c:v>
                </c:pt>
                <c:pt idx="496">
                  <c:v>204.20760358</c:v>
                </c:pt>
                <c:pt idx="497">
                  <c:v>204.17300717</c:v>
                </c:pt>
                <c:pt idx="498">
                  <c:v>203.59270596</c:v>
                </c:pt>
                <c:pt idx="499">
                  <c:v>204.28481863</c:v>
                </c:pt>
                <c:pt idx="500">
                  <c:v>204.42401028</c:v>
                </c:pt>
                <c:pt idx="501">
                  <c:v>204.63085455</c:v>
                </c:pt>
                <c:pt idx="502">
                  <c:v>204.28754919</c:v>
                </c:pt>
                <c:pt idx="503">
                  <c:v>204.60147403</c:v>
                </c:pt>
                <c:pt idx="504">
                  <c:v>204.47487909</c:v>
                </c:pt>
                <c:pt idx="505">
                  <c:v>204.37618069</c:v>
                </c:pt>
                <c:pt idx="506">
                  <c:v>203.8774631</c:v>
                </c:pt>
                <c:pt idx="507">
                  <c:v>204.60023038</c:v>
                </c:pt>
                <c:pt idx="508">
                  <c:v>204.43025534</c:v>
                </c:pt>
                <c:pt idx="509">
                  <c:v>204.20022314</c:v>
                </c:pt>
                <c:pt idx="510">
                  <c:v>204.55837122</c:v>
                </c:pt>
                <c:pt idx="511">
                  <c:v>204.28604459</c:v>
                </c:pt>
                <c:pt idx="512">
                  <c:v>204.55214285</c:v>
                </c:pt>
                <c:pt idx="513">
                  <c:v>204.31999066</c:v>
                </c:pt>
                <c:pt idx="514">
                  <c:v>204.56029651</c:v>
                </c:pt>
                <c:pt idx="515">
                  <c:v>204.47066644</c:v>
                </c:pt>
                <c:pt idx="516">
                  <c:v>204.65052328</c:v>
                </c:pt>
                <c:pt idx="517">
                  <c:v>204.81884534</c:v>
                </c:pt>
                <c:pt idx="518">
                  <c:v>205.05899008</c:v>
                </c:pt>
                <c:pt idx="519">
                  <c:v>204.94372079</c:v>
                </c:pt>
                <c:pt idx="520">
                  <c:v>204.44236642</c:v>
                </c:pt>
                <c:pt idx="521">
                  <c:v>204.61820074</c:v>
                </c:pt>
                <c:pt idx="522">
                  <c:v>204.58829443</c:v>
                </c:pt>
                <c:pt idx="523">
                  <c:v>204.97352512</c:v>
                </c:pt>
                <c:pt idx="524">
                  <c:v>204.90328735</c:v>
                </c:pt>
                <c:pt idx="525">
                  <c:v>204.94177679</c:v>
                </c:pt>
                <c:pt idx="526">
                  <c:v>204.70792831</c:v>
                </c:pt>
                <c:pt idx="527">
                  <c:v>204.71071545</c:v>
                </c:pt>
                <c:pt idx="528">
                  <c:v>204.61204211</c:v>
                </c:pt>
                <c:pt idx="529">
                  <c:v>204.98214612</c:v>
                </c:pt>
                <c:pt idx="530">
                  <c:v>205.11928799</c:v>
                </c:pt>
                <c:pt idx="531">
                  <c:v>204.8771687</c:v>
                </c:pt>
                <c:pt idx="532">
                  <c:v>205.20620636</c:v>
                </c:pt>
                <c:pt idx="533">
                  <c:v>205.48168665</c:v>
                </c:pt>
                <c:pt idx="534">
                  <c:v>204.9698414</c:v>
                </c:pt>
                <c:pt idx="535">
                  <c:v>205.26525809</c:v>
                </c:pt>
                <c:pt idx="536">
                  <c:v>204.77675381</c:v>
                </c:pt>
                <c:pt idx="537">
                  <c:v>205.03764026</c:v>
                </c:pt>
                <c:pt idx="538">
                  <c:v>205.30750693</c:v>
                </c:pt>
                <c:pt idx="539">
                  <c:v>205.17875085</c:v>
                </c:pt>
                <c:pt idx="540">
                  <c:v>205.22893546</c:v>
                </c:pt>
                <c:pt idx="541">
                  <c:v>205.20052783</c:v>
                </c:pt>
                <c:pt idx="542">
                  <c:v>205.28253378</c:v>
                </c:pt>
                <c:pt idx="543">
                  <c:v>205.2729176</c:v>
                </c:pt>
                <c:pt idx="544">
                  <c:v>204.98968396</c:v>
                </c:pt>
                <c:pt idx="545">
                  <c:v>205.0325878</c:v>
                </c:pt>
                <c:pt idx="546">
                  <c:v>205.00398166</c:v>
                </c:pt>
                <c:pt idx="547">
                  <c:v>204.89039175</c:v>
                </c:pt>
                <c:pt idx="548">
                  <c:v>205.07333682</c:v>
                </c:pt>
                <c:pt idx="549">
                  <c:v>205.16314017</c:v>
                </c:pt>
                <c:pt idx="550">
                  <c:v>204.97666519</c:v>
                </c:pt>
                <c:pt idx="551">
                  <c:v>205.28802435</c:v>
                </c:pt>
                <c:pt idx="552">
                  <c:v>205.37670227</c:v>
                </c:pt>
                <c:pt idx="553">
                  <c:v>205.02665781</c:v>
                </c:pt>
                <c:pt idx="554">
                  <c:v>204.61135425</c:v>
                </c:pt>
                <c:pt idx="555">
                  <c:v>205.21364835</c:v>
                </c:pt>
                <c:pt idx="556">
                  <c:v>204.89813284</c:v>
                </c:pt>
                <c:pt idx="557">
                  <c:v>204.85404007</c:v>
                </c:pt>
                <c:pt idx="558">
                  <c:v>205.48848715</c:v>
                </c:pt>
                <c:pt idx="559">
                  <c:v>205.52838181</c:v>
                </c:pt>
                <c:pt idx="560">
                  <c:v>205.38359354</c:v>
                </c:pt>
                <c:pt idx="561">
                  <c:v>205.11790839</c:v>
                </c:pt>
                <c:pt idx="562">
                  <c:v>205.22730829</c:v>
                </c:pt>
                <c:pt idx="563">
                  <c:v>205.23781528</c:v>
                </c:pt>
                <c:pt idx="564">
                  <c:v>205.25396008</c:v>
                </c:pt>
                <c:pt idx="565">
                  <c:v>205.00624759</c:v>
                </c:pt>
                <c:pt idx="566">
                  <c:v>205.07601294</c:v>
                </c:pt>
                <c:pt idx="567">
                  <c:v>205.6730365</c:v>
                </c:pt>
                <c:pt idx="568">
                  <c:v>205.527461</c:v>
                </c:pt>
                <c:pt idx="569">
                  <c:v>205.20371341</c:v>
                </c:pt>
                <c:pt idx="570">
                  <c:v>204.78593329</c:v>
                </c:pt>
                <c:pt idx="571">
                  <c:v>205.21425195</c:v>
                </c:pt>
                <c:pt idx="572">
                  <c:v>205.59927972</c:v>
                </c:pt>
                <c:pt idx="573">
                  <c:v>205.20155182</c:v>
                </c:pt>
                <c:pt idx="574">
                  <c:v>204.95072144</c:v>
                </c:pt>
                <c:pt idx="575">
                  <c:v>204.87483942</c:v>
                </c:pt>
                <c:pt idx="576">
                  <c:v>205.45730786</c:v>
                </c:pt>
                <c:pt idx="577">
                  <c:v>205.47499832</c:v>
                </c:pt>
                <c:pt idx="578">
                  <c:v>205.799388</c:v>
                </c:pt>
                <c:pt idx="579">
                  <c:v>205.4184726</c:v>
                </c:pt>
                <c:pt idx="580">
                  <c:v>205.21487695</c:v>
                </c:pt>
                <c:pt idx="581">
                  <c:v>205.31056012</c:v>
                </c:pt>
                <c:pt idx="582">
                  <c:v>205.53892896</c:v>
                </c:pt>
                <c:pt idx="583">
                  <c:v>205.24354755</c:v>
                </c:pt>
                <c:pt idx="584">
                  <c:v>205.02046359</c:v>
                </c:pt>
                <c:pt idx="585">
                  <c:v>205.14670157</c:v>
                </c:pt>
                <c:pt idx="586">
                  <c:v>205.2319494</c:v>
                </c:pt>
                <c:pt idx="587">
                  <c:v>205.29045584</c:v>
                </c:pt>
                <c:pt idx="588">
                  <c:v>204.92846408</c:v>
                </c:pt>
                <c:pt idx="589">
                  <c:v>205.37453662</c:v>
                </c:pt>
                <c:pt idx="590">
                  <c:v>204.83350937</c:v>
                </c:pt>
                <c:pt idx="591">
                  <c:v>204.77709125</c:v>
                </c:pt>
                <c:pt idx="592">
                  <c:v>205.27410062</c:v>
                </c:pt>
                <c:pt idx="593">
                  <c:v>204.96141751</c:v>
                </c:pt>
                <c:pt idx="594">
                  <c:v>204.95977924</c:v>
                </c:pt>
                <c:pt idx="595">
                  <c:v>204.82236172</c:v>
                </c:pt>
                <c:pt idx="596">
                  <c:v>204.8985535</c:v>
                </c:pt>
                <c:pt idx="597">
                  <c:v>205.20400247</c:v>
                </c:pt>
                <c:pt idx="598">
                  <c:v>204.91036145</c:v>
                </c:pt>
                <c:pt idx="599">
                  <c:v>205.38037894</c:v>
                </c:pt>
                <c:pt idx="600">
                  <c:v>205.39024908</c:v>
                </c:pt>
                <c:pt idx="601">
                  <c:v>205.20734512</c:v>
                </c:pt>
                <c:pt idx="602">
                  <c:v>205.57066611</c:v>
                </c:pt>
                <c:pt idx="603">
                  <c:v>205.12962125</c:v>
                </c:pt>
                <c:pt idx="604">
                  <c:v>205.03558145</c:v>
                </c:pt>
                <c:pt idx="605">
                  <c:v>204.84209479</c:v>
                </c:pt>
                <c:pt idx="606">
                  <c:v>204.80451703</c:v>
                </c:pt>
                <c:pt idx="607">
                  <c:v>205.24373282</c:v>
                </c:pt>
                <c:pt idx="608">
                  <c:v>205.31864053</c:v>
                </c:pt>
                <c:pt idx="609">
                  <c:v>205.75405356</c:v>
                </c:pt>
                <c:pt idx="610">
                  <c:v>205.3467681</c:v>
                </c:pt>
                <c:pt idx="611">
                  <c:v>205.60933145</c:v>
                </c:pt>
                <c:pt idx="612">
                  <c:v>205.18790146</c:v>
                </c:pt>
                <c:pt idx="613">
                  <c:v>205.73464856</c:v>
                </c:pt>
                <c:pt idx="614">
                  <c:v>205.51501288</c:v>
                </c:pt>
                <c:pt idx="615">
                  <c:v>205.39303717</c:v>
                </c:pt>
                <c:pt idx="616">
                  <c:v>205.36008438</c:v>
                </c:pt>
                <c:pt idx="617">
                  <c:v>205.4105607</c:v>
                </c:pt>
                <c:pt idx="618">
                  <c:v>205.78629074</c:v>
                </c:pt>
                <c:pt idx="619">
                  <c:v>204.82554559</c:v>
                </c:pt>
                <c:pt idx="620">
                  <c:v>205.59394629</c:v>
                </c:pt>
                <c:pt idx="621">
                  <c:v>205.51206619</c:v>
                </c:pt>
                <c:pt idx="622">
                  <c:v>204.79452496</c:v>
                </c:pt>
                <c:pt idx="623">
                  <c:v>205.73668411</c:v>
                </c:pt>
                <c:pt idx="624">
                  <c:v>204.9924657</c:v>
                </c:pt>
                <c:pt idx="625">
                  <c:v>205.16445773</c:v>
                </c:pt>
                <c:pt idx="626">
                  <c:v>205.26453452</c:v>
                </c:pt>
                <c:pt idx="627">
                  <c:v>205.83535358</c:v>
                </c:pt>
                <c:pt idx="628">
                  <c:v>205.53555008</c:v>
                </c:pt>
                <c:pt idx="629">
                  <c:v>205.36828369</c:v>
                </c:pt>
                <c:pt idx="630">
                  <c:v>205.30613297</c:v>
                </c:pt>
                <c:pt idx="631">
                  <c:v>205.35850964</c:v>
                </c:pt>
                <c:pt idx="632">
                  <c:v>205.8848273</c:v>
                </c:pt>
                <c:pt idx="633">
                  <c:v>205.1754707</c:v>
                </c:pt>
                <c:pt idx="634">
                  <c:v>205.67657245</c:v>
                </c:pt>
                <c:pt idx="635">
                  <c:v>205.21643289</c:v>
                </c:pt>
                <c:pt idx="636">
                  <c:v>205.29574255</c:v>
                </c:pt>
                <c:pt idx="637">
                  <c:v>205.2114223</c:v>
                </c:pt>
                <c:pt idx="638">
                  <c:v>205.5698475</c:v>
                </c:pt>
                <c:pt idx="639">
                  <c:v>205.62657864</c:v>
                </c:pt>
                <c:pt idx="640">
                  <c:v>205.40237015</c:v>
                </c:pt>
                <c:pt idx="641">
                  <c:v>205.40356052</c:v>
                </c:pt>
                <c:pt idx="642">
                  <c:v>205.46386243</c:v>
                </c:pt>
                <c:pt idx="643">
                  <c:v>205.62206451</c:v>
                </c:pt>
                <c:pt idx="644">
                  <c:v>205.35860532</c:v>
                </c:pt>
                <c:pt idx="645">
                  <c:v>205.43071054</c:v>
                </c:pt>
                <c:pt idx="646">
                  <c:v>205.37612927</c:v>
                </c:pt>
                <c:pt idx="647">
                  <c:v>205.29114059</c:v>
                </c:pt>
                <c:pt idx="648">
                  <c:v>205.24204947</c:v>
                </c:pt>
                <c:pt idx="649">
                  <c:v>205.52772052</c:v>
                </c:pt>
                <c:pt idx="650">
                  <c:v>205.46751248</c:v>
                </c:pt>
                <c:pt idx="651">
                  <c:v>205.62845554</c:v>
                </c:pt>
                <c:pt idx="652">
                  <c:v>205.44092554</c:v>
                </c:pt>
                <c:pt idx="653">
                  <c:v>205.62559329</c:v>
                </c:pt>
                <c:pt idx="654">
                  <c:v>205.73599536</c:v>
                </c:pt>
                <c:pt idx="655">
                  <c:v>205.84284625</c:v>
                </c:pt>
                <c:pt idx="656">
                  <c:v>205.43524731</c:v>
                </c:pt>
                <c:pt idx="657">
                  <c:v>205.51256989</c:v>
                </c:pt>
                <c:pt idx="658">
                  <c:v>205.24475436</c:v>
                </c:pt>
                <c:pt idx="659">
                  <c:v>205.47096658</c:v>
                </c:pt>
                <c:pt idx="660">
                  <c:v>205.5360892</c:v>
                </c:pt>
                <c:pt idx="661">
                  <c:v>205.78842178</c:v>
                </c:pt>
                <c:pt idx="662">
                  <c:v>205.6663699</c:v>
                </c:pt>
                <c:pt idx="663">
                  <c:v>205.42061353</c:v>
                </c:pt>
                <c:pt idx="664">
                  <c:v>205.46444922</c:v>
                </c:pt>
                <c:pt idx="665">
                  <c:v>206.09365323</c:v>
                </c:pt>
                <c:pt idx="666">
                  <c:v>205.88651251</c:v>
                </c:pt>
                <c:pt idx="667">
                  <c:v>205.98388138</c:v>
                </c:pt>
                <c:pt idx="668">
                  <c:v>205.67322546</c:v>
                </c:pt>
                <c:pt idx="669">
                  <c:v>205.719698</c:v>
                </c:pt>
                <c:pt idx="670">
                  <c:v>206.07807797</c:v>
                </c:pt>
                <c:pt idx="671">
                  <c:v>206.25898022</c:v>
                </c:pt>
                <c:pt idx="672">
                  <c:v>206.29623407</c:v>
                </c:pt>
                <c:pt idx="673">
                  <c:v>206.02721484</c:v>
                </c:pt>
                <c:pt idx="674">
                  <c:v>206.60303085</c:v>
                </c:pt>
                <c:pt idx="675">
                  <c:v>206.2421105</c:v>
                </c:pt>
                <c:pt idx="676">
                  <c:v>206.6696416</c:v>
                </c:pt>
                <c:pt idx="677">
                  <c:v>206.3628913</c:v>
                </c:pt>
                <c:pt idx="678">
                  <c:v>206.3008349</c:v>
                </c:pt>
                <c:pt idx="679">
                  <c:v>206.58114514</c:v>
                </c:pt>
                <c:pt idx="680">
                  <c:v>206.66081717</c:v>
                </c:pt>
                <c:pt idx="681">
                  <c:v>206.82432071</c:v>
                </c:pt>
                <c:pt idx="682">
                  <c:v>206.24681802</c:v>
                </c:pt>
                <c:pt idx="683">
                  <c:v>206.42618945</c:v>
                </c:pt>
                <c:pt idx="684">
                  <c:v>206.85096088</c:v>
                </c:pt>
                <c:pt idx="685">
                  <c:v>206.58028891</c:v>
                </c:pt>
                <c:pt idx="686">
                  <c:v>206.40468433</c:v>
                </c:pt>
                <c:pt idx="687">
                  <c:v>206.72240247</c:v>
                </c:pt>
                <c:pt idx="688">
                  <c:v>206.84961511</c:v>
                </c:pt>
                <c:pt idx="689">
                  <c:v>206.75722113</c:v>
                </c:pt>
                <c:pt idx="690">
                  <c:v>206.31734891</c:v>
                </c:pt>
                <c:pt idx="691">
                  <c:v>206.60194705</c:v>
                </c:pt>
                <c:pt idx="692">
                  <c:v>206.78633948</c:v>
                </c:pt>
                <c:pt idx="693">
                  <c:v>206.81587671</c:v>
                </c:pt>
                <c:pt idx="694">
                  <c:v>206.2389418</c:v>
                </c:pt>
                <c:pt idx="695">
                  <c:v>206.4600654</c:v>
                </c:pt>
                <c:pt idx="696">
                  <c:v>206.14109271</c:v>
                </c:pt>
                <c:pt idx="697">
                  <c:v>206.43755582</c:v>
                </c:pt>
                <c:pt idx="698">
                  <c:v>206.65894501</c:v>
                </c:pt>
                <c:pt idx="699">
                  <c:v>206.42864758</c:v>
                </c:pt>
                <c:pt idx="700">
                  <c:v>206.48662006</c:v>
                </c:pt>
                <c:pt idx="701">
                  <c:v>206.96874478</c:v>
                </c:pt>
                <c:pt idx="702">
                  <c:v>206.57532294</c:v>
                </c:pt>
                <c:pt idx="703">
                  <c:v>206.61482019</c:v>
                </c:pt>
                <c:pt idx="704">
                  <c:v>206.5174693</c:v>
                </c:pt>
                <c:pt idx="705">
                  <c:v>206.52341754</c:v>
                </c:pt>
                <c:pt idx="706">
                  <c:v>206.88204617</c:v>
                </c:pt>
                <c:pt idx="707">
                  <c:v>206.78517166</c:v>
                </c:pt>
                <c:pt idx="708">
                  <c:v>206.91818423</c:v>
                </c:pt>
                <c:pt idx="709">
                  <c:v>207.10816696</c:v>
                </c:pt>
                <c:pt idx="710">
                  <c:v>206.45417184</c:v>
                </c:pt>
                <c:pt idx="711">
                  <c:v>206.45694489</c:v>
                </c:pt>
                <c:pt idx="712">
                  <c:v>206.41155237</c:v>
                </c:pt>
                <c:pt idx="713">
                  <c:v>206.23966537</c:v>
                </c:pt>
                <c:pt idx="714">
                  <c:v>206.77943433</c:v>
                </c:pt>
                <c:pt idx="715">
                  <c:v>207.01422379</c:v>
                </c:pt>
                <c:pt idx="716">
                  <c:v>206.47663278</c:v>
                </c:pt>
                <c:pt idx="717">
                  <c:v>206.64235391</c:v>
                </c:pt>
                <c:pt idx="718">
                  <c:v>207.21540701</c:v>
                </c:pt>
                <c:pt idx="719">
                  <c:v>206.84123831</c:v>
                </c:pt>
                <c:pt idx="720">
                  <c:v>207.06449109</c:v>
                </c:pt>
                <c:pt idx="721">
                  <c:v>206.96920984</c:v>
                </c:pt>
                <c:pt idx="722">
                  <c:v>206.68441165</c:v>
                </c:pt>
                <c:pt idx="723">
                  <c:v>206.90223636</c:v>
                </c:pt>
                <c:pt idx="724">
                  <c:v>207.28115854</c:v>
                </c:pt>
                <c:pt idx="725">
                  <c:v>206.93930853</c:v>
                </c:pt>
                <c:pt idx="726">
                  <c:v>207.31639075</c:v>
                </c:pt>
                <c:pt idx="727">
                  <c:v>207.14068121</c:v>
                </c:pt>
                <c:pt idx="728">
                  <c:v>207.12232318</c:v>
                </c:pt>
                <c:pt idx="729">
                  <c:v>207.38805408</c:v>
                </c:pt>
                <c:pt idx="730">
                  <c:v>207.07379364</c:v>
                </c:pt>
                <c:pt idx="731">
                  <c:v>207.11244574</c:v>
                </c:pt>
                <c:pt idx="732">
                  <c:v>206.73083148</c:v>
                </c:pt>
                <c:pt idx="733">
                  <c:v>207.15964236</c:v>
                </c:pt>
                <c:pt idx="734">
                  <c:v>207.33991879</c:v>
                </c:pt>
                <c:pt idx="735">
                  <c:v>206.65350012</c:v>
                </c:pt>
                <c:pt idx="736">
                  <c:v>206.97922559</c:v>
                </c:pt>
                <c:pt idx="737">
                  <c:v>206.71783035</c:v>
                </c:pt>
                <c:pt idx="738">
                  <c:v>207.3413645</c:v>
                </c:pt>
                <c:pt idx="739">
                  <c:v>207.15416074</c:v>
                </c:pt>
                <c:pt idx="740">
                  <c:v>206.78939252</c:v>
                </c:pt>
                <c:pt idx="741">
                  <c:v>207.22077344</c:v>
                </c:pt>
                <c:pt idx="742">
                  <c:v>207.11790689</c:v>
                </c:pt>
                <c:pt idx="743">
                  <c:v>206.74695526</c:v>
                </c:pt>
                <c:pt idx="744">
                  <c:v>207.15912234</c:v>
                </c:pt>
                <c:pt idx="745">
                  <c:v>207.58622122</c:v>
                </c:pt>
                <c:pt idx="746">
                  <c:v>207.51033539</c:v>
                </c:pt>
                <c:pt idx="747">
                  <c:v>207.2698121</c:v>
                </c:pt>
                <c:pt idx="748">
                  <c:v>206.85208081</c:v>
                </c:pt>
                <c:pt idx="749">
                  <c:v>207.37227759</c:v>
                </c:pt>
                <c:pt idx="750">
                  <c:v>207.19464651</c:v>
                </c:pt>
                <c:pt idx="751">
                  <c:v>206.95631772</c:v>
                </c:pt>
                <c:pt idx="752">
                  <c:v>207.13316351</c:v>
                </c:pt>
                <c:pt idx="753">
                  <c:v>206.93207291</c:v>
                </c:pt>
                <c:pt idx="754">
                  <c:v>207.19005585</c:v>
                </c:pt>
                <c:pt idx="755">
                  <c:v>206.99455945</c:v>
                </c:pt>
                <c:pt idx="756">
                  <c:v>206.97371304</c:v>
                </c:pt>
                <c:pt idx="757">
                  <c:v>206.96160074</c:v>
                </c:pt>
                <c:pt idx="758">
                  <c:v>206.86137869</c:v>
                </c:pt>
                <c:pt idx="759">
                  <c:v>206.90901422</c:v>
                </c:pt>
                <c:pt idx="760">
                  <c:v>206.83864197</c:v>
                </c:pt>
                <c:pt idx="761">
                  <c:v>207.49662173</c:v>
                </c:pt>
                <c:pt idx="762">
                  <c:v>207.24155817</c:v>
                </c:pt>
                <c:pt idx="763">
                  <c:v>207.22928366</c:v>
                </c:pt>
                <c:pt idx="764">
                  <c:v>206.89784888</c:v>
                </c:pt>
                <c:pt idx="765">
                  <c:v>207.11128418</c:v>
                </c:pt>
                <c:pt idx="766">
                  <c:v>206.99724881</c:v>
                </c:pt>
                <c:pt idx="767">
                  <c:v>207.35398114</c:v>
                </c:pt>
                <c:pt idx="768">
                  <c:v>206.98484064</c:v>
                </c:pt>
                <c:pt idx="769">
                  <c:v>207.21476544</c:v>
                </c:pt>
                <c:pt idx="770">
                  <c:v>207.30598709</c:v>
                </c:pt>
                <c:pt idx="771">
                  <c:v>207.34269598</c:v>
                </c:pt>
                <c:pt idx="772">
                  <c:v>207.45789572</c:v>
                </c:pt>
                <c:pt idx="773">
                  <c:v>207.13024579</c:v>
                </c:pt>
                <c:pt idx="774">
                  <c:v>206.71896112</c:v>
                </c:pt>
                <c:pt idx="775">
                  <c:v>207.42921823</c:v>
                </c:pt>
                <c:pt idx="776">
                  <c:v>206.97548334</c:v>
                </c:pt>
                <c:pt idx="777">
                  <c:v>207.26377667</c:v>
                </c:pt>
                <c:pt idx="778">
                  <c:v>207.32043478</c:v>
                </c:pt>
                <c:pt idx="779">
                  <c:v>207.07661295</c:v>
                </c:pt>
                <c:pt idx="780">
                  <c:v>207.21651328</c:v>
                </c:pt>
                <c:pt idx="781">
                  <c:v>207.13899023</c:v>
                </c:pt>
                <c:pt idx="782">
                  <c:v>207.52183334</c:v>
                </c:pt>
                <c:pt idx="783">
                  <c:v>207.32496347</c:v>
                </c:pt>
                <c:pt idx="784">
                  <c:v>207.44696191</c:v>
                </c:pt>
                <c:pt idx="785">
                  <c:v>207.51139835</c:v>
                </c:pt>
                <c:pt idx="786">
                  <c:v>207.03978775</c:v>
                </c:pt>
                <c:pt idx="787">
                  <c:v>207.5037374</c:v>
                </c:pt>
                <c:pt idx="788">
                  <c:v>207.33045334</c:v>
                </c:pt>
                <c:pt idx="789">
                  <c:v>207.00222314</c:v>
                </c:pt>
                <c:pt idx="790">
                  <c:v>207.18790402</c:v>
                </c:pt>
                <c:pt idx="791">
                  <c:v>206.92973477</c:v>
                </c:pt>
                <c:pt idx="792">
                  <c:v>207.42310632</c:v>
                </c:pt>
                <c:pt idx="793">
                  <c:v>207.0900636</c:v>
                </c:pt>
                <c:pt idx="794">
                  <c:v>207.15517288</c:v>
                </c:pt>
                <c:pt idx="795">
                  <c:v>207.26660632</c:v>
                </c:pt>
                <c:pt idx="796">
                  <c:v>207.31789832</c:v>
                </c:pt>
                <c:pt idx="797">
                  <c:v>207.18179568</c:v>
                </c:pt>
                <c:pt idx="798">
                  <c:v>207.37021326</c:v>
                </c:pt>
                <c:pt idx="799">
                  <c:v>206.76441223</c:v>
                </c:pt>
                <c:pt idx="800">
                  <c:v>207.27034769</c:v>
                </c:pt>
                <c:pt idx="801">
                  <c:v>207.29008417</c:v>
                </c:pt>
                <c:pt idx="802">
                  <c:v>207.48493787</c:v>
                </c:pt>
                <c:pt idx="803">
                  <c:v>207.55129031</c:v>
                </c:pt>
                <c:pt idx="804">
                  <c:v>207.31113004</c:v>
                </c:pt>
                <c:pt idx="805">
                  <c:v>207.09636533</c:v>
                </c:pt>
                <c:pt idx="806">
                  <c:v>207.10263873</c:v>
                </c:pt>
                <c:pt idx="807">
                  <c:v>207.20669318</c:v>
                </c:pt>
                <c:pt idx="808">
                  <c:v>207.64379105</c:v>
                </c:pt>
                <c:pt idx="809">
                  <c:v>207.71137561</c:v>
                </c:pt>
                <c:pt idx="810">
                  <c:v>207.11378424</c:v>
                </c:pt>
                <c:pt idx="811">
                  <c:v>207.2935405</c:v>
                </c:pt>
                <c:pt idx="812">
                  <c:v>207.72722522</c:v>
                </c:pt>
                <c:pt idx="813">
                  <c:v>207.18568338</c:v>
                </c:pt>
                <c:pt idx="814">
                  <c:v>206.92580121</c:v>
                </c:pt>
                <c:pt idx="815">
                  <c:v>207.25443683</c:v>
                </c:pt>
                <c:pt idx="816">
                  <c:v>207.1869733</c:v>
                </c:pt>
                <c:pt idx="817">
                  <c:v>207.36681824</c:v>
                </c:pt>
                <c:pt idx="818">
                  <c:v>207.73513147</c:v>
                </c:pt>
                <c:pt idx="819">
                  <c:v>207.43572217</c:v>
                </c:pt>
                <c:pt idx="820">
                  <c:v>207.71004443</c:v>
                </c:pt>
                <c:pt idx="821">
                  <c:v>207.28917905</c:v>
                </c:pt>
                <c:pt idx="822">
                  <c:v>207.50028745</c:v>
                </c:pt>
                <c:pt idx="823">
                  <c:v>206.90529227</c:v>
                </c:pt>
                <c:pt idx="824">
                  <c:v>207.52551947</c:v>
                </c:pt>
                <c:pt idx="825">
                  <c:v>207.56713266</c:v>
                </c:pt>
                <c:pt idx="826">
                  <c:v>207.21122052</c:v>
                </c:pt>
                <c:pt idx="827">
                  <c:v>207.25220282</c:v>
                </c:pt>
                <c:pt idx="828">
                  <c:v>207.67766141</c:v>
                </c:pt>
                <c:pt idx="829">
                  <c:v>207.87500488</c:v>
                </c:pt>
                <c:pt idx="830">
                  <c:v>207.51725449</c:v>
                </c:pt>
                <c:pt idx="831">
                  <c:v>207.75485477</c:v>
                </c:pt>
                <c:pt idx="832">
                  <c:v>207.56297021</c:v>
                </c:pt>
                <c:pt idx="833">
                  <c:v>207.84137402</c:v>
                </c:pt>
                <c:pt idx="834">
                  <c:v>207.48593826</c:v>
                </c:pt>
                <c:pt idx="835">
                  <c:v>207.73939801</c:v>
                </c:pt>
                <c:pt idx="836">
                  <c:v>207.71495764</c:v>
                </c:pt>
                <c:pt idx="837">
                  <c:v>208.24994064</c:v>
                </c:pt>
                <c:pt idx="838">
                  <c:v>207.43014514</c:v>
                </c:pt>
                <c:pt idx="839">
                  <c:v>208.21640167</c:v>
                </c:pt>
                <c:pt idx="840">
                  <c:v>207.38683359</c:v>
                </c:pt>
                <c:pt idx="841">
                  <c:v>208.10963034</c:v>
                </c:pt>
                <c:pt idx="842">
                  <c:v>207.84091418</c:v>
                </c:pt>
                <c:pt idx="843">
                  <c:v>207.6102868</c:v>
                </c:pt>
                <c:pt idx="844">
                  <c:v>207.47587427</c:v>
                </c:pt>
                <c:pt idx="845">
                  <c:v>207.67798822</c:v>
                </c:pt>
                <c:pt idx="846">
                  <c:v>207.95366431</c:v>
                </c:pt>
                <c:pt idx="847">
                  <c:v>207.78996207</c:v>
                </c:pt>
                <c:pt idx="848">
                  <c:v>207.58087967</c:v>
                </c:pt>
                <c:pt idx="849">
                  <c:v>207.90414001</c:v>
                </c:pt>
                <c:pt idx="850">
                  <c:v>207.85264276</c:v>
                </c:pt>
                <c:pt idx="851">
                  <c:v>207.95551413</c:v>
                </c:pt>
                <c:pt idx="852">
                  <c:v>207.74347467</c:v>
                </c:pt>
                <c:pt idx="853">
                  <c:v>207.65614899</c:v>
                </c:pt>
                <c:pt idx="854">
                  <c:v>207.72420844</c:v>
                </c:pt>
                <c:pt idx="855">
                  <c:v>207.68204489</c:v>
                </c:pt>
                <c:pt idx="856">
                  <c:v>207.28490958</c:v>
                </c:pt>
                <c:pt idx="857">
                  <c:v>207.22035318</c:v>
                </c:pt>
                <c:pt idx="858">
                  <c:v>207.30717441</c:v>
                </c:pt>
                <c:pt idx="859">
                  <c:v>207.66548636</c:v>
                </c:pt>
                <c:pt idx="860">
                  <c:v>207.28186758</c:v>
                </c:pt>
                <c:pt idx="861">
                  <c:v>207.73889127</c:v>
                </c:pt>
                <c:pt idx="862">
                  <c:v>207.59641364</c:v>
                </c:pt>
                <c:pt idx="863">
                  <c:v>207.08665573</c:v>
                </c:pt>
                <c:pt idx="864">
                  <c:v>207.09249289</c:v>
                </c:pt>
                <c:pt idx="865">
                  <c:v>207.27879898</c:v>
                </c:pt>
                <c:pt idx="866">
                  <c:v>207.15448477</c:v>
                </c:pt>
                <c:pt idx="867">
                  <c:v>207.25576584</c:v>
                </c:pt>
                <c:pt idx="868">
                  <c:v>207.08590643</c:v>
                </c:pt>
                <c:pt idx="869">
                  <c:v>206.99907538</c:v>
                </c:pt>
                <c:pt idx="870">
                  <c:v>207.72166446</c:v>
                </c:pt>
                <c:pt idx="871">
                  <c:v>207.25753955</c:v>
                </c:pt>
                <c:pt idx="872">
                  <c:v>207.47806647</c:v>
                </c:pt>
                <c:pt idx="873">
                  <c:v>207.35068259</c:v>
                </c:pt>
                <c:pt idx="874">
                  <c:v>206.9974902</c:v>
                </c:pt>
                <c:pt idx="875">
                  <c:v>207.38889142</c:v>
                </c:pt>
                <c:pt idx="876">
                  <c:v>207.16516891</c:v>
                </c:pt>
                <c:pt idx="877">
                  <c:v>207.55630011</c:v>
                </c:pt>
                <c:pt idx="878">
                  <c:v>207.31271286</c:v>
                </c:pt>
                <c:pt idx="879">
                  <c:v>207.49254758</c:v>
                </c:pt>
                <c:pt idx="880">
                  <c:v>207.48049399</c:v>
                </c:pt>
                <c:pt idx="881">
                  <c:v>207.30121603</c:v>
                </c:pt>
                <c:pt idx="882">
                  <c:v>207.23099603</c:v>
                </c:pt>
                <c:pt idx="883">
                  <c:v>207.36859003</c:v>
                </c:pt>
                <c:pt idx="884">
                  <c:v>207.05533331</c:v>
                </c:pt>
                <c:pt idx="885">
                  <c:v>207.15416595</c:v>
                </c:pt>
                <c:pt idx="886">
                  <c:v>207.47872745</c:v>
                </c:pt>
                <c:pt idx="887">
                  <c:v>207.07356018</c:v>
                </c:pt>
                <c:pt idx="888">
                  <c:v>207.25145844</c:v>
                </c:pt>
                <c:pt idx="889">
                  <c:v>207.48809003</c:v>
                </c:pt>
                <c:pt idx="890">
                  <c:v>207.17566245</c:v>
                </c:pt>
                <c:pt idx="891">
                  <c:v>207.53905829</c:v>
                </c:pt>
                <c:pt idx="892">
                  <c:v>207.53545752</c:v>
                </c:pt>
                <c:pt idx="893">
                  <c:v>207.34253894</c:v>
                </c:pt>
                <c:pt idx="894">
                  <c:v>207.29808914</c:v>
                </c:pt>
                <c:pt idx="895">
                  <c:v>206.88155139</c:v>
                </c:pt>
                <c:pt idx="896">
                  <c:v>207.32868329</c:v>
                </c:pt>
                <c:pt idx="897">
                  <c:v>207.27271365</c:v>
                </c:pt>
                <c:pt idx="898">
                  <c:v>207.28250034</c:v>
                </c:pt>
                <c:pt idx="899">
                  <c:v>207.23564441</c:v>
                </c:pt>
                <c:pt idx="900">
                  <c:v>206.88233875</c:v>
                </c:pt>
                <c:pt idx="901">
                  <c:v>207.1801601</c:v>
                </c:pt>
                <c:pt idx="902">
                  <c:v>207.1541377</c:v>
                </c:pt>
                <c:pt idx="903">
                  <c:v>207.05251212</c:v>
                </c:pt>
                <c:pt idx="904">
                  <c:v>207.12217413</c:v>
                </c:pt>
                <c:pt idx="905">
                  <c:v>207.16810117</c:v>
                </c:pt>
                <c:pt idx="906">
                  <c:v>207.28187784</c:v>
                </c:pt>
                <c:pt idx="907">
                  <c:v>207.46029922</c:v>
                </c:pt>
                <c:pt idx="908">
                  <c:v>207.2502641</c:v>
                </c:pt>
                <c:pt idx="909">
                  <c:v>207.31190247</c:v>
                </c:pt>
                <c:pt idx="910">
                  <c:v>206.75786264</c:v>
                </c:pt>
                <c:pt idx="911">
                  <c:v>206.87218539</c:v>
                </c:pt>
                <c:pt idx="912">
                  <c:v>207.02943924</c:v>
                </c:pt>
                <c:pt idx="913">
                  <c:v>207.17978397</c:v>
                </c:pt>
                <c:pt idx="914">
                  <c:v>207.22731836</c:v>
                </c:pt>
                <c:pt idx="915">
                  <c:v>206.99298502</c:v>
                </c:pt>
                <c:pt idx="916">
                  <c:v>207.1094379</c:v>
                </c:pt>
                <c:pt idx="917">
                  <c:v>207.71137241</c:v>
                </c:pt>
                <c:pt idx="918">
                  <c:v>207.53507446</c:v>
                </c:pt>
                <c:pt idx="919">
                  <c:v>207.37444327</c:v>
                </c:pt>
                <c:pt idx="920">
                  <c:v>207.03609686</c:v>
                </c:pt>
                <c:pt idx="921">
                  <c:v>206.52116699</c:v>
                </c:pt>
                <c:pt idx="922">
                  <c:v>207.05539929</c:v>
                </c:pt>
                <c:pt idx="923">
                  <c:v>207.02206305</c:v>
                </c:pt>
                <c:pt idx="924">
                  <c:v>206.8478822</c:v>
                </c:pt>
                <c:pt idx="925">
                  <c:v>207.02551791</c:v>
                </c:pt>
                <c:pt idx="926">
                  <c:v>206.96944595</c:v>
                </c:pt>
                <c:pt idx="927">
                  <c:v>206.94406549</c:v>
                </c:pt>
                <c:pt idx="928">
                  <c:v>206.86758173</c:v>
                </c:pt>
                <c:pt idx="929">
                  <c:v>206.99765091</c:v>
                </c:pt>
                <c:pt idx="930">
                  <c:v>207.21807565</c:v>
                </c:pt>
                <c:pt idx="931">
                  <c:v>207.01448761</c:v>
                </c:pt>
                <c:pt idx="932">
                  <c:v>206.95975229</c:v>
                </c:pt>
                <c:pt idx="933">
                  <c:v>207.11160483</c:v>
                </c:pt>
                <c:pt idx="934">
                  <c:v>207.23200577</c:v>
                </c:pt>
                <c:pt idx="935">
                  <c:v>207.20433191</c:v>
                </c:pt>
                <c:pt idx="936">
                  <c:v>207.0439017</c:v>
                </c:pt>
                <c:pt idx="937">
                  <c:v>206.78084155</c:v>
                </c:pt>
                <c:pt idx="938">
                  <c:v>207.11867377</c:v>
                </c:pt>
                <c:pt idx="939">
                  <c:v>206.77474301</c:v>
                </c:pt>
                <c:pt idx="940">
                  <c:v>207.44914383</c:v>
                </c:pt>
                <c:pt idx="941">
                  <c:v>207.08359769</c:v>
                </c:pt>
                <c:pt idx="942">
                  <c:v>207.10452914</c:v>
                </c:pt>
                <c:pt idx="943">
                  <c:v>207.02869913</c:v>
                </c:pt>
                <c:pt idx="944">
                  <c:v>206.56455292</c:v>
                </c:pt>
                <c:pt idx="945">
                  <c:v>206.69569827</c:v>
                </c:pt>
                <c:pt idx="946">
                  <c:v>206.89683212</c:v>
                </c:pt>
                <c:pt idx="947">
                  <c:v>206.42507501</c:v>
                </c:pt>
                <c:pt idx="948">
                  <c:v>206.63093192</c:v>
                </c:pt>
                <c:pt idx="949">
                  <c:v>206.60272794</c:v>
                </c:pt>
                <c:pt idx="950">
                  <c:v>206.58563724</c:v>
                </c:pt>
                <c:pt idx="951">
                  <c:v>206.5720343</c:v>
                </c:pt>
                <c:pt idx="952">
                  <c:v>206.31708337</c:v>
                </c:pt>
                <c:pt idx="953">
                  <c:v>206.55859485</c:v>
                </c:pt>
                <c:pt idx="954">
                  <c:v>206.25761923</c:v>
                </c:pt>
                <c:pt idx="955">
                  <c:v>206.89802893</c:v>
                </c:pt>
                <c:pt idx="956">
                  <c:v>206.89451288</c:v>
                </c:pt>
                <c:pt idx="957">
                  <c:v>206.82244009</c:v>
                </c:pt>
                <c:pt idx="958">
                  <c:v>206.40423691</c:v>
                </c:pt>
                <c:pt idx="959">
                  <c:v>206.82811902</c:v>
                </c:pt>
                <c:pt idx="960">
                  <c:v>206.0723609</c:v>
                </c:pt>
                <c:pt idx="961">
                  <c:v>206.78521432</c:v>
                </c:pt>
                <c:pt idx="962">
                  <c:v>206.88739862</c:v>
                </c:pt>
                <c:pt idx="963">
                  <c:v>206.93681738</c:v>
                </c:pt>
                <c:pt idx="964">
                  <c:v>206.27214423</c:v>
                </c:pt>
                <c:pt idx="965">
                  <c:v>206.46278152</c:v>
                </c:pt>
                <c:pt idx="966">
                  <c:v>206.57929681</c:v>
                </c:pt>
                <c:pt idx="967">
                  <c:v>206.56009518</c:v>
                </c:pt>
                <c:pt idx="968">
                  <c:v>206.28619794</c:v>
                </c:pt>
                <c:pt idx="969">
                  <c:v>206.28834604</c:v>
                </c:pt>
                <c:pt idx="970">
                  <c:v>206.10786896</c:v>
                </c:pt>
                <c:pt idx="971">
                  <c:v>206.76685437</c:v>
                </c:pt>
                <c:pt idx="972">
                  <c:v>206.65951962</c:v>
                </c:pt>
                <c:pt idx="973">
                  <c:v>206.37896829</c:v>
                </c:pt>
                <c:pt idx="974">
                  <c:v>206.43236554</c:v>
                </c:pt>
                <c:pt idx="975">
                  <c:v>206.51987979</c:v>
                </c:pt>
                <c:pt idx="976">
                  <c:v>207.15038074</c:v>
                </c:pt>
                <c:pt idx="977">
                  <c:v>206.86207211</c:v>
                </c:pt>
                <c:pt idx="978">
                  <c:v>206.05635498</c:v>
                </c:pt>
                <c:pt idx="979">
                  <c:v>206.27790765</c:v>
                </c:pt>
                <c:pt idx="980">
                  <c:v>206.58629492</c:v>
                </c:pt>
                <c:pt idx="981">
                  <c:v>206.44842133</c:v>
                </c:pt>
                <c:pt idx="982">
                  <c:v>206.54139621</c:v>
                </c:pt>
                <c:pt idx="983">
                  <c:v>206.71951917</c:v>
                </c:pt>
                <c:pt idx="984">
                  <c:v>206.7324054</c:v>
                </c:pt>
                <c:pt idx="985">
                  <c:v>206.53814301</c:v>
                </c:pt>
                <c:pt idx="986">
                  <c:v>206.71976483</c:v>
                </c:pt>
                <c:pt idx="987">
                  <c:v>207.2315145</c:v>
                </c:pt>
                <c:pt idx="988">
                  <c:v>206.8792525</c:v>
                </c:pt>
                <c:pt idx="989">
                  <c:v>206.51173553</c:v>
                </c:pt>
                <c:pt idx="990">
                  <c:v>206.40299365</c:v>
                </c:pt>
                <c:pt idx="991">
                  <c:v>206.84528384</c:v>
                </c:pt>
                <c:pt idx="992">
                  <c:v>207.01615985</c:v>
                </c:pt>
                <c:pt idx="993">
                  <c:v>207.10643619</c:v>
                </c:pt>
                <c:pt idx="994">
                  <c:v>207.0129501</c:v>
                </c:pt>
                <c:pt idx="995">
                  <c:v>206.87908456</c:v>
                </c:pt>
                <c:pt idx="996">
                  <c:v>207.21317261</c:v>
                </c:pt>
                <c:pt idx="997">
                  <c:v>206.97326572</c:v>
                </c:pt>
                <c:pt idx="998">
                  <c:v>206.54658926</c:v>
                </c:pt>
                <c:pt idx="999">
                  <c:v>207.10079105</c:v>
                </c:pt>
              </c:numCache>
            </c:numRef>
          </c:yVal>
        </c:ser>
        <c:ser>
          <c:idx val="1"/>
          <c:order val="1"/>
          <c:tx>
            <c:v>BCA</c:v>
          </c:tx>
          <c:spPr>
            <a:ln xmlns:a="http://schemas.openxmlformats.org/drawingml/2006/main" w="15240">
              <a:solidFill>
                <a:srgbClr val="087F8C"/>
              </a:solidFill>
            </a:ln>
          </c:spPr>
          <c:marker>
            <c:symbol val="none"/>
          </c:marker>
          <c:xVal>
            <c:numRef>
              <c:f>'Chart Data'!$C$2:$C$1001</c:f>
              <c:numCache>
                <c:formatCode>General</c:formatCode>
                <c:ptCount val="10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numCache>
            </c:numRef>
          </c:xVal>
          <c:yVal>
            <c:numRef>
              <c:f>'Chart Data'!$D$2:$D$1001</c:f>
              <c:numCache>
                <c:formatCode>General</c:formatCode>
                <c:ptCount val="1000"/>
                <c:pt idx="0">
                  <c:v>4.83566143</c:v>
                </c:pt>
                <c:pt idx="1">
                  <c:v>10.41120141</c:v>
                </c:pt>
                <c:pt idx="2">
                  <c:v>16.55024959</c:v>
                </c:pt>
                <c:pt idx="3">
                  <c:v>22.66093332</c:v>
                </c:pt>
                <c:pt idx="4">
                  <c:v>28.53191674</c:v>
                </c:pt>
                <c:pt idx="5">
                  <c:v>33.99021572</c:v>
                </c:pt>
                <c:pt idx="6">
                  <c:v>39.32802362</c:v>
                </c:pt>
                <c:pt idx="7">
                  <c:v>44.50142568</c:v>
                </c:pt>
                <c:pt idx="8">
                  <c:v>49.46245193</c:v>
                </c:pt>
                <c:pt idx="9">
                  <c:v>54.27687775</c:v>
                </c:pt>
                <c:pt idx="10">
                  <c:v>58.94383127</c:v>
                </c:pt>
                <c:pt idx="11">
                  <c:v>63.39236317</c:v>
                </c:pt>
                <c:pt idx="12">
                  <c:v>67.92805304</c:v>
                </c:pt>
                <c:pt idx="13">
                  <c:v>72.27792032</c:v>
                </c:pt>
                <c:pt idx="14">
                  <c:v>76.58930267</c:v>
                </c:pt>
                <c:pt idx="15">
                  <c:v>80.7303602</c:v>
                </c:pt>
                <c:pt idx="16">
                  <c:v>84.97542365</c:v>
                </c:pt>
                <c:pt idx="17">
                  <c:v>89.14605424</c:v>
                </c:pt>
                <c:pt idx="18">
                  <c:v>93.46153313</c:v>
                </c:pt>
                <c:pt idx="19">
                  <c:v>97.64899605</c:v>
                </c:pt>
                <c:pt idx="20">
                  <c:v>101.73722481</c:v>
                </c:pt>
                <c:pt idx="21">
                  <c:v>105.59926659</c:v>
                </c:pt>
                <c:pt idx="22">
                  <c:v>109.94523793</c:v>
                </c:pt>
                <c:pt idx="23">
                  <c:v>113.4150795</c:v>
                </c:pt>
                <c:pt idx="24">
                  <c:v>117.26165822</c:v>
                </c:pt>
                <c:pt idx="25">
                  <c:v>121.04634648</c:v>
                </c:pt>
                <c:pt idx="26">
                  <c:v>123.78536043</c:v>
                </c:pt>
                <c:pt idx="27">
                  <c:v>127.38222891</c:v>
                </c:pt>
                <c:pt idx="28">
                  <c:v>130.07468616</c:v>
                </c:pt>
                <c:pt idx="29">
                  <c:v>132.68803819</c:v>
                </c:pt>
                <c:pt idx="30">
                  <c:v>134.60666203</c:v>
                </c:pt>
                <c:pt idx="31">
                  <c:v>137.04753831</c:v>
                </c:pt>
                <c:pt idx="32">
                  <c:v>139.343758</c:v>
                </c:pt>
                <c:pt idx="33">
                  <c:v>141.09421817</c:v>
                </c:pt>
                <c:pt idx="34">
                  <c:v>143.1079819</c:v>
                </c:pt>
                <c:pt idx="35">
                  <c:v>144.53218286</c:v>
                </c:pt>
                <c:pt idx="36">
                  <c:v>146.44444781</c:v>
                </c:pt>
                <c:pt idx="37">
                  <c:v>147.91671982</c:v>
                </c:pt>
                <c:pt idx="38">
                  <c:v>149.16372281</c:v>
                </c:pt>
                <c:pt idx="39">
                  <c:v>150.56940381</c:v>
                </c:pt>
                <c:pt idx="40">
                  <c:v>152.06333786</c:v>
                </c:pt>
                <c:pt idx="41">
                  <c:v>153.27135583</c:v>
                </c:pt>
                <c:pt idx="42">
                  <c:v>154.591565</c:v>
                </c:pt>
                <c:pt idx="43">
                  <c:v>155.37980188</c:v>
                </c:pt>
                <c:pt idx="44">
                  <c:v>156.94813431</c:v>
                </c:pt>
                <c:pt idx="45">
                  <c:v>158.24046683</c:v>
                </c:pt>
                <c:pt idx="46">
                  <c:v>159.82174243</c:v>
                </c:pt>
                <c:pt idx="47">
                  <c:v>160.15773276</c:v>
                </c:pt>
                <c:pt idx="48">
                  <c:v>161.2572554</c:v>
                </c:pt>
                <c:pt idx="49">
                  <c:v>162.60744968</c:v>
                </c:pt>
                <c:pt idx="50">
                  <c:v>163.61217072</c:v>
                </c:pt>
                <c:pt idx="51">
                  <c:v>164.58761328</c:v>
                </c:pt>
                <c:pt idx="52">
                  <c:v>165.37869366</c:v>
                </c:pt>
                <c:pt idx="53">
                  <c:v>166.33846155</c:v>
                </c:pt>
                <c:pt idx="54">
                  <c:v>167.25480026</c:v>
                </c:pt>
                <c:pt idx="55">
                  <c:v>168.28998972</c:v>
                </c:pt>
                <c:pt idx="56">
                  <c:v>168.94897256</c:v>
                </c:pt>
                <c:pt idx="57">
                  <c:v>169.20106287</c:v>
                </c:pt>
                <c:pt idx="58">
                  <c:v>170.38292642</c:v>
                </c:pt>
                <c:pt idx="59">
                  <c:v>171.13348648</c:v>
                </c:pt>
                <c:pt idx="60">
                  <c:v>171.62767514</c:v>
                </c:pt>
                <c:pt idx="61">
                  <c:v>172.12159631</c:v>
                </c:pt>
                <c:pt idx="62">
                  <c:v>173.13410657</c:v>
                </c:pt>
                <c:pt idx="63">
                  <c:v>173.3312392</c:v>
                </c:pt>
                <c:pt idx="64">
                  <c:v>173.81180896</c:v>
                </c:pt>
                <c:pt idx="65">
                  <c:v>174.28180673</c:v>
                </c:pt>
                <c:pt idx="66">
                  <c:v>174.63750589</c:v>
                </c:pt>
                <c:pt idx="67">
                  <c:v>175.32590494</c:v>
                </c:pt>
                <c:pt idx="68">
                  <c:v>175.88925793</c:v>
                </c:pt>
                <c:pt idx="69">
                  <c:v>176.22464124</c:v>
                </c:pt>
                <c:pt idx="70">
                  <c:v>176.74122284</c:v>
                </c:pt>
                <c:pt idx="71">
                  <c:v>176.61744467</c:v>
                </c:pt>
                <c:pt idx="72">
                  <c:v>177.48271182</c:v>
                </c:pt>
                <c:pt idx="73">
                  <c:v>177.93397754</c:v>
                </c:pt>
                <c:pt idx="74">
                  <c:v>177.97615833</c:v>
                </c:pt>
                <c:pt idx="75">
                  <c:v>178.18810342</c:v>
                </c:pt>
                <c:pt idx="76">
                  <c:v>178.75154327</c:v>
                </c:pt>
                <c:pt idx="77">
                  <c:v>179.35450189</c:v>
                </c:pt>
                <c:pt idx="78">
                  <c:v>179.27914429</c:v>
                </c:pt>
                <c:pt idx="79">
                  <c:v>179.65471619</c:v>
                </c:pt>
                <c:pt idx="80">
                  <c:v>179.88869308</c:v>
                </c:pt>
                <c:pt idx="81">
                  <c:v>180.27095636</c:v>
                </c:pt>
                <c:pt idx="82">
                  <c:v>180.11568314</c:v>
                </c:pt>
                <c:pt idx="83">
                  <c:v>180.95899634</c:v>
                </c:pt>
                <c:pt idx="84">
                  <c:v>181.25618073</c:v>
                </c:pt>
                <c:pt idx="85">
                  <c:v>181.3528139</c:v>
                </c:pt>
                <c:pt idx="86">
                  <c:v>180.97487613</c:v>
                </c:pt>
                <c:pt idx="87">
                  <c:v>182.02341245</c:v>
                </c:pt>
                <c:pt idx="88">
                  <c:v>181.47510974</c:v>
                </c:pt>
                <c:pt idx="89">
                  <c:v>182.21714334</c:v>
                </c:pt>
                <c:pt idx="90">
                  <c:v>182.69909384</c:v>
                </c:pt>
                <c:pt idx="91">
                  <c:v>182.62460321</c:v>
                </c:pt>
                <c:pt idx="92">
                  <c:v>183.05113495</c:v>
                </c:pt>
                <c:pt idx="93">
                  <c:v>183.2261246</c:v>
                </c:pt>
                <c:pt idx="94">
                  <c:v>182.97948352</c:v>
                </c:pt>
                <c:pt idx="95">
                  <c:v>183.74563556</c:v>
                </c:pt>
                <c:pt idx="96">
                  <c:v>183.45206781</c:v>
                </c:pt>
                <c:pt idx="97">
                  <c:v>183.44976413</c:v>
                </c:pt>
                <c:pt idx="98">
                  <c:v>184.23693121</c:v>
                </c:pt>
                <c:pt idx="99">
                  <c:v>184.24519226</c:v>
                </c:pt>
                <c:pt idx="100">
                  <c:v>184.62196759</c:v>
                </c:pt>
                <c:pt idx="101">
                  <c:v>184.55340692</c:v>
                </c:pt>
                <c:pt idx="102">
                  <c:v>184.57477298</c:v>
                </c:pt>
                <c:pt idx="103">
                  <c:v>184.50573886</c:v>
                </c:pt>
                <c:pt idx="104">
                  <c:v>185.02248938</c:v>
                </c:pt>
                <c:pt idx="105">
                  <c:v>184.91266052</c:v>
                </c:pt>
                <c:pt idx="106">
                  <c:v>185.03560663</c:v>
                </c:pt>
                <c:pt idx="107">
                  <c:v>185.72077271</c:v>
                </c:pt>
                <c:pt idx="108">
                  <c:v>184.98201849</c:v>
                </c:pt>
                <c:pt idx="109">
                  <c:v>185.4699772</c:v>
                </c:pt>
                <c:pt idx="110">
                  <c:v>185.66562131</c:v>
                </c:pt>
                <c:pt idx="111">
                  <c:v>186.33753253</c:v>
                </c:pt>
                <c:pt idx="112">
                  <c:v>185.85526099</c:v>
                </c:pt>
                <c:pt idx="113">
                  <c:v>185.77594754</c:v>
                </c:pt>
                <c:pt idx="114">
                  <c:v>186.44697394</c:v>
                </c:pt>
                <c:pt idx="115">
                  <c:v>187.02242859</c:v>
                </c:pt>
                <c:pt idx="116">
                  <c:v>186.37422104</c:v>
                </c:pt>
                <c:pt idx="117">
                  <c:v>187.13506509</c:v>
                </c:pt>
                <c:pt idx="118">
                  <c:v>186.93739859</c:v>
                </c:pt>
                <c:pt idx="119">
                  <c:v>187.15179337</c:v>
                </c:pt>
                <c:pt idx="120">
                  <c:v>187.13786023</c:v>
                </c:pt>
                <c:pt idx="121">
                  <c:v>187.41331473</c:v>
                </c:pt>
                <c:pt idx="122">
                  <c:v>187.13486478</c:v>
                </c:pt>
                <c:pt idx="123">
                  <c:v>187.75987042</c:v>
                </c:pt>
                <c:pt idx="124">
                  <c:v>187.56580087</c:v>
                </c:pt>
                <c:pt idx="125">
                  <c:v>187.76280954</c:v>
                </c:pt>
                <c:pt idx="126">
                  <c:v>187.91176782</c:v>
                </c:pt>
                <c:pt idx="127">
                  <c:v>188.37566394</c:v>
                </c:pt>
                <c:pt idx="128">
                  <c:v>188.23325638</c:v>
                </c:pt>
                <c:pt idx="129">
                  <c:v>188.38674356</c:v>
                </c:pt>
                <c:pt idx="130">
                  <c:v>188.48938422</c:v>
                </c:pt>
                <c:pt idx="131">
                  <c:v>188.59797247</c:v>
                </c:pt>
                <c:pt idx="132">
                  <c:v>189.4983945</c:v>
                </c:pt>
                <c:pt idx="133">
                  <c:v>188.95396039</c:v>
                </c:pt>
                <c:pt idx="134">
                  <c:v>189.08318976</c:v>
                </c:pt>
                <c:pt idx="135">
                  <c:v>188.92459222</c:v>
                </c:pt>
                <c:pt idx="136">
                  <c:v>189.695216</c:v>
                </c:pt>
                <c:pt idx="137">
                  <c:v>189.79351147</c:v>
                </c:pt>
                <c:pt idx="138">
                  <c:v>189.68504257</c:v>
                </c:pt>
                <c:pt idx="139">
                  <c:v>190.0434549</c:v>
                </c:pt>
                <c:pt idx="140">
                  <c:v>189.78379886</c:v>
                </c:pt>
                <c:pt idx="141">
                  <c:v>190.32799985</c:v>
                </c:pt>
                <c:pt idx="142">
                  <c:v>190.21562527</c:v>
                </c:pt>
                <c:pt idx="143">
                  <c:v>190.24373483</c:v>
                </c:pt>
                <c:pt idx="144">
                  <c:v>190.59448215</c:v>
                </c:pt>
                <c:pt idx="145">
                  <c:v>189.97963013</c:v>
                </c:pt>
                <c:pt idx="146">
                  <c:v>189.98227905</c:v>
                </c:pt>
                <c:pt idx="147">
                  <c:v>190.56891873</c:v>
                </c:pt>
                <c:pt idx="148">
                  <c:v>190.70863409</c:v>
                </c:pt>
                <c:pt idx="149">
                  <c:v>190.30425455</c:v>
                </c:pt>
                <c:pt idx="150">
                  <c:v>190.39770511</c:v>
                </c:pt>
                <c:pt idx="151">
                  <c:v>190.6599964</c:v>
                </c:pt>
                <c:pt idx="152">
                  <c:v>190.67109619</c:v>
                </c:pt>
                <c:pt idx="153">
                  <c:v>190.85323306</c:v>
                </c:pt>
                <c:pt idx="154">
                  <c:v>191.47705975</c:v>
                </c:pt>
                <c:pt idx="155">
                  <c:v>191.18708212</c:v>
                </c:pt>
                <c:pt idx="156">
                  <c:v>191.44099854</c:v>
                </c:pt>
                <c:pt idx="157">
                  <c:v>191.20590878</c:v>
                </c:pt>
                <c:pt idx="158">
                  <c:v>191.23836969</c:v>
                </c:pt>
                <c:pt idx="159">
                  <c:v>191.62031317</c:v>
                </c:pt>
                <c:pt idx="160">
                  <c:v>191.66914304</c:v>
                </c:pt>
                <c:pt idx="161">
                  <c:v>191.47542688</c:v>
                </c:pt>
                <c:pt idx="162">
                  <c:v>191.66421472</c:v>
                </c:pt>
                <c:pt idx="163">
                  <c:v>192.15892569</c:v>
                </c:pt>
                <c:pt idx="164">
                  <c:v>191.83503183</c:v>
                </c:pt>
                <c:pt idx="165">
                  <c:v>191.75151526</c:v>
                </c:pt>
                <c:pt idx="166">
                  <c:v>191.6388223</c:v>
                </c:pt>
                <c:pt idx="167">
                  <c:v>191.82285696</c:v>
                </c:pt>
                <c:pt idx="168">
                  <c:v>192.42710892</c:v>
                </c:pt>
                <c:pt idx="169">
                  <c:v>191.98645981</c:v>
                </c:pt>
                <c:pt idx="170">
                  <c:v>192.10237048</c:v>
                </c:pt>
                <c:pt idx="171">
                  <c:v>191.89707733</c:v>
                </c:pt>
                <c:pt idx="172">
                  <c:v>191.99247308</c:v>
                </c:pt>
                <c:pt idx="173">
                  <c:v>192.09139645</c:v>
                </c:pt>
                <c:pt idx="174">
                  <c:v>192.33462091</c:v>
                </c:pt>
                <c:pt idx="175">
                  <c:v>192.29749915</c:v>
                </c:pt>
                <c:pt idx="176">
                  <c:v>192.30745804</c:v>
                </c:pt>
                <c:pt idx="177">
                  <c:v>192.06086414</c:v>
                </c:pt>
                <c:pt idx="178">
                  <c:v>192.3492543</c:v>
                </c:pt>
                <c:pt idx="179">
                  <c:v>192.33196429</c:v>
                </c:pt>
                <c:pt idx="180">
                  <c:v>192.47488043</c:v>
                </c:pt>
                <c:pt idx="181">
                  <c:v>192.20653824</c:v>
                </c:pt>
                <c:pt idx="182">
                  <c:v>192.34026016</c:v>
                </c:pt>
                <c:pt idx="183">
                  <c:v>192.30498666</c:v>
                </c:pt>
                <c:pt idx="184">
                  <c:v>192.69663922</c:v>
                </c:pt>
                <c:pt idx="185">
                  <c:v>192.58140546</c:v>
                </c:pt>
                <c:pt idx="186">
                  <c:v>192.48063785</c:v>
                </c:pt>
                <c:pt idx="187">
                  <c:v>192.34632571</c:v>
                </c:pt>
                <c:pt idx="188">
                  <c:v>192.64010248</c:v>
                </c:pt>
                <c:pt idx="189">
                  <c:v>192.30869455</c:v>
                </c:pt>
                <c:pt idx="190">
                  <c:v>192.51278491</c:v>
                </c:pt>
                <c:pt idx="191">
                  <c:v>192.10345255</c:v>
                </c:pt>
                <c:pt idx="192">
                  <c:v>192.75058765</c:v>
                </c:pt>
                <c:pt idx="193">
                  <c:v>192.70700815</c:v>
                </c:pt>
                <c:pt idx="194">
                  <c:v>192.08866425</c:v>
                </c:pt>
                <c:pt idx="195">
                  <c:v>192.72284604</c:v>
                </c:pt>
                <c:pt idx="196">
                  <c:v>192.66645984</c:v>
                </c:pt>
                <c:pt idx="197">
                  <c:v>192.67167859</c:v>
                </c:pt>
                <c:pt idx="198">
                  <c:v>192.52114124</c:v>
                </c:pt>
                <c:pt idx="199">
                  <c:v>193.09724832</c:v>
                </c:pt>
                <c:pt idx="200">
                  <c:v>193.12455988</c:v>
                </c:pt>
                <c:pt idx="201">
                  <c:v>193.27846469</c:v>
                </c:pt>
                <c:pt idx="202">
                  <c:v>193.11927759</c:v>
                </c:pt>
                <c:pt idx="203">
                  <c:v>193.55052994</c:v>
                </c:pt>
                <c:pt idx="204">
                  <c:v>193.12676453</c:v>
                </c:pt>
                <c:pt idx="205">
                  <c:v>193.17551865</c:v>
                </c:pt>
                <c:pt idx="206">
                  <c:v>193.26888956</c:v>
                </c:pt>
                <c:pt idx="207">
                  <c:v>192.96590311</c:v>
                </c:pt>
                <c:pt idx="208">
                  <c:v>192.95416946</c:v>
                </c:pt>
                <c:pt idx="209">
                  <c:v>193.02688229</c:v>
                </c:pt>
                <c:pt idx="210">
                  <c:v>193.67425867</c:v>
                </c:pt>
                <c:pt idx="211">
                  <c:v>193.02541611</c:v>
                </c:pt>
                <c:pt idx="212">
                  <c:v>193.47127307</c:v>
                </c:pt>
                <c:pt idx="213">
                  <c:v>193.69524762</c:v>
                </c:pt>
                <c:pt idx="214">
                  <c:v>193.4940015</c:v>
                </c:pt>
                <c:pt idx="215">
                  <c:v>193.16022177</c:v>
                </c:pt>
                <c:pt idx="216">
                  <c:v>193.38959741</c:v>
                </c:pt>
                <c:pt idx="217">
                  <c:v>193.49271237</c:v>
                </c:pt>
                <c:pt idx="218">
                  <c:v>193.43815717</c:v>
                </c:pt>
                <c:pt idx="219">
                  <c:v>193.75906714</c:v>
                </c:pt>
                <c:pt idx="220">
                  <c:v>193.42814447</c:v>
                </c:pt>
                <c:pt idx="221">
                  <c:v>193.63478482</c:v>
                </c:pt>
                <c:pt idx="222">
                  <c:v>193.76825638</c:v>
                </c:pt>
                <c:pt idx="223">
                  <c:v>193.93235468</c:v>
                </c:pt>
                <c:pt idx="224">
                  <c:v>193.61296088</c:v>
                </c:pt>
                <c:pt idx="225">
                  <c:v>193.92594183</c:v>
                </c:pt>
                <c:pt idx="226">
                  <c:v>193.78467917</c:v>
                </c:pt>
                <c:pt idx="227">
                  <c:v>193.96951715</c:v>
                </c:pt>
                <c:pt idx="228">
                  <c:v>193.38891245</c:v>
                </c:pt>
                <c:pt idx="229">
                  <c:v>193.8929104</c:v>
                </c:pt>
                <c:pt idx="230">
                  <c:v>194.62341153</c:v>
                </c:pt>
                <c:pt idx="231">
                  <c:v>193.75180466</c:v>
                </c:pt>
                <c:pt idx="232">
                  <c:v>193.73089487</c:v>
                </c:pt>
                <c:pt idx="233">
                  <c:v>194.19055182</c:v>
                </c:pt>
                <c:pt idx="234">
                  <c:v>193.53687161</c:v>
                </c:pt>
                <c:pt idx="235">
                  <c:v>193.67837262</c:v>
                </c:pt>
                <c:pt idx="236">
                  <c:v>194.12660892</c:v>
                </c:pt>
                <c:pt idx="237">
                  <c:v>193.72026196</c:v>
                </c:pt>
                <c:pt idx="238">
                  <c:v>194.107569</c:v>
                </c:pt>
                <c:pt idx="239">
                  <c:v>193.56096143</c:v>
                </c:pt>
                <c:pt idx="240">
                  <c:v>194.25316843</c:v>
                </c:pt>
                <c:pt idx="241">
                  <c:v>194.31993439</c:v>
                </c:pt>
                <c:pt idx="242">
                  <c:v>193.78216675</c:v>
                </c:pt>
                <c:pt idx="243">
                  <c:v>193.80531509</c:v>
                </c:pt>
                <c:pt idx="244">
                  <c:v>194.08757278</c:v>
                </c:pt>
                <c:pt idx="245">
                  <c:v>194.00296829</c:v>
                </c:pt>
                <c:pt idx="246">
                  <c:v>193.81513281</c:v>
                </c:pt>
                <c:pt idx="247">
                  <c:v>194.17520169</c:v>
                </c:pt>
                <c:pt idx="248">
                  <c:v>194.38157001</c:v>
                </c:pt>
                <c:pt idx="249">
                  <c:v>194.01454874</c:v>
                </c:pt>
                <c:pt idx="250">
                  <c:v>194.13755862</c:v>
                </c:pt>
                <c:pt idx="251">
                  <c:v>194.10041205</c:v>
                </c:pt>
                <c:pt idx="252">
                  <c:v>194.58147394</c:v>
                </c:pt>
                <c:pt idx="253">
                  <c:v>193.87157132</c:v>
                </c:pt>
                <c:pt idx="254">
                  <c:v>194.01719772</c:v>
                </c:pt>
                <c:pt idx="255">
                  <c:v>194.08618881</c:v>
                </c:pt>
                <c:pt idx="256">
                  <c:v>194.75627045</c:v>
                </c:pt>
                <c:pt idx="257">
                  <c:v>194.60323331</c:v>
                </c:pt>
                <c:pt idx="258">
                  <c:v>194.23248029</c:v>
                </c:pt>
                <c:pt idx="259">
                  <c:v>194.58135461</c:v>
                </c:pt>
                <c:pt idx="260">
                  <c:v>194.27941974</c:v>
                </c:pt>
                <c:pt idx="261">
                  <c:v>194.45285623</c:v>
                </c:pt>
                <c:pt idx="262">
                  <c:v>194.28084927</c:v>
                </c:pt>
                <c:pt idx="263">
                  <c:v>195.0624913</c:v>
                </c:pt>
                <c:pt idx="264">
                  <c:v>194.71956961</c:v>
                </c:pt>
                <c:pt idx="265">
                  <c:v>194.82257309</c:v>
                </c:pt>
                <c:pt idx="266">
                  <c:v>194.71771164</c:v>
                </c:pt>
                <c:pt idx="267">
                  <c:v>194.87578473</c:v>
                </c:pt>
                <c:pt idx="268">
                  <c:v>194.94751819</c:v>
                </c:pt>
                <c:pt idx="269">
                  <c:v>195.0713891</c:v>
                </c:pt>
                <c:pt idx="270">
                  <c:v>194.7737905</c:v>
                </c:pt>
                <c:pt idx="271">
                  <c:v>194.51393622</c:v>
                </c:pt>
                <c:pt idx="272">
                  <c:v>195.05196005</c:v>
                </c:pt>
                <c:pt idx="273">
                  <c:v>195.03533502</c:v>
                </c:pt>
                <c:pt idx="274">
                  <c:v>195.19109317</c:v>
                </c:pt>
                <c:pt idx="275">
                  <c:v>194.91376132</c:v>
                </c:pt>
                <c:pt idx="276">
                  <c:v>195.35844928</c:v>
                </c:pt>
                <c:pt idx="277">
                  <c:v>195.31194299</c:v>
                </c:pt>
                <c:pt idx="278">
                  <c:v>195.0771076</c:v>
                </c:pt>
                <c:pt idx="279">
                  <c:v>194.67287537</c:v>
                </c:pt>
                <c:pt idx="280">
                  <c:v>194.59809073</c:v>
                </c:pt>
                <c:pt idx="281">
                  <c:v>195.04599835</c:v>
                </c:pt>
                <c:pt idx="282">
                  <c:v>195.37861096</c:v>
                </c:pt>
                <c:pt idx="283">
                  <c:v>194.59780481</c:v>
                </c:pt>
                <c:pt idx="284">
                  <c:v>195.09109326</c:v>
                </c:pt>
                <c:pt idx="285">
                  <c:v>194.7463537</c:v>
                </c:pt>
                <c:pt idx="286">
                  <c:v>194.65715158</c:v>
                </c:pt>
                <c:pt idx="287">
                  <c:v>195.13178076</c:v>
                </c:pt>
                <c:pt idx="288">
                  <c:v>195.18987085</c:v>
                </c:pt>
                <c:pt idx="289">
                  <c:v>194.87814722</c:v>
                </c:pt>
                <c:pt idx="290">
                  <c:v>195.00783066</c:v>
                </c:pt>
                <c:pt idx="291">
                  <c:v>194.8125863</c:v>
                </c:pt>
                <c:pt idx="292">
                  <c:v>194.90553174</c:v>
                </c:pt>
                <c:pt idx="293">
                  <c:v>194.64070001</c:v>
                </c:pt>
                <c:pt idx="294">
                  <c:v>195.18498309</c:v>
                </c:pt>
                <c:pt idx="295">
                  <c:v>194.90865048</c:v>
                </c:pt>
                <c:pt idx="296">
                  <c:v>194.75857666</c:v>
                </c:pt>
                <c:pt idx="297">
                  <c:v>194.8947363</c:v>
                </c:pt>
                <c:pt idx="298">
                  <c:v>195.10868408</c:v>
                </c:pt>
                <c:pt idx="299">
                  <c:v>195.18964362</c:v>
                </c:pt>
                <c:pt idx="300">
                  <c:v>195.03233893</c:v>
                </c:pt>
                <c:pt idx="301">
                  <c:v>194.88432385</c:v>
                </c:pt>
                <c:pt idx="302">
                  <c:v>194.8631326</c:v>
                </c:pt>
                <c:pt idx="303">
                  <c:v>194.89709424</c:v>
                </c:pt>
                <c:pt idx="304">
                  <c:v>195.04665561</c:v>
                </c:pt>
                <c:pt idx="305">
                  <c:v>194.82230377</c:v>
                </c:pt>
                <c:pt idx="306">
                  <c:v>194.87130536</c:v>
                </c:pt>
                <c:pt idx="307">
                  <c:v>194.7335014</c:v>
                </c:pt>
                <c:pt idx="308">
                  <c:v>194.79730493</c:v>
                </c:pt>
                <c:pt idx="309">
                  <c:v>194.94064563</c:v>
                </c:pt>
                <c:pt idx="310">
                  <c:v>194.8256409</c:v>
                </c:pt>
                <c:pt idx="311">
                  <c:v>195.10460556</c:v>
                </c:pt>
                <c:pt idx="312">
                  <c:v>195.12497882</c:v>
                </c:pt>
                <c:pt idx="313">
                  <c:v>195.18904221</c:v>
                </c:pt>
                <c:pt idx="314">
                  <c:v>194.97438315</c:v>
                </c:pt>
                <c:pt idx="315">
                  <c:v>195.00540924</c:v>
                </c:pt>
                <c:pt idx="316">
                  <c:v>194.61835098</c:v>
                </c:pt>
                <c:pt idx="317">
                  <c:v>194.5939754</c:v>
                </c:pt>
                <c:pt idx="318">
                  <c:v>194.73484213</c:v>
                </c:pt>
                <c:pt idx="319">
                  <c:v>195.46913708</c:v>
                </c:pt>
                <c:pt idx="320">
                  <c:v>194.73209741</c:v>
                </c:pt>
                <c:pt idx="321">
                  <c:v>194.68167249</c:v>
                </c:pt>
                <c:pt idx="322">
                  <c:v>195.08537976</c:v>
                </c:pt>
                <c:pt idx="323">
                  <c:v>195.42840216</c:v>
                </c:pt>
                <c:pt idx="324">
                  <c:v>194.97273132</c:v>
                </c:pt>
                <c:pt idx="325">
                  <c:v>195.14510526</c:v>
                </c:pt>
                <c:pt idx="326">
                  <c:v>195.09771582</c:v>
                </c:pt>
                <c:pt idx="327">
                  <c:v>195.17288095</c:v>
                </c:pt>
                <c:pt idx="328">
                  <c:v>195.2105679</c:v>
                </c:pt>
                <c:pt idx="329">
                  <c:v>194.74097513</c:v>
                </c:pt>
                <c:pt idx="330">
                  <c:v>194.8791434</c:v>
                </c:pt>
                <c:pt idx="331">
                  <c:v>195.12009637</c:v>
                </c:pt>
                <c:pt idx="332">
                  <c:v>195.23253964</c:v>
                </c:pt>
                <c:pt idx="333">
                  <c:v>194.65068356</c:v>
                </c:pt>
                <c:pt idx="334">
                  <c:v>195.570491</c:v>
                </c:pt>
                <c:pt idx="335">
                  <c:v>195.35945044</c:v>
                </c:pt>
                <c:pt idx="336">
                  <c:v>194.92680399</c:v>
                </c:pt>
                <c:pt idx="337">
                  <c:v>195.0821687</c:v>
                </c:pt>
                <c:pt idx="338">
                  <c:v>195.4102764</c:v>
                </c:pt>
                <c:pt idx="339">
                  <c:v>194.94706635</c:v>
                </c:pt>
                <c:pt idx="340">
                  <c:v>194.77583737</c:v>
                </c:pt>
                <c:pt idx="341">
                  <c:v>195.20097495</c:v>
                </c:pt>
                <c:pt idx="342">
                  <c:v>195.14467706</c:v>
                </c:pt>
                <c:pt idx="343">
                  <c:v>195.56103561</c:v>
                </c:pt>
                <c:pt idx="344">
                  <c:v>195.24198453</c:v>
                </c:pt>
                <c:pt idx="345">
                  <c:v>195.55334616</c:v>
                </c:pt>
                <c:pt idx="346">
                  <c:v>195.20953021</c:v>
                </c:pt>
                <c:pt idx="347">
                  <c:v>195.2366633</c:v>
                </c:pt>
                <c:pt idx="348">
                  <c:v>195.2157002</c:v>
                </c:pt>
                <c:pt idx="349">
                  <c:v>194.89144907</c:v>
                </c:pt>
                <c:pt idx="350">
                  <c:v>195.04326505</c:v>
                </c:pt>
                <c:pt idx="351">
                  <c:v>195.0380856</c:v>
                </c:pt>
                <c:pt idx="352">
                  <c:v>195.31989926</c:v>
                </c:pt>
                <c:pt idx="353">
                  <c:v>195.69024063</c:v>
                </c:pt>
                <c:pt idx="354">
                  <c:v>195.82561578</c:v>
                </c:pt>
                <c:pt idx="355">
                  <c:v>195.41851294</c:v>
                </c:pt>
                <c:pt idx="356">
                  <c:v>195.79884268</c:v>
                </c:pt>
                <c:pt idx="357">
                  <c:v>194.92851538</c:v>
                </c:pt>
                <c:pt idx="358">
                  <c:v>195.39077405</c:v>
                </c:pt>
                <c:pt idx="359">
                  <c:v>195.9855434</c:v>
                </c:pt>
                <c:pt idx="360">
                  <c:v>195.12498511</c:v>
                </c:pt>
                <c:pt idx="361">
                  <c:v>195.08865305</c:v>
                </c:pt>
                <c:pt idx="362">
                  <c:v>195.35042233</c:v>
                </c:pt>
                <c:pt idx="363">
                  <c:v>195.25133536</c:v>
                </c:pt>
                <c:pt idx="364">
                  <c:v>194.9080929</c:v>
                </c:pt>
                <c:pt idx="365">
                  <c:v>195.11551489</c:v>
                </c:pt>
                <c:pt idx="366">
                  <c:v>195.56850845</c:v>
                </c:pt>
                <c:pt idx="367">
                  <c:v>195.16475974</c:v>
                </c:pt>
                <c:pt idx="368">
                  <c:v>195.2650296</c:v>
                </c:pt>
                <c:pt idx="369">
                  <c:v>195.11446979</c:v>
                </c:pt>
                <c:pt idx="370">
                  <c:v>195.24611893</c:v>
                </c:pt>
                <c:pt idx="371">
                  <c:v>194.9377052</c:v>
                </c:pt>
                <c:pt idx="372">
                  <c:v>196.00009927</c:v>
                </c:pt>
                <c:pt idx="373">
                  <c:v>195.24245477</c:v>
                </c:pt>
                <c:pt idx="374">
                  <c:v>195.10288797</c:v>
                </c:pt>
                <c:pt idx="375">
                  <c:v>195.24823642</c:v>
                </c:pt>
                <c:pt idx="376">
                  <c:v>195.19169565</c:v>
                </c:pt>
                <c:pt idx="377">
                  <c:v>194.80786841</c:v>
                </c:pt>
                <c:pt idx="378">
                  <c:v>195.09372601</c:v>
                </c:pt>
                <c:pt idx="379">
                  <c:v>195.29433276</c:v>
                </c:pt>
                <c:pt idx="380">
                  <c:v>194.78285129</c:v>
                </c:pt>
                <c:pt idx="381">
                  <c:v>195.33911096</c:v>
                </c:pt>
                <c:pt idx="382">
                  <c:v>194.98010162</c:v>
                </c:pt>
                <c:pt idx="383">
                  <c:v>195.26154648</c:v>
                </c:pt>
                <c:pt idx="384">
                  <c:v>195.41500659</c:v>
                </c:pt>
                <c:pt idx="385">
                  <c:v>195.41364301</c:v>
                </c:pt>
                <c:pt idx="386">
                  <c:v>195.11705981</c:v>
                </c:pt>
                <c:pt idx="387">
                  <c:v>195.75046399</c:v>
                </c:pt>
                <c:pt idx="388">
                  <c:v>194.96016409</c:v>
                </c:pt>
                <c:pt idx="389">
                  <c:v>195.05992496</c:v>
                </c:pt>
                <c:pt idx="390">
                  <c:v>195.15844757</c:v>
                </c:pt>
                <c:pt idx="391">
                  <c:v>195.27478421</c:v>
                </c:pt>
                <c:pt idx="392">
                  <c:v>195.55490573</c:v>
                </c:pt>
                <c:pt idx="393">
                  <c:v>195.15279044</c:v>
                </c:pt>
                <c:pt idx="394">
                  <c:v>195.40503253</c:v>
                </c:pt>
                <c:pt idx="395">
                  <c:v>195.31703256</c:v>
                </c:pt>
                <c:pt idx="396">
                  <c:v>195.59778958</c:v>
                </c:pt>
                <c:pt idx="397">
                  <c:v>195.20061148</c:v>
                </c:pt>
                <c:pt idx="398">
                  <c:v>194.9401051</c:v>
                </c:pt>
                <c:pt idx="399">
                  <c:v>195.23617841</c:v>
                </c:pt>
                <c:pt idx="400">
                  <c:v>195.25731201</c:v>
                </c:pt>
                <c:pt idx="401">
                  <c:v>195.38409601</c:v>
                </c:pt>
                <c:pt idx="402">
                  <c:v>195.29451184</c:v>
                </c:pt>
                <c:pt idx="403">
                  <c:v>194.91124939</c:v>
                </c:pt>
                <c:pt idx="404">
                  <c:v>196.0377518</c:v>
                </c:pt>
                <c:pt idx="405">
                  <c:v>195.59088016</c:v>
                </c:pt>
                <c:pt idx="406">
                  <c:v>195.48105368</c:v>
                </c:pt>
                <c:pt idx="407">
                  <c:v>195.25684085</c:v>
                </c:pt>
                <c:pt idx="408">
                  <c:v>195.60803458</c:v>
                </c:pt>
                <c:pt idx="409">
                  <c:v>195.49420078</c:v>
                </c:pt>
                <c:pt idx="410">
                  <c:v>195.93172073</c:v>
                </c:pt>
                <c:pt idx="411">
                  <c:v>195.51927267</c:v>
                </c:pt>
                <c:pt idx="412">
                  <c:v>195.10372363</c:v>
                </c:pt>
                <c:pt idx="413">
                  <c:v>195.76342557</c:v>
                </c:pt>
                <c:pt idx="414">
                  <c:v>195.53000107</c:v>
                </c:pt>
                <c:pt idx="415">
                  <c:v>196.14277182</c:v>
                </c:pt>
                <c:pt idx="416">
                  <c:v>196.11307971</c:v>
                </c:pt>
                <c:pt idx="417">
                  <c:v>195.66195792</c:v>
                </c:pt>
                <c:pt idx="418">
                  <c:v>195.44175037</c:v>
                </c:pt>
                <c:pt idx="419">
                  <c:v>195.18398792</c:v>
                </c:pt>
                <c:pt idx="420">
                  <c:v>195.04255502</c:v>
                </c:pt>
                <c:pt idx="421">
                  <c:v>195.71127118</c:v>
                </c:pt>
                <c:pt idx="422">
                  <c:v>195.73695703</c:v>
                </c:pt>
                <c:pt idx="423">
                  <c:v>195.35989569</c:v>
                </c:pt>
                <c:pt idx="424">
                  <c:v>195.51905054</c:v>
                </c:pt>
                <c:pt idx="425">
                  <c:v>195.84631274</c:v>
                </c:pt>
                <c:pt idx="426">
                  <c:v>195.70116626</c:v>
                </c:pt>
                <c:pt idx="427">
                  <c:v>196.19089505</c:v>
                </c:pt>
                <c:pt idx="428">
                  <c:v>195.32250348</c:v>
                </c:pt>
                <c:pt idx="429">
                  <c:v>195.24962219</c:v>
                </c:pt>
                <c:pt idx="430">
                  <c:v>195.39448041</c:v>
                </c:pt>
                <c:pt idx="431">
                  <c:v>195.68345651</c:v>
                </c:pt>
                <c:pt idx="432">
                  <c:v>195.71609488</c:v>
                </c:pt>
                <c:pt idx="433">
                  <c:v>195.4219606</c:v>
                </c:pt>
                <c:pt idx="434">
                  <c:v>195.16732388</c:v>
                </c:pt>
                <c:pt idx="435">
                  <c:v>195.45494269</c:v>
                </c:pt>
                <c:pt idx="436">
                  <c:v>195.08363248</c:v>
                </c:pt>
                <c:pt idx="437">
                  <c:v>195.27951477</c:v>
                </c:pt>
                <c:pt idx="438">
                  <c:v>195.57992496</c:v>
                </c:pt>
                <c:pt idx="439">
                  <c:v>195.35050949</c:v>
                </c:pt>
                <c:pt idx="440">
                  <c:v>195.15625159</c:v>
                </c:pt>
                <c:pt idx="441">
                  <c:v>195.80320642</c:v>
                </c:pt>
                <c:pt idx="442">
                  <c:v>195.26362357</c:v>
                </c:pt>
                <c:pt idx="443">
                  <c:v>195.4237641</c:v>
                </c:pt>
                <c:pt idx="444">
                  <c:v>195.69765546</c:v>
                </c:pt>
                <c:pt idx="445">
                  <c:v>195.13573389</c:v>
                </c:pt>
                <c:pt idx="446">
                  <c:v>195.70833737</c:v>
                </c:pt>
                <c:pt idx="447">
                  <c:v>195.12845908</c:v>
                </c:pt>
                <c:pt idx="448">
                  <c:v>195.22126825</c:v>
                </c:pt>
                <c:pt idx="449">
                  <c:v>194.97759662</c:v>
                </c:pt>
                <c:pt idx="450">
                  <c:v>195.7814903</c:v>
                </c:pt>
                <c:pt idx="451">
                  <c:v>195.18087436</c:v>
                </c:pt>
                <c:pt idx="452">
                  <c:v>194.96012054</c:v>
                </c:pt>
                <c:pt idx="453">
                  <c:v>195.12687509</c:v>
                </c:pt>
                <c:pt idx="454">
                  <c:v>195.62928625</c:v>
                </c:pt>
                <c:pt idx="455">
                  <c:v>195.33020212</c:v>
                </c:pt>
                <c:pt idx="456">
                  <c:v>195.41439365</c:v>
                </c:pt>
                <c:pt idx="457">
                  <c:v>194.57606387</c:v>
                </c:pt>
                <c:pt idx="458">
                  <c:v>195.03943179</c:v>
                </c:pt>
                <c:pt idx="459">
                  <c:v>195.46295474</c:v>
                </c:pt>
                <c:pt idx="460">
                  <c:v>195.10550879</c:v>
                </c:pt>
                <c:pt idx="461">
                  <c:v>194.99910599</c:v>
                </c:pt>
                <c:pt idx="462">
                  <c:v>195.47952194</c:v>
                </c:pt>
                <c:pt idx="463">
                  <c:v>194.92640668</c:v>
                </c:pt>
                <c:pt idx="464">
                  <c:v>194.43721475</c:v>
                </c:pt>
                <c:pt idx="465">
                  <c:v>195.32436862</c:v>
                </c:pt>
                <c:pt idx="466">
                  <c:v>195.01629062</c:v>
                </c:pt>
                <c:pt idx="467">
                  <c:v>194.88479233</c:v>
                </c:pt>
                <c:pt idx="468">
                  <c:v>195.79953986</c:v>
                </c:pt>
                <c:pt idx="469">
                  <c:v>195.14549374</c:v>
                </c:pt>
                <c:pt idx="470">
                  <c:v>195.14446991</c:v>
                </c:pt>
                <c:pt idx="471">
                  <c:v>194.9097551</c:v>
                </c:pt>
                <c:pt idx="472">
                  <c:v>195.16789252</c:v>
                </c:pt>
                <c:pt idx="473">
                  <c:v>195.1849975</c:v>
                </c:pt>
                <c:pt idx="474">
                  <c:v>195.38460788</c:v>
                </c:pt>
                <c:pt idx="475">
                  <c:v>195.33238428</c:v>
                </c:pt>
                <c:pt idx="476">
                  <c:v>194.88173648</c:v>
                </c:pt>
                <c:pt idx="477">
                  <c:v>195.15130011</c:v>
                </c:pt>
                <c:pt idx="478">
                  <c:v>195.65020718</c:v>
                </c:pt>
                <c:pt idx="479">
                  <c:v>195.03032758</c:v>
                </c:pt>
                <c:pt idx="480">
                  <c:v>195.5799137</c:v>
                </c:pt>
                <c:pt idx="481">
                  <c:v>194.96483386</c:v>
                </c:pt>
                <c:pt idx="482">
                  <c:v>194.99794012</c:v>
                </c:pt>
                <c:pt idx="483">
                  <c:v>194.64291611</c:v>
                </c:pt>
                <c:pt idx="484">
                  <c:v>195.58762262</c:v>
                </c:pt>
                <c:pt idx="485">
                  <c:v>195.10235681</c:v>
                </c:pt>
                <c:pt idx="486">
                  <c:v>194.94748584</c:v>
                </c:pt>
                <c:pt idx="487">
                  <c:v>194.95612851</c:v>
                </c:pt>
                <c:pt idx="488">
                  <c:v>195.31965295</c:v>
                </c:pt>
                <c:pt idx="489">
                  <c:v>194.70059088</c:v>
                </c:pt>
                <c:pt idx="490">
                  <c:v>195.01637973</c:v>
                </c:pt>
                <c:pt idx="491">
                  <c:v>194.87546405</c:v>
                </c:pt>
                <c:pt idx="492">
                  <c:v>194.56270459</c:v>
                </c:pt>
                <c:pt idx="493">
                  <c:v>194.83724396</c:v>
                </c:pt>
                <c:pt idx="494">
                  <c:v>194.52834625</c:v>
                </c:pt>
                <c:pt idx="495">
                  <c:v>194.1826265</c:v>
                </c:pt>
                <c:pt idx="496">
                  <c:v>194.31262833</c:v>
                </c:pt>
                <c:pt idx="497">
                  <c:v>194.27453763</c:v>
                </c:pt>
                <c:pt idx="498">
                  <c:v>193.7354827</c:v>
                </c:pt>
                <c:pt idx="499">
                  <c:v>194.39492789</c:v>
                </c:pt>
                <c:pt idx="500">
                  <c:v>194.488539</c:v>
                </c:pt>
                <c:pt idx="501">
                  <c:v>194.78551007</c:v>
                </c:pt>
                <c:pt idx="502">
                  <c:v>194.34031461</c:v>
                </c:pt>
                <c:pt idx="503">
                  <c:v>194.67020221</c:v>
                </c:pt>
                <c:pt idx="504">
                  <c:v>194.59176761</c:v>
                </c:pt>
                <c:pt idx="505">
                  <c:v>194.56428299</c:v>
                </c:pt>
                <c:pt idx="506">
                  <c:v>193.99757965</c:v>
                </c:pt>
                <c:pt idx="507">
                  <c:v>194.72691449</c:v>
                </c:pt>
                <c:pt idx="508">
                  <c:v>194.48525894</c:v>
                </c:pt>
                <c:pt idx="509">
                  <c:v>194.26696298</c:v>
                </c:pt>
                <c:pt idx="510">
                  <c:v>194.5699108</c:v>
                </c:pt>
                <c:pt idx="511">
                  <c:v>194.30545392</c:v>
                </c:pt>
                <c:pt idx="512">
                  <c:v>194.52744714</c:v>
                </c:pt>
                <c:pt idx="513">
                  <c:v>194.22258847</c:v>
                </c:pt>
                <c:pt idx="514">
                  <c:v>194.45343494</c:v>
                </c:pt>
                <c:pt idx="515">
                  <c:v>194.28245215</c:v>
                </c:pt>
                <c:pt idx="516">
                  <c:v>194.4218031</c:v>
                </c:pt>
                <c:pt idx="517">
                  <c:v>194.54433051</c:v>
                </c:pt>
                <c:pt idx="518">
                  <c:v>194.81145398</c:v>
                </c:pt>
                <c:pt idx="519">
                  <c:v>194.61491144</c:v>
                </c:pt>
                <c:pt idx="520">
                  <c:v>194.05630481</c:v>
                </c:pt>
                <c:pt idx="521">
                  <c:v>194.25664517</c:v>
                </c:pt>
                <c:pt idx="522">
                  <c:v>194.15884531</c:v>
                </c:pt>
                <c:pt idx="523">
                  <c:v>194.43215958</c:v>
                </c:pt>
                <c:pt idx="524">
                  <c:v>194.32341473</c:v>
                </c:pt>
                <c:pt idx="525">
                  <c:v>194.43315179</c:v>
                </c:pt>
                <c:pt idx="526">
                  <c:v>194.20167545</c:v>
                </c:pt>
                <c:pt idx="527">
                  <c:v>194.24476175</c:v>
                </c:pt>
                <c:pt idx="528">
                  <c:v>194.04398978</c:v>
                </c:pt>
                <c:pt idx="529">
                  <c:v>194.36589087</c:v>
                </c:pt>
                <c:pt idx="530">
                  <c:v>194.46644958</c:v>
                </c:pt>
                <c:pt idx="531">
                  <c:v>194.16479077</c:v>
                </c:pt>
                <c:pt idx="532">
                  <c:v>194.45476089</c:v>
                </c:pt>
                <c:pt idx="533">
                  <c:v>194.80005704</c:v>
                </c:pt>
                <c:pt idx="534">
                  <c:v>194.21948383</c:v>
                </c:pt>
                <c:pt idx="535">
                  <c:v>194.54000436</c:v>
                </c:pt>
                <c:pt idx="536">
                  <c:v>194.02193582</c:v>
                </c:pt>
                <c:pt idx="537">
                  <c:v>194.30770364</c:v>
                </c:pt>
                <c:pt idx="538">
                  <c:v>194.5398053</c:v>
                </c:pt>
                <c:pt idx="539">
                  <c:v>194.45052408</c:v>
                </c:pt>
                <c:pt idx="540">
                  <c:v>194.55917645</c:v>
                </c:pt>
                <c:pt idx="541">
                  <c:v>194.47968192</c:v>
                </c:pt>
                <c:pt idx="542">
                  <c:v>194.59620721</c:v>
                </c:pt>
                <c:pt idx="543">
                  <c:v>194.57374042</c:v>
                </c:pt>
                <c:pt idx="544">
                  <c:v>194.20736505</c:v>
                </c:pt>
                <c:pt idx="545">
                  <c:v>194.26420975</c:v>
                </c:pt>
                <c:pt idx="546">
                  <c:v>194.23574707</c:v>
                </c:pt>
                <c:pt idx="547">
                  <c:v>194.09774976</c:v>
                </c:pt>
                <c:pt idx="548">
                  <c:v>194.27113208</c:v>
                </c:pt>
                <c:pt idx="549">
                  <c:v>194.32452451</c:v>
                </c:pt>
                <c:pt idx="550">
                  <c:v>194.16985565</c:v>
                </c:pt>
                <c:pt idx="551">
                  <c:v>194.49065228</c:v>
                </c:pt>
                <c:pt idx="552">
                  <c:v>194.53146851</c:v>
                </c:pt>
                <c:pt idx="553">
                  <c:v>194.14675327</c:v>
                </c:pt>
                <c:pt idx="554">
                  <c:v>193.74897223</c:v>
                </c:pt>
                <c:pt idx="555">
                  <c:v>194.35722672</c:v>
                </c:pt>
                <c:pt idx="556">
                  <c:v>194.06403644</c:v>
                </c:pt>
                <c:pt idx="557">
                  <c:v>194.05176096</c:v>
                </c:pt>
                <c:pt idx="558">
                  <c:v>194.5725318</c:v>
                </c:pt>
                <c:pt idx="559">
                  <c:v>194.58415326</c:v>
                </c:pt>
                <c:pt idx="560">
                  <c:v>194.40606931</c:v>
                </c:pt>
                <c:pt idx="561">
                  <c:v>194.20710281</c:v>
                </c:pt>
                <c:pt idx="562">
                  <c:v>194.33914203</c:v>
                </c:pt>
                <c:pt idx="563">
                  <c:v>194.34915359</c:v>
                </c:pt>
                <c:pt idx="564">
                  <c:v>194.27350714</c:v>
                </c:pt>
                <c:pt idx="565">
                  <c:v>194.07654089</c:v>
                </c:pt>
                <c:pt idx="566">
                  <c:v>194.11551984</c:v>
                </c:pt>
                <c:pt idx="567">
                  <c:v>194.68013889</c:v>
                </c:pt>
                <c:pt idx="568">
                  <c:v>194.44468735</c:v>
                </c:pt>
                <c:pt idx="569">
                  <c:v>194.06325473</c:v>
                </c:pt>
                <c:pt idx="570">
                  <c:v>193.64942587</c:v>
                </c:pt>
                <c:pt idx="571">
                  <c:v>194.08611426</c:v>
                </c:pt>
                <c:pt idx="572">
                  <c:v>194.52818716</c:v>
                </c:pt>
                <c:pt idx="573">
                  <c:v>194.10504346</c:v>
                </c:pt>
                <c:pt idx="574">
                  <c:v>193.77235864</c:v>
                </c:pt>
                <c:pt idx="575">
                  <c:v>193.72971039</c:v>
                </c:pt>
                <c:pt idx="576">
                  <c:v>194.20393903</c:v>
                </c:pt>
                <c:pt idx="577">
                  <c:v>194.20313882</c:v>
                </c:pt>
                <c:pt idx="578">
                  <c:v>194.48411789</c:v>
                </c:pt>
                <c:pt idx="579">
                  <c:v>193.93311221</c:v>
                </c:pt>
                <c:pt idx="580">
                  <c:v>193.75416483</c:v>
                </c:pt>
                <c:pt idx="581">
                  <c:v>193.74993387</c:v>
                </c:pt>
                <c:pt idx="582">
                  <c:v>193.98238483</c:v>
                </c:pt>
                <c:pt idx="583">
                  <c:v>193.73350443</c:v>
                </c:pt>
                <c:pt idx="584">
                  <c:v>193.46446008</c:v>
                </c:pt>
                <c:pt idx="585">
                  <c:v>193.60034641</c:v>
                </c:pt>
                <c:pt idx="586">
                  <c:v>193.57508014</c:v>
                </c:pt>
                <c:pt idx="587">
                  <c:v>193.68914563</c:v>
                </c:pt>
                <c:pt idx="588">
                  <c:v>193.18603207</c:v>
                </c:pt>
                <c:pt idx="589">
                  <c:v>193.7235365</c:v>
                </c:pt>
                <c:pt idx="590">
                  <c:v>193.19292545</c:v>
                </c:pt>
                <c:pt idx="591">
                  <c:v>193.14851764</c:v>
                </c:pt>
                <c:pt idx="592">
                  <c:v>193.63045486</c:v>
                </c:pt>
                <c:pt idx="593">
                  <c:v>193.30945203</c:v>
                </c:pt>
                <c:pt idx="594">
                  <c:v>193.27710699</c:v>
                </c:pt>
                <c:pt idx="595">
                  <c:v>193.09714777</c:v>
                </c:pt>
                <c:pt idx="596">
                  <c:v>193.21873999</c:v>
                </c:pt>
                <c:pt idx="597">
                  <c:v>193.48974271</c:v>
                </c:pt>
                <c:pt idx="598">
                  <c:v>193.18553082</c:v>
                </c:pt>
                <c:pt idx="599">
                  <c:v>193.59297324</c:v>
                </c:pt>
                <c:pt idx="600">
                  <c:v>193.61469647</c:v>
                </c:pt>
                <c:pt idx="601">
                  <c:v>193.35211499</c:v>
                </c:pt>
                <c:pt idx="602">
                  <c:v>193.65089709</c:v>
                </c:pt>
                <c:pt idx="603">
                  <c:v>193.2189783</c:v>
                </c:pt>
                <c:pt idx="604">
                  <c:v>192.99593118</c:v>
                </c:pt>
                <c:pt idx="605">
                  <c:v>192.78602338</c:v>
                </c:pt>
                <c:pt idx="606">
                  <c:v>192.74595062</c:v>
                </c:pt>
                <c:pt idx="607">
                  <c:v>193.15827921</c:v>
                </c:pt>
                <c:pt idx="608">
                  <c:v>193.27368973</c:v>
                </c:pt>
                <c:pt idx="609">
                  <c:v>193.66023749</c:v>
                </c:pt>
                <c:pt idx="610">
                  <c:v>193.26329758</c:v>
                </c:pt>
                <c:pt idx="611">
                  <c:v>193.43632581</c:v>
                </c:pt>
                <c:pt idx="612">
                  <c:v>193.05714557</c:v>
                </c:pt>
                <c:pt idx="613">
                  <c:v>193.58170248</c:v>
                </c:pt>
                <c:pt idx="614">
                  <c:v>193.42415634</c:v>
                </c:pt>
                <c:pt idx="615">
                  <c:v>193.28210898</c:v>
                </c:pt>
                <c:pt idx="616">
                  <c:v>193.26985571</c:v>
                </c:pt>
                <c:pt idx="617">
                  <c:v>193.27431354</c:v>
                </c:pt>
                <c:pt idx="618">
                  <c:v>193.72405124</c:v>
                </c:pt>
                <c:pt idx="619">
                  <c:v>192.7707225</c:v>
                </c:pt>
                <c:pt idx="620">
                  <c:v>193.51558289</c:v>
                </c:pt>
                <c:pt idx="621">
                  <c:v>193.38195023</c:v>
                </c:pt>
                <c:pt idx="622">
                  <c:v>192.64804196</c:v>
                </c:pt>
                <c:pt idx="623">
                  <c:v>193.65625339</c:v>
                </c:pt>
                <c:pt idx="624">
                  <c:v>192.95045523</c:v>
                </c:pt>
                <c:pt idx="625">
                  <c:v>193.12757788</c:v>
                </c:pt>
                <c:pt idx="626">
                  <c:v>193.16500412</c:v>
                </c:pt>
                <c:pt idx="627">
                  <c:v>193.76936716</c:v>
                </c:pt>
                <c:pt idx="628">
                  <c:v>193.45980521</c:v>
                </c:pt>
                <c:pt idx="629">
                  <c:v>193.40042703</c:v>
                </c:pt>
                <c:pt idx="630">
                  <c:v>193.27313437</c:v>
                </c:pt>
                <c:pt idx="631">
                  <c:v>193.34779315</c:v>
                </c:pt>
                <c:pt idx="632">
                  <c:v>193.86294632</c:v>
                </c:pt>
                <c:pt idx="633">
                  <c:v>193.18948569</c:v>
                </c:pt>
                <c:pt idx="634">
                  <c:v>193.62101471</c:v>
                </c:pt>
                <c:pt idx="635">
                  <c:v>193.31395435</c:v>
                </c:pt>
                <c:pt idx="636">
                  <c:v>193.34624002</c:v>
                </c:pt>
                <c:pt idx="637">
                  <c:v>193.19558459</c:v>
                </c:pt>
                <c:pt idx="638">
                  <c:v>193.57043091</c:v>
                </c:pt>
                <c:pt idx="639">
                  <c:v>193.70561786</c:v>
                </c:pt>
                <c:pt idx="640">
                  <c:v>193.44445868</c:v>
                </c:pt>
                <c:pt idx="641">
                  <c:v>193.50240811</c:v>
                </c:pt>
                <c:pt idx="642">
                  <c:v>193.5987095</c:v>
                </c:pt>
                <c:pt idx="643">
                  <c:v>193.72427509</c:v>
                </c:pt>
                <c:pt idx="644">
                  <c:v>193.47352539</c:v>
                </c:pt>
                <c:pt idx="645">
                  <c:v>193.5856622</c:v>
                </c:pt>
                <c:pt idx="646">
                  <c:v>193.46406412</c:v>
                </c:pt>
                <c:pt idx="647">
                  <c:v>193.42547922</c:v>
                </c:pt>
                <c:pt idx="648">
                  <c:v>193.3187713</c:v>
                </c:pt>
                <c:pt idx="649">
                  <c:v>193.67831369</c:v>
                </c:pt>
                <c:pt idx="650">
                  <c:v>193.60081119</c:v>
                </c:pt>
                <c:pt idx="651">
                  <c:v>193.7787977</c:v>
                </c:pt>
                <c:pt idx="652">
                  <c:v>193.59258112</c:v>
                </c:pt>
                <c:pt idx="653">
                  <c:v>193.8301485</c:v>
                </c:pt>
                <c:pt idx="654">
                  <c:v>193.89096085</c:v>
                </c:pt>
                <c:pt idx="655">
                  <c:v>193.97294824</c:v>
                </c:pt>
                <c:pt idx="656">
                  <c:v>193.53562158</c:v>
                </c:pt>
                <c:pt idx="657">
                  <c:v>193.6679119</c:v>
                </c:pt>
                <c:pt idx="658">
                  <c:v>193.37362637</c:v>
                </c:pt>
                <c:pt idx="659">
                  <c:v>193.59300168</c:v>
                </c:pt>
                <c:pt idx="660">
                  <c:v>193.58102448</c:v>
                </c:pt>
                <c:pt idx="661">
                  <c:v>193.88057147</c:v>
                </c:pt>
                <c:pt idx="662">
                  <c:v>193.69221088</c:v>
                </c:pt>
                <c:pt idx="663">
                  <c:v>193.39772601</c:v>
                </c:pt>
                <c:pt idx="664">
                  <c:v>193.43970615</c:v>
                </c:pt>
                <c:pt idx="665">
                  <c:v>193.9157305</c:v>
                </c:pt>
                <c:pt idx="666">
                  <c:v>193.61280966</c:v>
                </c:pt>
                <c:pt idx="667">
                  <c:v>193.66357162</c:v>
                </c:pt>
                <c:pt idx="668">
                  <c:v>193.30029224</c:v>
                </c:pt>
                <c:pt idx="669">
                  <c:v>193.28776398</c:v>
                </c:pt>
                <c:pt idx="670">
                  <c:v>193.61885684</c:v>
                </c:pt>
                <c:pt idx="671">
                  <c:v>193.78658417</c:v>
                </c:pt>
                <c:pt idx="672">
                  <c:v>193.76507901</c:v>
                </c:pt>
                <c:pt idx="673">
                  <c:v>193.45606735</c:v>
                </c:pt>
                <c:pt idx="674">
                  <c:v>194.00158707</c:v>
                </c:pt>
                <c:pt idx="675">
                  <c:v>193.60005487</c:v>
                </c:pt>
                <c:pt idx="676">
                  <c:v>194.0590488</c:v>
                </c:pt>
                <c:pt idx="677">
                  <c:v>193.70888919</c:v>
                </c:pt>
                <c:pt idx="678">
                  <c:v>193.68909702</c:v>
                </c:pt>
                <c:pt idx="679">
                  <c:v>194.01828094</c:v>
                </c:pt>
                <c:pt idx="680">
                  <c:v>194.04204419</c:v>
                </c:pt>
                <c:pt idx="681">
                  <c:v>194.23906857</c:v>
                </c:pt>
                <c:pt idx="682">
                  <c:v>193.61549121</c:v>
                </c:pt>
                <c:pt idx="683">
                  <c:v>193.84739478</c:v>
                </c:pt>
                <c:pt idx="684">
                  <c:v>194.21837958</c:v>
                </c:pt>
                <c:pt idx="685">
                  <c:v>193.87626129</c:v>
                </c:pt>
                <c:pt idx="686">
                  <c:v>193.70481488</c:v>
                </c:pt>
                <c:pt idx="687">
                  <c:v>193.97521091</c:v>
                </c:pt>
                <c:pt idx="688">
                  <c:v>194.10082935</c:v>
                </c:pt>
                <c:pt idx="689">
                  <c:v>194.01581927</c:v>
                </c:pt>
                <c:pt idx="690">
                  <c:v>193.47939911</c:v>
                </c:pt>
                <c:pt idx="691">
                  <c:v>193.74664069</c:v>
                </c:pt>
                <c:pt idx="692">
                  <c:v>193.94271161</c:v>
                </c:pt>
                <c:pt idx="693">
                  <c:v>193.94076987</c:v>
                </c:pt>
                <c:pt idx="694">
                  <c:v>193.48798843</c:v>
                </c:pt>
                <c:pt idx="695">
                  <c:v>193.67635992</c:v>
                </c:pt>
                <c:pt idx="696">
                  <c:v>193.38271939</c:v>
                </c:pt>
                <c:pt idx="697">
                  <c:v>193.70212076</c:v>
                </c:pt>
                <c:pt idx="698">
                  <c:v>193.94661859</c:v>
                </c:pt>
                <c:pt idx="699">
                  <c:v>193.69523898</c:v>
                </c:pt>
                <c:pt idx="700">
                  <c:v>193.66983292</c:v>
                </c:pt>
                <c:pt idx="701">
                  <c:v>194.19357736</c:v>
                </c:pt>
                <c:pt idx="702">
                  <c:v>193.73232593</c:v>
                </c:pt>
                <c:pt idx="703">
                  <c:v>193.78925116</c:v>
                </c:pt>
                <c:pt idx="704">
                  <c:v>193.74182684</c:v>
                </c:pt>
                <c:pt idx="705">
                  <c:v>193.70281619</c:v>
                </c:pt>
                <c:pt idx="706">
                  <c:v>194.04974698</c:v>
                </c:pt>
                <c:pt idx="707">
                  <c:v>193.87690591</c:v>
                </c:pt>
                <c:pt idx="708">
                  <c:v>193.87602646</c:v>
                </c:pt>
                <c:pt idx="709">
                  <c:v>194.06950751</c:v>
                </c:pt>
                <c:pt idx="710">
                  <c:v>193.4513465</c:v>
                </c:pt>
                <c:pt idx="711">
                  <c:v>193.42737415</c:v>
                </c:pt>
                <c:pt idx="712">
                  <c:v>193.39111819</c:v>
                </c:pt>
                <c:pt idx="713">
                  <c:v>193.17022983</c:v>
                </c:pt>
                <c:pt idx="714">
                  <c:v>193.67065457</c:v>
                </c:pt>
                <c:pt idx="715">
                  <c:v>193.87189474</c:v>
                </c:pt>
                <c:pt idx="716">
                  <c:v>193.27723178</c:v>
                </c:pt>
                <c:pt idx="717">
                  <c:v>193.42003186</c:v>
                </c:pt>
                <c:pt idx="718">
                  <c:v>194.08558002</c:v>
                </c:pt>
                <c:pt idx="719">
                  <c:v>193.66095645</c:v>
                </c:pt>
                <c:pt idx="720">
                  <c:v>193.85924805</c:v>
                </c:pt>
                <c:pt idx="721">
                  <c:v>193.68106775</c:v>
                </c:pt>
                <c:pt idx="722">
                  <c:v>193.31319995</c:v>
                </c:pt>
                <c:pt idx="723">
                  <c:v>193.49094672</c:v>
                </c:pt>
                <c:pt idx="724">
                  <c:v>193.85911887</c:v>
                </c:pt>
                <c:pt idx="725">
                  <c:v>193.4935784</c:v>
                </c:pt>
                <c:pt idx="726">
                  <c:v>193.83393491</c:v>
                </c:pt>
                <c:pt idx="727">
                  <c:v>193.63427887</c:v>
                </c:pt>
                <c:pt idx="728">
                  <c:v>193.5711123</c:v>
                </c:pt>
                <c:pt idx="729">
                  <c:v>193.89090729</c:v>
                </c:pt>
                <c:pt idx="730">
                  <c:v>193.63240741</c:v>
                </c:pt>
                <c:pt idx="731">
                  <c:v>193.53286322</c:v>
                </c:pt>
                <c:pt idx="732">
                  <c:v>193.12136575</c:v>
                </c:pt>
                <c:pt idx="733">
                  <c:v>193.58274677</c:v>
                </c:pt>
                <c:pt idx="734">
                  <c:v>193.63673508</c:v>
                </c:pt>
                <c:pt idx="735">
                  <c:v>192.97054333</c:v>
                </c:pt>
                <c:pt idx="736">
                  <c:v>193.30212677</c:v>
                </c:pt>
                <c:pt idx="737">
                  <c:v>193.1482645</c:v>
                </c:pt>
                <c:pt idx="738">
                  <c:v>193.7052912</c:v>
                </c:pt>
                <c:pt idx="739">
                  <c:v>193.54726849</c:v>
                </c:pt>
                <c:pt idx="740">
                  <c:v>193.11743405</c:v>
                </c:pt>
                <c:pt idx="741">
                  <c:v>193.47218768</c:v>
                </c:pt>
                <c:pt idx="742">
                  <c:v>193.33352063</c:v>
                </c:pt>
                <c:pt idx="743">
                  <c:v>192.97012772</c:v>
                </c:pt>
                <c:pt idx="744">
                  <c:v>193.42031854</c:v>
                </c:pt>
                <c:pt idx="745">
                  <c:v>193.77019208</c:v>
                </c:pt>
                <c:pt idx="746">
                  <c:v>193.68165601</c:v>
                </c:pt>
                <c:pt idx="747">
                  <c:v>193.41367068</c:v>
                </c:pt>
                <c:pt idx="748">
                  <c:v>192.97216422</c:v>
                </c:pt>
                <c:pt idx="749">
                  <c:v>193.46392206</c:v>
                </c:pt>
                <c:pt idx="750">
                  <c:v>193.31289963</c:v>
                </c:pt>
                <c:pt idx="751">
                  <c:v>193.05779568</c:v>
                </c:pt>
                <c:pt idx="752">
                  <c:v>193.26224567</c:v>
                </c:pt>
                <c:pt idx="753">
                  <c:v>193.00490628</c:v>
                </c:pt>
                <c:pt idx="754">
                  <c:v>193.25332947</c:v>
                </c:pt>
                <c:pt idx="755">
                  <c:v>193.07342358</c:v>
                </c:pt>
                <c:pt idx="756">
                  <c:v>193.00624216</c:v>
                </c:pt>
                <c:pt idx="757">
                  <c:v>192.93983664</c:v>
                </c:pt>
                <c:pt idx="758">
                  <c:v>192.74857336</c:v>
                </c:pt>
                <c:pt idx="759">
                  <c:v>192.76793518</c:v>
                </c:pt>
                <c:pt idx="760">
                  <c:v>192.73569168</c:v>
                </c:pt>
                <c:pt idx="761">
                  <c:v>193.35201611</c:v>
                </c:pt>
                <c:pt idx="762">
                  <c:v>193.05312253</c:v>
                </c:pt>
                <c:pt idx="763">
                  <c:v>193.09532153</c:v>
                </c:pt>
                <c:pt idx="764">
                  <c:v>192.74966861</c:v>
                </c:pt>
                <c:pt idx="765">
                  <c:v>192.93664789</c:v>
                </c:pt>
                <c:pt idx="766">
                  <c:v>192.81017239</c:v>
                </c:pt>
                <c:pt idx="767">
                  <c:v>193.1777511</c:v>
                </c:pt>
                <c:pt idx="768">
                  <c:v>192.81284738</c:v>
                </c:pt>
                <c:pt idx="769">
                  <c:v>192.99898367</c:v>
                </c:pt>
                <c:pt idx="770">
                  <c:v>192.95202637</c:v>
                </c:pt>
                <c:pt idx="771">
                  <c:v>192.94508331</c:v>
                </c:pt>
                <c:pt idx="772">
                  <c:v>193.0749183</c:v>
                </c:pt>
                <c:pt idx="773">
                  <c:v>192.78047961</c:v>
                </c:pt>
                <c:pt idx="774">
                  <c:v>192.31350229</c:v>
                </c:pt>
                <c:pt idx="775">
                  <c:v>193.06541113</c:v>
                </c:pt>
                <c:pt idx="776">
                  <c:v>192.55661255</c:v>
                </c:pt>
                <c:pt idx="777">
                  <c:v>192.91131409</c:v>
                </c:pt>
                <c:pt idx="778">
                  <c:v>192.98372693</c:v>
                </c:pt>
                <c:pt idx="779">
                  <c:v>192.72191425</c:v>
                </c:pt>
                <c:pt idx="780">
                  <c:v>192.93172125</c:v>
                </c:pt>
                <c:pt idx="781">
                  <c:v>192.83461572</c:v>
                </c:pt>
                <c:pt idx="782">
                  <c:v>193.156147</c:v>
                </c:pt>
                <c:pt idx="783">
                  <c:v>193.01013791</c:v>
                </c:pt>
                <c:pt idx="784">
                  <c:v>193.16172052</c:v>
                </c:pt>
                <c:pt idx="785">
                  <c:v>193.00113474</c:v>
                </c:pt>
                <c:pt idx="786">
                  <c:v>192.52598544</c:v>
                </c:pt>
                <c:pt idx="787">
                  <c:v>193.0351958</c:v>
                </c:pt>
                <c:pt idx="788">
                  <c:v>192.81937201</c:v>
                </c:pt>
                <c:pt idx="789">
                  <c:v>192.55985956</c:v>
                </c:pt>
                <c:pt idx="790">
                  <c:v>192.72253583</c:v>
                </c:pt>
                <c:pt idx="791">
                  <c:v>192.42109296</c:v>
                </c:pt>
                <c:pt idx="792">
                  <c:v>192.98342838</c:v>
                </c:pt>
                <c:pt idx="793">
                  <c:v>192.59046573</c:v>
                </c:pt>
                <c:pt idx="794">
                  <c:v>192.66110776</c:v>
                </c:pt>
                <c:pt idx="795">
                  <c:v>192.9069545</c:v>
                </c:pt>
                <c:pt idx="796">
                  <c:v>192.87385339</c:v>
                </c:pt>
                <c:pt idx="797">
                  <c:v>192.68241406</c:v>
                </c:pt>
                <c:pt idx="798">
                  <c:v>192.90964316</c:v>
                </c:pt>
                <c:pt idx="799">
                  <c:v>192.21242603</c:v>
                </c:pt>
                <c:pt idx="800">
                  <c:v>192.68039059</c:v>
                </c:pt>
                <c:pt idx="801">
                  <c:v>192.76166486</c:v>
                </c:pt>
                <c:pt idx="802">
                  <c:v>192.98071115</c:v>
                </c:pt>
                <c:pt idx="803">
                  <c:v>193.00926428</c:v>
                </c:pt>
                <c:pt idx="804">
                  <c:v>192.77710571</c:v>
                </c:pt>
                <c:pt idx="805">
                  <c:v>192.46554239</c:v>
                </c:pt>
                <c:pt idx="806">
                  <c:v>192.48903613</c:v>
                </c:pt>
                <c:pt idx="807">
                  <c:v>192.58903467</c:v>
                </c:pt>
                <c:pt idx="808">
                  <c:v>193.08825861</c:v>
                </c:pt>
                <c:pt idx="809">
                  <c:v>193.12343887</c:v>
                </c:pt>
                <c:pt idx="810">
                  <c:v>192.48834073</c:v>
                </c:pt>
                <c:pt idx="811">
                  <c:v>192.70818353</c:v>
                </c:pt>
                <c:pt idx="812">
                  <c:v>193.17381812</c:v>
                </c:pt>
                <c:pt idx="813">
                  <c:v>192.73557312</c:v>
                </c:pt>
                <c:pt idx="814">
                  <c:v>192.40336597</c:v>
                </c:pt>
                <c:pt idx="815">
                  <c:v>192.65021106</c:v>
                </c:pt>
                <c:pt idx="816">
                  <c:v>192.65312863</c:v>
                </c:pt>
                <c:pt idx="817">
                  <c:v>192.70590567</c:v>
                </c:pt>
                <c:pt idx="818">
                  <c:v>193.09988998</c:v>
                </c:pt>
                <c:pt idx="819">
                  <c:v>192.72115411</c:v>
                </c:pt>
                <c:pt idx="820">
                  <c:v>193.02486551</c:v>
                </c:pt>
                <c:pt idx="821">
                  <c:v>192.57209622</c:v>
                </c:pt>
                <c:pt idx="822">
                  <c:v>192.81030093</c:v>
                </c:pt>
                <c:pt idx="823">
                  <c:v>192.21296777</c:v>
                </c:pt>
                <c:pt idx="824">
                  <c:v>192.80628754</c:v>
                </c:pt>
                <c:pt idx="825">
                  <c:v>192.86326456</c:v>
                </c:pt>
                <c:pt idx="826">
                  <c:v>192.54797281</c:v>
                </c:pt>
                <c:pt idx="827">
                  <c:v>192.51838245</c:v>
                </c:pt>
                <c:pt idx="828">
                  <c:v>192.9749942</c:v>
                </c:pt>
                <c:pt idx="829">
                  <c:v>193.15760245</c:v>
                </c:pt>
                <c:pt idx="830">
                  <c:v>192.73001035</c:v>
                </c:pt>
                <c:pt idx="831">
                  <c:v>192.88013864</c:v>
                </c:pt>
                <c:pt idx="832">
                  <c:v>192.71505228</c:v>
                </c:pt>
                <c:pt idx="833">
                  <c:v>192.9939104</c:v>
                </c:pt>
                <c:pt idx="834">
                  <c:v>192.667323</c:v>
                </c:pt>
                <c:pt idx="835">
                  <c:v>192.85456573</c:v>
                </c:pt>
                <c:pt idx="836">
                  <c:v>192.97854187</c:v>
                </c:pt>
                <c:pt idx="837">
                  <c:v>193.45283273</c:v>
                </c:pt>
                <c:pt idx="838">
                  <c:v>192.67188568</c:v>
                </c:pt>
                <c:pt idx="839">
                  <c:v>193.47058383</c:v>
                </c:pt>
                <c:pt idx="840">
                  <c:v>192.68208701</c:v>
                </c:pt>
                <c:pt idx="841">
                  <c:v>193.38693408</c:v>
                </c:pt>
                <c:pt idx="842">
                  <c:v>193.10978745</c:v>
                </c:pt>
                <c:pt idx="843">
                  <c:v>192.87153644</c:v>
                </c:pt>
                <c:pt idx="844">
                  <c:v>192.79353018</c:v>
                </c:pt>
                <c:pt idx="845">
                  <c:v>192.97279031</c:v>
                </c:pt>
                <c:pt idx="846">
                  <c:v>193.20936658</c:v>
                </c:pt>
                <c:pt idx="847">
                  <c:v>192.97744519</c:v>
                </c:pt>
                <c:pt idx="848">
                  <c:v>192.69460049</c:v>
                </c:pt>
                <c:pt idx="849">
                  <c:v>192.9736832</c:v>
                </c:pt>
                <c:pt idx="850">
                  <c:v>192.88127213</c:v>
                </c:pt>
                <c:pt idx="851">
                  <c:v>192.9791965</c:v>
                </c:pt>
                <c:pt idx="852">
                  <c:v>192.7923938</c:v>
                </c:pt>
                <c:pt idx="853">
                  <c:v>192.7066734</c:v>
                </c:pt>
                <c:pt idx="854">
                  <c:v>192.77191055</c:v>
                </c:pt>
                <c:pt idx="855">
                  <c:v>192.79918503</c:v>
                </c:pt>
                <c:pt idx="856">
                  <c:v>192.39306061</c:v>
                </c:pt>
                <c:pt idx="857">
                  <c:v>192.39113062</c:v>
                </c:pt>
                <c:pt idx="858">
                  <c:v>192.50132361</c:v>
                </c:pt>
                <c:pt idx="859">
                  <c:v>192.94930896</c:v>
                </c:pt>
                <c:pt idx="860">
                  <c:v>192.56387738</c:v>
                </c:pt>
                <c:pt idx="861">
                  <c:v>193.07780746</c:v>
                </c:pt>
                <c:pt idx="862">
                  <c:v>193.0194295</c:v>
                </c:pt>
                <c:pt idx="863">
                  <c:v>192.59169186</c:v>
                </c:pt>
                <c:pt idx="864">
                  <c:v>192.66103433</c:v>
                </c:pt>
                <c:pt idx="865">
                  <c:v>192.88220703</c:v>
                </c:pt>
                <c:pt idx="866">
                  <c:v>192.7511658</c:v>
                </c:pt>
                <c:pt idx="867">
                  <c:v>192.79177115</c:v>
                </c:pt>
                <c:pt idx="868">
                  <c:v>192.64787305</c:v>
                </c:pt>
                <c:pt idx="869">
                  <c:v>192.602561</c:v>
                </c:pt>
                <c:pt idx="870">
                  <c:v>193.24994815</c:v>
                </c:pt>
                <c:pt idx="871">
                  <c:v>192.81734253</c:v>
                </c:pt>
                <c:pt idx="872">
                  <c:v>192.9526369</c:v>
                </c:pt>
                <c:pt idx="873">
                  <c:v>192.8157059</c:v>
                </c:pt>
                <c:pt idx="874">
                  <c:v>192.40335092</c:v>
                </c:pt>
                <c:pt idx="875">
                  <c:v>192.79276141</c:v>
                </c:pt>
                <c:pt idx="876">
                  <c:v>192.54242511</c:v>
                </c:pt>
                <c:pt idx="877">
                  <c:v>192.85433875</c:v>
                </c:pt>
                <c:pt idx="878">
                  <c:v>192.6592691</c:v>
                </c:pt>
                <c:pt idx="879">
                  <c:v>192.80918314</c:v>
                </c:pt>
                <c:pt idx="880">
                  <c:v>192.66474286</c:v>
                </c:pt>
                <c:pt idx="881">
                  <c:v>192.54774564</c:v>
                </c:pt>
                <c:pt idx="882">
                  <c:v>192.45254602</c:v>
                </c:pt>
                <c:pt idx="883">
                  <c:v>192.58320435</c:v>
                </c:pt>
                <c:pt idx="884">
                  <c:v>192.30681781</c:v>
                </c:pt>
                <c:pt idx="885">
                  <c:v>192.48085519</c:v>
                </c:pt>
                <c:pt idx="886">
                  <c:v>192.74879044</c:v>
                </c:pt>
                <c:pt idx="887">
                  <c:v>192.41871866</c:v>
                </c:pt>
                <c:pt idx="888">
                  <c:v>192.52924939</c:v>
                </c:pt>
                <c:pt idx="889">
                  <c:v>192.79641818</c:v>
                </c:pt>
                <c:pt idx="890">
                  <c:v>192.51337973</c:v>
                </c:pt>
                <c:pt idx="891">
                  <c:v>192.86381677</c:v>
                </c:pt>
                <c:pt idx="892">
                  <c:v>192.87089346</c:v>
                </c:pt>
                <c:pt idx="893">
                  <c:v>192.7333078</c:v>
                </c:pt>
                <c:pt idx="894">
                  <c:v>192.65875119</c:v>
                </c:pt>
                <c:pt idx="895">
                  <c:v>192.20849396</c:v>
                </c:pt>
                <c:pt idx="896">
                  <c:v>192.64843307</c:v>
                </c:pt>
                <c:pt idx="897">
                  <c:v>192.64051205</c:v>
                </c:pt>
                <c:pt idx="898">
                  <c:v>192.71370889</c:v>
                </c:pt>
                <c:pt idx="899">
                  <c:v>192.63134567</c:v>
                </c:pt>
                <c:pt idx="900">
                  <c:v>192.25222113</c:v>
                </c:pt>
                <c:pt idx="901">
                  <c:v>192.65667319</c:v>
                </c:pt>
                <c:pt idx="902">
                  <c:v>192.57584055</c:v>
                </c:pt>
                <c:pt idx="903">
                  <c:v>192.49848303</c:v>
                </c:pt>
                <c:pt idx="904">
                  <c:v>192.60696332</c:v>
                </c:pt>
                <c:pt idx="905">
                  <c:v>192.59941568</c:v>
                </c:pt>
                <c:pt idx="906">
                  <c:v>192.77627536</c:v>
                </c:pt>
                <c:pt idx="907">
                  <c:v>192.94989267</c:v>
                </c:pt>
                <c:pt idx="908">
                  <c:v>192.79348499</c:v>
                </c:pt>
                <c:pt idx="909">
                  <c:v>192.8043938</c:v>
                </c:pt>
                <c:pt idx="910">
                  <c:v>192.17735004</c:v>
                </c:pt>
                <c:pt idx="911">
                  <c:v>192.2974407</c:v>
                </c:pt>
                <c:pt idx="912">
                  <c:v>192.32148401</c:v>
                </c:pt>
                <c:pt idx="913">
                  <c:v>192.44796283</c:v>
                </c:pt>
                <c:pt idx="914">
                  <c:v>192.4735874</c:v>
                </c:pt>
                <c:pt idx="915">
                  <c:v>192.11486832</c:v>
                </c:pt>
                <c:pt idx="916">
                  <c:v>192.29342398</c:v>
                </c:pt>
                <c:pt idx="917">
                  <c:v>192.9477084</c:v>
                </c:pt>
                <c:pt idx="918">
                  <c:v>192.74521182</c:v>
                </c:pt>
                <c:pt idx="919">
                  <c:v>192.6660976</c:v>
                </c:pt>
                <c:pt idx="920">
                  <c:v>192.34878348</c:v>
                </c:pt>
                <c:pt idx="921">
                  <c:v>191.77904501</c:v>
                </c:pt>
                <c:pt idx="922">
                  <c:v>192.37621957</c:v>
                </c:pt>
                <c:pt idx="923">
                  <c:v>192.21805048</c:v>
                </c:pt>
                <c:pt idx="924">
                  <c:v>192.1071524</c:v>
                </c:pt>
                <c:pt idx="925">
                  <c:v>192.29431686</c:v>
                </c:pt>
                <c:pt idx="926">
                  <c:v>192.26162613</c:v>
                </c:pt>
                <c:pt idx="927">
                  <c:v>192.16802176</c:v>
                </c:pt>
                <c:pt idx="928">
                  <c:v>192.16084396</c:v>
                </c:pt>
                <c:pt idx="929">
                  <c:v>192.2598317</c:v>
                </c:pt>
                <c:pt idx="930">
                  <c:v>192.47282507</c:v>
                </c:pt>
                <c:pt idx="931">
                  <c:v>192.17904144</c:v>
                </c:pt>
                <c:pt idx="932">
                  <c:v>192.14414731</c:v>
                </c:pt>
                <c:pt idx="933">
                  <c:v>192.30735791</c:v>
                </c:pt>
                <c:pt idx="934">
                  <c:v>192.43220886</c:v>
                </c:pt>
                <c:pt idx="935">
                  <c:v>192.44279294</c:v>
                </c:pt>
                <c:pt idx="936">
                  <c:v>192.30847882</c:v>
                </c:pt>
                <c:pt idx="937">
                  <c:v>192.10405078</c:v>
                </c:pt>
                <c:pt idx="938">
                  <c:v>192.34718259</c:v>
                </c:pt>
                <c:pt idx="939">
                  <c:v>192.00532297</c:v>
                </c:pt>
                <c:pt idx="940">
                  <c:v>192.70424078</c:v>
                </c:pt>
                <c:pt idx="941">
                  <c:v>192.30686819</c:v>
                </c:pt>
                <c:pt idx="942">
                  <c:v>192.38494214</c:v>
                </c:pt>
                <c:pt idx="943">
                  <c:v>192.29359296</c:v>
                </c:pt>
                <c:pt idx="944">
                  <c:v>191.90949951</c:v>
                </c:pt>
                <c:pt idx="945">
                  <c:v>192.11554776</c:v>
                </c:pt>
                <c:pt idx="946">
                  <c:v>192.22313165</c:v>
                </c:pt>
                <c:pt idx="947">
                  <c:v>191.86762103</c:v>
                </c:pt>
                <c:pt idx="948">
                  <c:v>192.02137299</c:v>
                </c:pt>
                <c:pt idx="949">
                  <c:v>192.10318756</c:v>
                </c:pt>
                <c:pt idx="950">
                  <c:v>192.09552213</c:v>
                </c:pt>
                <c:pt idx="951">
                  <c:v>192.09919293</c:v>
                </c:pt>
                <c:pt idx="952">
                  <c:v>191.81053278</c:v>
                </c:pt>
                <c:pt idx="953">
                  <c:v>192.05837592</c:v>
                </c:pt>
                <c:pt idx="954">
                  <c:v>191.63276733</c:v>
                </c:pt>
                <c:pt idx="955">
                  <c:v>192.26070239</c:v>
                </c:pt>
                <c:pt idx="956">
                  <c:v>192.26763028</c:v>
                </c:pt>
                <c:pt idx="957">
                  <c:v>192.19431366</c:v>
                </c:pt>
                <c:pt idx="958">
                  <c:v>191.8603894</c:v>
                </c:pt>
                <c:pt idx="959">
                  <c:v>192.33384402</c:v>
                </c:pt>
                <c:pt idx="960">
                  <c:v>191.52210547</c:v>
                </c:pt>
                <c:pt idx="961">
                  <c:v>192.28371106</c:v>
                </c:pt>
                <c:pt idx="962">
                  <c:v>192.41952899</c:v>
                </c:pt>
                <c:pt idx="963">
                  <c:v>192.43215103</c:v>
                </c:pt>
                <c:pt idx="964">
                  <c:v>191.77803418</c:v>
                </c:pt>
                <c:pt idx="965">
                  <c:v>191.8622709</c:v>
                </c:pt>
                <c:pt idx="966">
                  <c:v>192.06680759</c:v>
                </c:pt>
                <c:pt idx="967">
                  <c:v>192.05440442</c:v>
                </c:pt>
                <c:pt idx="968">
                  <c:v>191.68234464</c:v>
                </c:pt>
                <c:pt idx="969">
                  <c:v>191.66776874</c:v>
                </c:pt>
                <c:pt idx="970">
                  <c:v>191.45920935</c:v>
                </c:pt>
                <c:pt idx="971">
                  <c:v>192.02117654</c:v>
                </c:pt>
                <c:pt idx="972">
                  <c:v>191.90977979</c:v>
                </c:pt>
                <c:pt idx="973">
                  <c:v>191.65059314</c:v>
                </c:pt>
                <c:pt idx="974">
                  <c:v>191.67362723</c:v>
                </c:pt>
                <c:pt idx="975">
                  <c:v>191.87112466</c:v>
                </c:pt>
                <c:pt idx="976">
                  <c:v>192.46312958</c:v>
                </c:pt>
                <c:pt idx="977">
                  <c:v>192.15209232</c:v>
                </c:pt>
                <c:pt idx="978">
                  <c:v>191.2949552</c:v>
                </c:pt>
                <c:pt idx="979">
                  <c:v>191.5001506</c:v>
                </c:pt>
                <c:pt idx="980">
                  <c:v>191.8352674</c:v>
                </c:pt>
                <c:pt idx="981">
                  <c:v>191.69175052</c:v>
                </c:pt>
                <c:pt idx="982">
                  <c:v>191.83885757</c:v>
                </c:pt>
                <c:pt idx="983">
                  <c:v>191.96265042</c:v>
                </c:pt>
                <c:pt idx="984">
                  <c:v>191.960871</c:v>
                </c:pt>
                <c:pt idx="985">
                  <c:v>191.83885889</c:v>
                </c:pt>
                <c:pt idx="986">
                  <c:v>191.96101263</c:v>
                </c:pt>
                <c:pt idx="987">
                  <c:v>192.36855627</c:v>
                </c:pt>
                <c:pt idx="988">
                  <c:v>191.89052383</c:v>
                </c:pt>
                <c:pt idx="989">
                  <c:v>191.54626331</c:v>
                </c:pt>
                <c:pt idx="990">
                  <c:v>191.43788412</c:v>
                </c:pt>
                <c:pt idx="991">
                  <c:v>191.7809733</c:v>
                </c:pt>
                <c:pt idx="992">
                  <c:v>191.93713416</c:v>
                </c:pt>
                <c:pt idx="993">
                  <c:v>192.01635715</c:v>
                </c:pt>
                <c:pt idx="994">
                  <c:v>191.9406788</c:v>
                </c:pt>
                <c:pt idx="995">
                  <c:v>191.88158856</c:v>
                </c:pt>
                <c:pt idx="996">
                  <c:v>192.11037314</c:v>
                </c:pt>
                <c:pt idx="997">
                  <c:v>191.85404251</c:v>
                </c:pt>
                <c:pt idx="998">
                  <c:v>191.38926477</c:v>
                </c:pt>
                <c:pt idx="999">
                  <c:v>191.92399689</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8DFE7"/>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10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Host updates (thousands)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25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scatterChart>
        <c:scatterStyle val="line"/>
        <c:ser>
          <c:idx val="0"/>
          <c:order val="0"/>
          <c:tx>
            <c:v>Host</c:v>
          </c:tx>
          <c:spPr>
            <a:ln xmlns:a="http://schemas.openxmlformats.org/drawingml/2006/main" w="15240">
              <a:solidFill>
                <a:srgbClr val="20365C"/>
              </a:solidFill>
            </a:ln>
          </c:spPr>
          <c:marker>
            <c:symbol val="none"/>
          </c:marker>
          <c:xVal>
            <c:numRef>
              <c:f>'Chart Data'!$A$2:$A$1001</c:f>
              <c:numCache>
                <c:formatCode>General</c:formatCode>
                <c:ptCount val="10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numCache>
            </c:numRef>
          </c:xVal>
          <c:yVal>
            <c:numRef>
              <c:f>'Chart Data'!$B$2:$B$1001</c:f>
              <c:numCache>
                <c:formatCode>General</c:formatCode>
                <c:ptCount val="1000"/>
                <c:pt idx="0">
                  <c:v>0.57740537</c:v>
                </c:pt>
                <c:pt idx="1">
                  <c:v>0.77305233</c:v>
                </c:pt>
                <c:pt idx="2">
                  <c:v>1.67845341</c:v>
                </c:pt>
                <c:pt idx="3">
                  <c:v>2.5882793</c:v>
                </c:pt>
                <c:pt idx="4">
                  <c:v>3.6845307</c:v>
                </c:pt>
                <c:pt idx="5">
                  <c:v>4.53955803</c:v>
                </c:pt>
                <c:pt idx="6">
                  <c:v>5.44872134</c:v>
                </c:pt>
                <c:pt idx="7">
                  <c:v>6.32335551</c:v>
                </c:pt>
                <c:pt idx="8">
                  <c:v>7.18013242</c:v>
                </c:pt>
                <c:pt idx="9">
                  <c:v>8.13179209</c:v>
                </c:pt>
                <c:pt idx="10">
                  <c:v>9.36746906</c:v>
                </c:pt>
                <c:pt idx="11">
                  <c:v>10.33467686</c:v>
                </c:pt>
                <c:pt idx="12">
                  <c:v>11.55928999</c:v>
                </c:pt>
                <c:pt idx="13">
                  <c:v>12.74138099</c:v>
                </c:pt>
                <c:pt idx="14">
                  <c:v>14.11819717</c:v>
                </c:pt>
                <c:pt idx="15">
                  <c:v>15.03154189</c:v>
                </c:pt>
                <c:pt idx="16">
                  <c:v>16.52982895</c:v>
                </c:pt>
                <c:pt idx="17">
                  <c:v>18.21204601</c:v>
                </c:pt>
                <c:pt idx="18">
                  <c:v>19.2366104</c:v>
                </c:pt>
                <c:pt idx="19">
                  <c:v>20.78312952</c:v>
                </c:pt>
                <c:pt idx="20">
                  <c:v>22.26537105</c:v>
                </c:pt>
                <c:pt idx="21">
                  <c:v>24.57061826</c:v>
                </c:pt>
                <c:pt idx="22">
                  <c:v>26.53660796</c:v>
                </c:pt>
                <c:pt idx="23">
                  <c:v>28.12149431</c:v>
                </c:pt>
                <c:pt idx="24">
                  <c:v>29.34840519</c:v>
                </c:pt>
                <c:pt idx="25">
                  <c:v>30.80982163</c:v>
                </c:pt>
                <c:pt idx="26">
                  <c:v>30.11225149</c:v>
                </c:pt>
                <c:pt idx="27">
                  <c:v>30.11834998</c:v>
                </c:pt>
                <c:pt idx="28">
                  <c:v>31.33789738</c:v>
                </c:pt>
                <c:pt idx="29">
                  <c:v>31.41128972</c:v>
                </c:pt>
                <c:pt idx="30">
                  <c:v>32.32568068</c:v>
                </c:pt>
                <c:pt idx="31">
                  <c:v>33.17309613</c:v>
                </c:pt>
                <c:pt idx="32">
                  <c:v>32.6896172</c:v>
                </c:pt>
                <c:pt idx="33">
                  <c:v>32.54003095</c:v>
                </c:pt>
                <c:pt idx="34">
                  <c:v>32.70448682</c:v>
                </c:pt>
                <c:pt idx="35">
                  <c:v>34.66093533</c:v>
                </c:pt>
                <c:pt idx="36">
                  <c:v>34.49303078</c:v>
                </c:pt>
                <c:pt idx="37">
                  <c:v>34.6611174</c:v>
                </c:pt>
                <c:pt idx="38">
                  <c:v>35.49052545</c:v>
                </c:pt>
                <c:pt idx="39">
                  <c:v>35.80091358</c:v>
                </c:pt>
                <c:pt idx="40">
                  <c:v>36.98910333</c:v>
                </c:pt>
                <c:pt idx="41">
                  <c:v>37.5584078</c:v>
                </c:pt>
                <c:pt idx="42">
                  <c:v>37.97308107</c:v>
                </c:pt>
                <c:pt idx="43">
                  <c:v>38.73808003</c:v>
                </c:pt>
                <c:pt idx="44">
                  <c:v>39.03217685</c:v>
                </c:pt>
                <c:pt idx="45">
                  <c:v>39.74419904</c:v>
                </c:pt>
                <c:pt idx="46">
                  <c:v>40.53328193</c:v>
                </c:pt>
                <c:pt idx="47">
                  <c:v>41.56601869</c:v>
                </c:pt>
                <c:pt idx="48">
                  <c:v>41.98161251</c:v>
                </c:pt>
                <c:pt idx="49">
                  <c:v>43.52063181</c:v>
                </c:pt>
                <c:pt idx="50">
                  <c:v>43.65570626</c:v>
                </c:pt>
                <c:pt idx="51">
                  <c:v>44.30210373</c:v>
                </c:pt>
                <c:pt idx="52">
                  <c:v>45.36940654</c:v>
                </c:pt>
                <c:pt idx="53">
                  <c:v>46.73143519</c:v>
                </c:pt>
                <c:pt idx="54">
                  <c:v>45.69076368</c:v>
                </c:pt>
                <c:pt idx="55">
                  <c:v>47.73165426</c:v>
                </c:pt>
                <c:pt idx="56">
                  <c:v>48.34370755</c:v>
                </c:pt>
                <c:pt idx="57">
                  <c:v>48.78386372</c:v>
                </c:pt>
                <c:pt idx="58">
                  <c:v>50.04941222</c:v>
                </c:pt>
                <c:pt idx="59">
                  <c:v>50.2566466</c:v>
                </c:pt>
                <c:pt idx="60">
                  <c:v>51.49028246</c:v>
                </c:pt>
                <c:pt idx="61">
                  <c:v>51.27830665</c:v>
                </c:pt>
                <c:pt idx="62">
                  <c:v>51.77426542</c:v>
                </c:pt>
                <c:pt idx="63">
                  <c:v>52.72997182</c:v>
                </c:pt>
                <c:pt idx="64">
                  <c:v>53.4565308</c:v>
                </c:pt>
                <c:pt idx="65">
                  <c:v>53.27935683</c:v>
                </c:pt>
                <c:pt idx="66">
                  <c:v>54.5392463</c:v>
                </c:pt>
                <c:pt idx="67">
                  <c:v>54.8425456</c:v>
                </c:pt>
                <c:pt idx="68">
                  <c:v>55.61708255</c:v>
                </c:pt>
                <c:pt idx="69">
                  <c:v>54.90534314</c:v>
                </c:pt>
                <c:pt idx="70">
                  <c:v>55.80894757</c:v>
                </c:pt>
                <c:pt idx="71">
                  <c:v>57.15145517</c:v>
                </c:pt>
                <c:pt idx="72">
                  <c:v>57.26692228</c:v>
                </c:pt>
                <c:pt idx="73">
                  <c:v>58.30426383</c:v>
                </c:pt>
                <c:pt idx="74">
                  <c:v>57.21686887</c:v>
                </c:pt>
                <c:pt idx="75">
                  <c:v>58.61000146</c:v>
                </c:pt>
                <c:pt idx="76">
                  <c:v>59.33664879</c:v>
                </c:pt>
                <c:pt idx="77">
                  <c:v>60.12551406</c:v>
                </c:pt>
                <c:pt idx="78">
                  <c:v>59.80708904</c:v>
                </c:pt>
                <c:pt idx="79">
                  <c:v>59.7635673</c:v>
                </c:pt>
                <c:pt idx="80">
                  <c:v>59.88771093</c:v>
                </c:pt>
                <c:pt idx="81">
                  <c:v>60.78635408</c:v>
                </c:pt>
                <c:pt idx="82">
                  <c:v>61.25370092</c:v>
                </c:pt>
                <c:pt idx="83">
                  <c:v>60.50880016</c:v>
                </c:pt>
                <c:pt idx="84">
                  <c:v>61.34303846</c:v>
                </c:pt>
                <c:pt idx="85">
                  <c:v>62.10111543</c:v>
                </c:pt>
                <c:pt idx="86">
                  <c:v>61.67465958</c:v>
                </c:pt>
                <c:pt idx="87">
                  <c:v>61.99872636</c:v>
                </c:pt>
                <c:pt idx="88">
                  <c:v>62.67469928</c:v>
                </c:pt>
                <c:pt idx="89">
                  <c:v>62.72464272</c:v>
                </c:pt>
                <c:pt idx="90">
                  <c:v>63.81113369</c:v>
                </c:pt>
                <c:pt idx="91">
                  <c:v>63.0835238</c:v>
                </c:pt>
                <c:pt idx="92">
                  <c:v>63.92994152</c:v>
                </c:pt>
                <c:pt idx="93">
                  <c:v>63.00612973</c:v>
                </c:pt>
                <c:pt idx="94">
                  <c:v>63.8201367</c:v>
                </c:pt>
                <c:pt idx="95">
                  <c:v>63.7773944</c:v>
                </c:pt>
                <c:pt idx="96">
                  <c:v>64.2993521</c:v>
                </c:pt>
                <c:pt idx="97">
                  <c:v>64.59354444</c:v>
                </c:pt>
                <c:pt idx="98">
                  <c:v>65.28177071</c:v>
                </c:pt>
                <c:pt idx="99">
                  <c:v>64.83524411</c:v>
                </c:pt>
                <c:pt idx="100">
                  <c:v>65.69707866</c:v>
                </c:pt>
                <c:pt idx="101">
                  <c:v>65.95538673</c:v>
                </c:pt>
                <c:pt idx="102">
                  <c:v>66.35843526</c:v>
                </c:pt>
                <c:pt idx="103">
                  <c:v>66.48509049</c:v>
                </c:pt>
                <c:pt idx="104">
                  <c:v>65.96178251</c:v>
                </c:pt>
                <c:pt idx="105">
                  <c:v>66.20451379</c:v>
                </c:pt>
                <c:pt idx="106">
                  <c:v>67.205479</c:v>
                </c:pt>
                <c:pt idx="107">
                  <c:v>65.78045762</c:v>
                </c:pt>
                <c:pt idx="108">
                  <c:v>67.34326648</c:v>
                </c:pt>
                <c:pt idx="109">
                  <c:v>66.64954703</c:v>
                </c:pt>
                <c:pt idx="110">
                  <c:v>67.13869625</c:v>
                </c:pt>
                <c:pt idx="111">
                  <c:v>67.29634497</c:v>
                </c:pt>
                <c:pt idx="112">
                  <c:v>67.0990099</c:v>
                </c:pt>
                <c:pt idx="113">
                  <c:v>67.89441372</c:v>
                </c:pt>
                <c:pt idx="114">
                  <c:v>67.50246079</c:v>
                </c:pt>
                <c:pt idx="115">
                  <c:v>66.73889921</c:v>
                </c:pt>
                <c:pt idx="116">
                  <c:v>67.67453864</c:v>
                </c:pt>
                <c:pt idx="117">
                  <c:v>67.09319955</c:v>
                </c:pt>
                <c:pt idx="118">
                  <c:v>67.20017677</c:v>
                </c:pt>
                <c:pt idx="119">
                  <c:v>68.72938655</c:v>
                </c:pt>
                <c:pt idx="120">
                  <c:v>67.57502491</c:v>
                </c:pt>
                <c:pt idx="121">
                  <c:v>68.39900324</c:v>
                </c:pt>
                <c:pt idx="122">
                  <c:v>68.25817918</c:v>
                </c:pt>
                <c:pt idx="123">
                  <c:v>69.09155259</c:v>
                </c:pt>
                <c:pt idx="124">
                  <c:v>68.53050894</c:v>
                </c:pt>
                <c:pt idx="125">
                  <c:v>68.93970083</c:v>
                </c:pt>
                <c:pt idx="126">
                  <c:v>67.76211162</c:v>
                </c:pt>
                <c:pt idx="127">
                  <c:v>68.8237194</c:v>
                </c:pt>
                <c:pt idx="128">
                  <c:v>67.80209898</c:v>
                </c:pt>
                <c:pt idx="129">
                  <c:v>68.6487526</c:v>
                </c:pt>
                <c:pt idx="130">
                  <c:v>68.89857796</c:v>
                </c:pt>
                <c:pt idx="131">
                  <c:v>68.80579776</c:v>
                </c:pt>
                <c:pt idx="132">
                  <c:v>69.4682215</c:v>
                </c:pt>
                <c:pt idx="133">
                  <c:v>68.39395181</c:v>
                </c:pt>
                <c:pt idx="134">
                  <c:v>68.83903898</c:v>
                </c:pt>
                <c:pt idx="135">
                  <c:v>68.41579256</c:v>
                </c:pt>
                <c:pt idx="136">
                  <c:v>69.67826701</c:v>
                </c:pt>
                <c:pt idx="137">
                  <c:v>68.80391893</c:v>
                </c:pt>
                <c:pt idx="138">
                  <c:v>69.72285022</c:v>
                </c:pt>
                <c:pt idx="139">
                  <c:v>69.49907227</c:v>
                </c:pt>
                <c:pt idx="140">
                  <c:v>68.49250446</c:v>
                </c:pt>
                <c:pt idx="141">
                  <c:v>70.10563689</c:v>
                </c:pt>
                <c:pt idx="142">
                  <c:v>69.60501722</c:v>
                </c:pt>
                <c:pt idx="143">
                  <c:v>68.85772461</c:v>
                </c:pt>
                <c:pt idx="144">
                  <c:v>69.95922158</c:v>
                </c:pt>
                <c:pt idx="145">
                  <c:v>69.96348445</c:v>
                </c:pt>
                <c:pt idx="146">
                  <c:v>68.45971029</c:v>
                </c:pt>
                <c:pt idx="147">
                  <c:v>68.709204</c:v>
                </c:pt>
                <c:pt idx="148">
                  <c:v>70.03630901</c:v>
                </c:pt>
                <c:pt idx="149">
                  <c:v>70.11219556</c:v>
                </c:pt>
                <c:pt idx="150">
                  <c:v>67.88391941</c:v>
                </c:pt>
                <c:pt idx="151">
                  <c:v>69.45359103</c:v>
                </c:pt>
                <c:pt idx="152">
                  <c:v>70.35996465</c:v>
                </c:pt>
                <c:pt idx="153">
                  <c:v>70.58860829</c:v>
                </c:pt>
                <c:pt idx="154">
                  <c:v>68.56299816</c:v>
                </c:pt>
                <c:pt idx="155">
                  <c:v>69.31349969</c:v>
                </c:pt>
                <c:pt idx="156">
                  <c:v>68.76033259</c:v>
                </c:pt>
                <c:pt idx="157">
                  <c:v>67.87461519</c:v>
                </c:pt>
                <c:pt idx="158">
                  <c:v>69.03728995</c:v>
                </c:pt>
                <c:pt idx="159">
                  <c:v>69.00402815</c:v>
                </c:pt>
                <c:pt idx="160">
                  <c:v>68.94233907</c:v>
                </c:pt>
                <c:pt idx="161">
                  <c:v>68.82598914</c:v>
                </c:pt>
                <c:pt idx="162">
                  <c:v>69.25538786</c:v>
                </c:pt>
                <c:pt idx="163">
                  <c:v>69.87298967</c:v>
                </c:pt>
                <c:pt idx="164">
                  <c:v>69.45108258</c:v>
                </c:pt>
                <c:pt idx="165">
                  <c:v>69.63996386</c:v>
                </c:pt>
                <c:pt idx="166">
                  <c:v>69.97714209</c:v>
                </c:pt>
                <c:pt idx="167">
                  <c:v>69.58602953</c:v>
                </c:pt>
                <c:pt idx="168">
                  <c:v>69.93047869</c:v>
                </c:pt>
                <c:pt idx="169">
                  <c:v>70.09866084</c:v>
                </c:pt>
                <c:pt idx="170">
                  <c:v>70.31817957</c:v>
                </c:pt>
                <c:pt idx="171">
                  <c:v>71.2409906</c:v>
                </c:pt>
                <c:pt idx="172">
                  <c:v>69.99465972</c:v>
                </c:pt>
                <c:pt idx="173">
                  <c:v>69.72853735</c:v>
                </c:pt>
                <c:pt idx="174">
                  <c:v>70.49164931</c:v>
                </c:pt>
                <c:pt idx="175">
                  <c:v>70.66448072</c:v>
                </c:pt>
                <c:pt idx="176">
                  <c:v>69.18965064</c:v>
                </c:pt>
                <c:pt idx="177">
                  <c:v>69.49824917</c:v>
                </c:pt>
                <c:pt idx="178">
                  <c:v>69.83342413</c:v>
                </c:pt>
                <c:pt idx="179">
                  <c:v>70.7232491</c:v>
                </c:pt>
                <c:pt idx="180">
                  <c:v>69.73198139</c:v>
                </c:pt>
                <c:pt idx="181">
                  <c:v>68.47510471</c:v>
                </c:pt>
                <c:pt idx="182">
                  <c:v>69.06700431</c:v>
                </c:pt>
                <c:pt idx="183">
                  <c:v>69.41615508</c:v>
                </c:pt>
                <c:pt idx="184">
                  <c:v>69.29321411</c:v>
                </c:pt>
                <c:pt idx="185">
                  <c:v>69.83516881</c:v>
                </c:pt>
                <c:pt idx="186">
                  <c:v>68.97102311</c:v>
                </c:pt>
                <c:pt idx="187">
                  <c:v>69.81782828</c:v>
                </c:pt>
                <c:pt idx="188">
                  <c:v>69.01966284</c:v>
                </c:pt>
                <c:pt idx="189">
                  <c:v>70.21054697</c:v>
                </c:pt>
                <c:pt idx="190">
                  <c:v>69.29927668</c:v>
                </c:pt>
                <c:pt idx="191">
                  <c:v>71.14899047</c:v>
                </c:pt>
                <c:pt idx="192">
                  <c:v>69.57571468</c:v>
                </c:pt>
                <c:pt idx="193">
                  <c:v>70.00139799</c:v>
                </c:pt>
                <c:pt idx="194">
                  <c:v>69.77890496</c:v>
                </c:pt>
                <c:pt idx="195">
                  <c:v>69.83300453</c:v>
                </c:pt>
                <c:pt idx="196">
                  <c:v>69.57396555</c:v>
                </c:pt>
                <c:pt idx="197">
                  <c:v>69.23966606</c:v>
                </c:pt>
                <c:pt idx="198">
                  <c:v>69.78190322</c:v>
                </c:pt>
                <c:pt idx="199">
                  <c:v>69.05663374</c:v>
                </c:pt>
                <c:pt idx="200">
                  <c:v>69.20958721</c:v>
                </c:pt>
                <c:pt idx="201">
                  <c:v>69.42938452</c:v>
                </c:pt>
                <c:pt idx="202">
                  <c:v>69.80424376</c:v>
                </c:pt>
                <c:pt idx="203">
                  <c:v>68.32795441</c:v>
                </c:pt>
                <c:pt idx="204">
                  <c:v>69.93418705</c:v>
                </c:pt>
                <c:pt idx="205">
                  <c:v>69.10433779</c:v>
                </c:pt>
                <c:pt idx="206">
                  <c:v>69.44462931</c:v>
                </c:pt>
                <c:pt idx="207">
                  <c:v>69.93345349</c:v>
                </c:pt>
                <c:pt idx="208">
                  <c:v>68.24138808</c:v>
                </c:pt>
                <c:pt idx="209">
                  <c:v>68.65819143</c:v>
                </c:pt>
                <c:pt idx="210">
                  <c:v>68.44362236</c:v>
                </c:pt>
                <c:pt idx="211">
                  <c:v>69.74031659</c:v>
                </c:pt>
                <c:pt idx="212">
                  <c:v>68.70652912</c:v>
                </c:pt>
                <c:pt idx="213">
                  <c:v>69.24484072</c:v>
                </c:pt>
                <c:pt idx="214">
                  <c:v>69.56980514</c:v>
                </c:pt>
                <c:pt idx="215">
                  <c:v>68.18847681</c:v>
                </c:pt>
                <c:pt idx="216">
                  <c:v>68.55096825</c:v>
                </c:pt>
                <c:pt idx="217">
                  <c:v>68.21411413</c:v>
                </c:pt>
                <c:pt idx="218">
                  <c:v>69.13399731</c:v>
                </c:pt>
                <c:pt idx="219">
                  <c:v>69.16862849</c:v>
                </c:pt>
                <c:pt idx="220">
                  <c:v>68.94289521</c:v>
                </c:pt>
                <c:pt idx="221">
                  <c:v>69.00320269</c:v>
                </c:pt>
                <c:pt idx="222">
                  <c:v>69.26017724</c:v>
                </c:pt>
                <c:pt idx="223">
                  <c:v>68.40059127</c:v>
                </c:pt>
                <c:pt idx="224">
                  <c:v>69.52221312</c:v>
                </c:pt>
                <c:pt idx="225">
                  <c:v>68.00249929</c:v>
                </c:pt>
                <c:pt idx="226">
                  <c:v>68.95717801</c:v>
                </c:pt>
                <c:pt idx="227">
                  <c:v>68.08206347</c:v>
                </c:pt>
                <c:pt idx="228">
                  <c:v>68.74015976</c:v>
                </c:pt>
                <c:pt idx="229">
                  <c:v>69.53241558</c:v>
                </c:pt>
                <c:pt idx="230">
                  <c:v>68.72961628</c:v>
                </c:pt>
                <c:pt idx="231">
                  <c:v>69.5001774</c:v>
                </c:pt>
                <c:pt idx="232">
                  <c:v>69.3861587</c:v>
                </c:pt>
                <c:pt idx="233">
                  <c:v>68.43079233</c:v>
                </c:pt>
                <c:pt idx="234">
                  <c:v>69.80091318</c:v>
                </c:pt>
                <c:pt idx="235">
                  <c:v>68.96507633</c:v>
                </c:pt>
                <c:pt idx="236">
                  <c:v>67.95143421</c:v>
                </c:pt>
                <c:pt idx="237">
                  <c:v>69.379228</c:v>
                </c:pt>
                <c:pt idx="238">
                  <c:v>67.91753328</c:v>
                </c:pt>
                <c:pt idx="239">
                  <c:v>69.168149</c:v>
                </c:pt>
                <c:pt idx="240">
                  <c:v>68.65177577</c:v>
                </c:pt>
                <c:pt idx="241">
                  <c:v>68.90418367</c:v>
                </c:pt>
                <c:pt idx="242">
                  <c:v>69.32134491</c:v>
                </c:pt>
                <c:pt idx="243">
                  <c:v>67.41368151</c:v>
                </c:pt>
                <c:pt idx="244">
                  <c:v>68.9068998</c:v>
                </c:pt>
                <c:pt idx="245">
                  <c:v>68.41593788</c:v>
                </c:pt>
                <c:pt idx="246">
                  <c:v>68.3717398</c:v>
                </c:pt>
                <c:pt idx="247">
                  <c:v>68.77788412</c:v>
                </c:pt>
                <c:pt idx="248">
                  <c:v>68.24224742</c:v>
                </c:pt>
                <c:pt idx="249">
                  <c:v>67.662165</c:v>
                </c:pt>
                <c:pt idx="250">
                  <c:v>68.15338525</c:v>
                </c:pt>
                <c:pt idx="251">
                  <c:v>68.52790555</c:v>
                </c:pt>
                <c:pt idx="252">
                  <c:v>67.71199563</c:v>
                </c:pt>
                <c:pt idx="253">
                  <c:v>69.50406823</c:v>
                </c:pt>
                <c:pt idx="254">
                  <c:v>68.38654293</c:v>
                </c:pt>
                <c:pt idx="255">
                  <c:v>69.23550193</c:v>
                </c:pt>
                <c:pt idx="256">
                  <c:v>67.11570677</c:v>
                </c:pt>
                <c:pt idx="257">
                  <c:v>67.23882856</c:v>
                </c:pt>
                <c:pt idx="258">
                  <c:v>67.08045469</c:v>
                </c:pt>
                <c:pt idx="259">
                  <c:v>67.96398196</c:v>
                </c:pt>
                <c:pt idx="260">
                  <c:v>68.37833944</c:v>
                </c:pt>
                <c:pt idx="261">
                  <c:v>68.8594951</c:v>
                </c:pt>
                <c:pt idx="262">
                  <c:v>68.50712111</c:v>
                </c:pt>
                <c:pt idx="263">
                  <c:v>67.44467709</c:v>
                </c:pt>
                <c:pt idx="264">
                  <c:v>67.73580173</c:v>
                </c:pt>
                <c:pt idx="265">
                  <c:v>68.02270189</c:v>
                </c:pt>
                <c:pt idx="266">
                  <c:v>67.95195012</c:v>
                </c:pt>
                <c:pt idx="267">
                  <c:v>68.34870593</c:v>
                </c:pt>
                <c:pt idx="268">
                  <c:v>69.0328356</c:v>
                </c:pt>
                <c:pt idx="269">
                  <c:v>68.40246951</c:v>
                </c:pt>
                <c:pt idx="270">
                  <c:v>68.21704958</c:v>
                </c:pt>
                <c:pt idx="271">
                  <c:v>68.0785863</c:v>
                </c:pt>
                <c:pt idx="272">
                  <c:v>68.19799659</c:v>
                </c:pt>
                <c:pt idx="273">
                  <c:v>67.24887279</c:v>
                </c:pt>
                <c:pt idx="274">
                  <c:v>67.81309096</c:v>
                </c:pt>
                <c:pt idx="275">
                  <c:v>67.93278098</c:v>
                </c:pt>
                <c:pt idx="276">
                  <c:v>67.89109402</c:v>
                </c:pt>
                <c:pt idx="277">
                  <c:v>67.37776328</c:v>
                </c:pt>
                <c:pt idx="278">
                  <c:v>68.71033501</c:v>
                </c:pt>
                <c:pt idx="279">
                  <c:v>68.51076225</c:v>
                </c:pt>
                <c:pt idx="280">
                  <c:v>67.87239927</c:v>
                </c:pt>
                <c:pt idx="281">
                  <c:v>67.57644447</c:v>
                </c:pt>
                <c:pt idx="282">
                  <c:v>67.60365166</c:v>
                </c:pt>
                <c:pt idx="283">
                  <c:v>67.92726411</c:v>
                </c:pt>
                <c:pt idx="284">
                  <c:v>67.68326592</c:v>
                </c:pt>
                <c:pt idx="285">
                  <c:v>67.78121856</c:v>
                </c:pt>
                <c:pt idx="286">
                  <c:v>67.47257763</c:v>
                </c:pt>
                <c:pt idx="287">
                  <c:v>66.9983254</c:v>
                </c:pt>
                <c:pt idx="288">
                  <c:v>67.72283932</c:v>
                </c:pt>
                <c:pt idx="289">
                  <c:v>68.00928684</c:v>
                </c:pt>
                <c:pt idx="290">
                  <c:v>67.87022705</c:v>
                </c:pt>
                <c:pt idx="291">
                  <c:v>69.20185204</c:v>
                </c:pt>
                <c:pt idx="292">
                  <c:v>67.69764439</c:v>
                </c:pt>
                <c:pt idx="293">
                  <c:v>67.18227563</c:v>
                </c:pt>
                <c:pt idx="294">
                  <c:v>68.61205229</c:v>
                </c:pt>
                <c:pt idx="295">
                  <c:v>66.97222284</c:v>
                </c:pt>
                <c:pt idx="296">
                  <c:v>67.56893281</c:v>
                </c:pt>
                <c:pt idx="297">
                  <c:v>67.54054942</c:v>
                </c:pt>
                <c:pt idx="298">
                  <c:v>68.0608249</c:v>
                </c:pt>
                <c:pt idx="299">
                  <c:v>67.71982804</c:v>
                </c:pt>
                <c:pt idx="300">
                  <c:v>66.23049794</c:v>
                </c:pt>
                <c:pt idx="301">
                  <c:v>67.00334773</c:v>
                </c:pt>
                <c:pt idx="302">
                  <c:v>67.63147942</c:v>
                </c:pt>
                <c:pt idx="303">
                  <c:v>66.38290446</c:v>
                </c:pt>
                <c:pt idx="304">
                  <c:v>67.70189268</c:v>
                </c:pt>
                <c:pt idx="305">
                  <c:v>66.94158389</c:v>
                </c:pt>
                <c:pt idx="306">
                  <c:v>66.99251507</c:v>
                </c:pt>
                <c:pt idx="307">
                  <c:v>67.02231805</c:v>
                </c:pt>
                <c:pt idx="308">
                  <c:v>67.33948729</c:v>
                </c:pt>
                <c:pt idx="309">
                  <c:v>67.59122871</c:v>
                </c:pt>
                <c:pt idx="310">
                  <c:v>68.53534262</c:v>
                </c:pt>
                <c:pt idx="311">
                  <c:v>67.27280428</c:v>
                </c:pt>
                <c:pt idx="312">
                  <c:v>67.80939281</c:v>
                </c:pt>
                <c:pt idx="313">
                  <c:v>68.11568083</c:v>
                </c:pt>
                <c:pt idx="314">
                  <c:v>68.03304931</c:v>
                </c:pt>
                <c:pt idx="315">
                  <c:v>67.83278373</c:v>
                </c:pt>
                <c:pt idx="316">
                  <c:v>68.80706446</c:v>
                </c:pt>
                <c:pt idx="317">
                  <c:v>67.81580947</c:v>
                </c:pt>
                <c:pt idx="318">
                  <c:v>67.49155595</c:v>
                </c:pt>
                <c:pt idx="319">
                  <c:v>67.33219639</c:v>
                </c:pt>
                <c:pt idx="320">
                  <c:v>67.85113745</c:v>
                </c:pt>
                <c:pt idx="321">
                  <c:v>67.74629748</c:v>
                </c:pt>
                <c:pt idx="322">
                  <c:v>67.54953949</c:v>
                </c:pt>
                <c:pt idx="323">
                  <c:v>67.53510157</c:v>
                </c:pt>
                <c:pt idx="324">
                  <c:v>66.56020875</c:v>
                </c:pt>
                <c:pt idx="325">
                  <c:v>66.67620929</c:v>
                </c:pt>
                <c:pt idx="326">
                  <c:v>66.52040063</c:v>
                </c:pt>
                <c:pt idx="327">
                  <c:v>67.15783986</c:v>
                </c:pt>
                <c:pt idx="328">
                  <c:v>67.59547486</c:v>
                </c:pt>
                <c:pt idx="329">
                  <c:v>67.64146506</c:v>
                </c:pt>
                <c:pt idx="330">
                  <c:v>65.72323438</c:v>
                </c:pt>
                <c:pt idx="331">
                  <c:v>66.37385399</c:v>
                </c:pt>
                <c:pt idx="332">
                  <c:v>66.52564189</c:v>
                </c:pt>
                <c:pt idx="333">
                  <c:v>67.15392665</c:v>
                </c:pt>
                <c:pt idx="334">
                  <c:v>66.71284008</c:v>
                </c:pt>
                <c:pt idx="335">
                  <c:v>66.70737884</c:v>
                </c:pt>
                <c:pt idx="336">
                  <c:v>67.21405294</c:v>
                </c:pt>
                <c:pt idx="337">
                  <c:v>67.1259484</c:v>
                </c:pt>
                <c:pt idx="338">
                  <c:v>66.21103823</c:v>
                </c:pt>
                <c:pt idx="339">
                  <c:v>66.49127153</c:v>
                </c:pt>
                <c:pt idx="340">
                  <c:v>66.16076596</c:v>
                </c:pt>
                <c:pt idx="341">
                  <c:v>66.00047996</c:v>
                </c:pt>
                <c:pt idx="342">
                  <c:v>66.9983542</c:v>
                </c:pt>
                <c:pt idx="343">
                  <c:v>66.92543563</c:v>
                </c:pt>
                <c:pt idx="344">
                  <c:v>66.64457313</c:v>
                </c:pt>
                <c:pt idx="345">
                  <c:v>66.86112264</c:v>
                </c:pt>
                <c:pt idx="346">
                  <c:v>67.00232437</c:v>
                </c:pt>
                <c:pt idx="347">
                  <c:v>67.69870178</c:v>
                </c:pt>
                <c:pt idx="348">
                  <c:v>66.93262727</c:v>
                </c:pt>
                <c:pt idx="349">
                  <c:v>67.11806615</c:v>
                </c:pt>
                <c:pt idx="350">
                  <c:v>68.05670304</c:v>
                </c:pt>
                <c:pt idx="351">
                  <c:v>67.95307323</c:v>
                </c:pt>
                <c:pt idx="352">
                  <c:v>68.01364008</c:v>
                </c:pt>
                <c:pt idx="353">
                  <c:v>67.17954411</c:v>
                </c:pt>
                <c:pt idx="354">
                  <c:v>67.21496744</c:v>
                </c:pt>
                <c:pt idx="355">
                  <c:v>67.98021498</c:v>
                </c:pt>
                <c:pt idx="356">
                  <c:v>67.09358536</c:v>
                </c:pt>
                <c:pt idx="357">
                  <c:v>67.63731674</c:v>
                </c:pt>
                <c:pt idx="358">
                  <c:v>66.71139432</c:v>
                </c:pt>
                <c:pt idx="359">
                  <c:v>66.21877763</c:v>
                </c:pt>
                <c:pt idx="360">
                  <c:v>66.50293147</c:v>
                </c:pt>
                <c:pt idx="361">
                  <c:v>66.01017098</c:v>
                </c:pt>
                <c:pt idx="362">
                  <c:v>66.13568605</c:v>
                </c:pt>
                <c:pt idx="363">
                  <c:v>67.04625063</c:v>
                </c:pt>
                <c:pt idx="364">
                  <c:v>66.97202172</c:v>
                </c:pt>
                <c:pt idx="365">
                  <c:v>66.85085432</c:v>
                </c:pt>
                <c:pt idx="366">
                  <c:v>67.32207943</c:v>
                </c:pt>
                <c:pt idx="367">
                  <c:v>67.22480851</c:v>
                </c:pt>
                <c:pt idx="368">
                  <c:v>65.97642097</c:v>
                </c:pt>
                <c:pt idx="369">
                  <c:v>66.82076563</c:v>
                </c:pt>
                <c:pt idx="370">
                  <c:v>65.77813774</c:v>
                </c:pt>
                <c:pt idx="371">
                  <c:v>65.92747463</c:v>
                </c:pt>
                <c:pt idx="372">
                  <c:v>66.30170648</c:v>
                </c:pt>
                <c:pt idx="373">
                  <c:v>66.27690081</c:v>
                </c:pt>
                <c:pt idx="374">
                  <c:v>66.51057913</c:v>
                </c:pt>
                <c:pt idx="375">
                  <c:v>66.59366232</c:v>
                </c:pt>
                <c:pt idx="376">
                  <c:v>66.82265179</c:v>
                </c:pt>
                <c:pt idx="377">
                  <c:v>65.76154631</c:v>
                </c:pt>
                <c:pt idx="378">
                  <c:v>66.17050328</c:v>
                </c:pt>
                <c:pt idx="379">
                  <c:v>65.83613759</c:v>
                </c:pt>
                <c:pt idx="380">
                  <c:v>64.70428368</c:v>
                </c:pt>
                <c:pt idx="381">
                  <c:v>66.24127476</c:v>
                </c:pt>
                <c:pt idx="382">
                  <c:v>66.06637984</c:v>
                </c:pt>
                <c:pt idx="383">
                  <c:v>67.19200539</c:v>
                </c:pt>
                <c:pt idx="384">
                  <c:v>66.25533793</c:v>
                </c:pt>
                <c:pt idx="385">
                  <c:v>65.70946717</c:v>
                </c:pt>
                <c:pt idx="386">
                  <c:v>66.46709982</c:v>
                </c:pt>
                <c:pt idx="387">
                  <c:v>66.06116453</c:v>
                </c:pt>
                <c:pt idx="388">
                  <c:v>67.08428431</c:v>
                </c:pt>
                <c:pt idx="389">
                  <c:v>66.41710686</c:v>
                </c:pt>
                <c:pt idx="390">
                  <c:v>66.15720623</c:v>
                </c:pt>
                <c:pt idx="391">
                  <c:v>65.93891194</c:v>
                </c:pt>
                <c:pt idx="392">
                  <c:v>66.0350062</c:v>
                </c:pt>
                <c:pt idx="393">
                  <c:v>65.61399962</c:v>
                </c:pt>
                <c:pt idx="394">
                  <c:v>65.31994185</c:v>
                </c:pt>
                <c:pt idx="395">
                  <c:v>65.9608648</c:v>
                </c:pt>
                <c:pt idx="396">
                  <c:v>64.63453638</c:v>
                </c:pt>
                <c:pt idx="397">
                  <c:v>65.86753113</c:v>
                </c:pt>
                <c:pt idx="398">
                  <c:v>65.06676942</c:v>
                </c:pt>
                <c:pt idx="399">
                  <c:v>65.35527839</c:v>
                </c:pt>
                <c:pt idx="400">
                  <c:v>65.95364687</c:v>
                </c:pt>
                <c:pt idx="401">
                  <c:v>66.19609816</c:v>
                </c:pt>
                <c:pt idx="402">
                  <c:v>65.77953188</c:v>
                </c:pt>
                <c:pt idx="403">
                  <c:v>65.80535345</c:v>
                </c:pt>
                <c:pt idx="404">
                  <c:v>66.26819224</c:v>
                </c:pt>
                <c:pt idx="405">
                  <c:v>65.3862688</c:v>
                </c:pt>
                <c:pt idx="406">
                  <c:v>65.9116583</c:v>
                </c:pt>
                <c:pt idx="407">
                  <c:v>65.77986791</c:v>
                </c:pt>
                <c:pt idx="408">
                  <c:v>65.66469638</c:v>
                </c:pt>
                <c:pt idx="409">
                  <c:v>65.01394572</c:v>
                </c:pt>
                <c:pt idx="410">
                  <c:v>65.80452001</c:v>
                </c:pt>
                <c:pt idx="411">
                  <c:v>65.27515071</c:v>
                </c:pt>
                <c:pt idx="412">
                  <c:v>64.93323259</c:v>
                </c:pt>
                <c:pt idx="413">
                  <c:v>64.80118538</c:v>
                </c:pt>
                <c:pt idx="414">
                  <c:v>65.17249177</c:v>
                </c:pt>
                <c:pt idx="415">
                  <c:v>65.23582037</c:v>
                </c:pt>
                <c:pt idx="416">
                  <c:v>65.51061288</c:v>
                </c:pt>
                <c:pt idx="417">
                  <c:v>65.10531164</c:v>
                </c:pt>
                <c:pt idx="418">
                  <c:v>65.01257174</c:v>
                </c:pt>
                <c:pt idx="419">
                  <c:v>65.27478183</c:v>
                </c:pt>
                <c:pt idx="420">
                  <c:v>64.997943</c:v>
                </c:pt>
                <c:pt idx="421">
                  <c:v>65.42336968</c:v>
                </c:pt>
                <c:pt idx="422">
                  <c:v>64.05807141</c:v>
                </c:pt>
                <c:pt idx="423">
                  <c:v>65.45893308</c:v>
                </c:pt>
                <c:pt idx="424">
                  <c:v>65.00684089</c:v>
                </c:pt>
                <c:pt idx="425">
                  <c:v>65.34605312</c:v>
                </c:pt>
                <c:pt idx="426">
                  <c:v>65.32392501</c:v>
                </c:pt>
                <c:pt idx="427">
                  <c:v>64.65754312</c:v>
                </c:pt>
                <c:pt idx="428">
                  <c:v>64.4438023</c:v>
                </c:pt>
                <c:pt idx="429">
                  <c:v>64.76222012</c:v>
                </c:pt>
                <c:pt idx="430">
                  <c:v>64.85865469</c:v>
                </c:pt>
                <c:pt idx="431">
                  <c:v>64.51506897</c:v>
                </c:pt>
                <c:pt idx="432">
                  <c:v>65.42594568</c:v>
                </c:pt>
                <c:pt idx="433">
                  <c:v>65.10651717</c:v>
                </c:pt>
                <c:pt idx="434">
                  <c:v>65.03623277</c:v>
                </c:pt>
                <c:pt idx="435">
                  <c:v>64.36498697</c:v>
                </c:pt>
                <c:pt idx="436">
                  <c:v>65.41580822</c:v>
                </c:pt>
                <c:pt idx="437">
                  <c:v>64.40271189</c:v>
                </c:pt>
                <c:pt idx="438">
                  <c:v>65.10009689</c:v>
                </c:pt>
                <c:pt idx="439">
                  <c:v>64.21201321</c:v>
                </c:pt>
                <c:pt idx="440">
                  <c:v>64.72797801</c:v>
                </c:pt>
                <c:pt idx="441">
                  <c:v>63.94127326</c:v>
                </c:pt>
                <c:pt idx="442">
                  <c:v>65.36562807</c:v>
                </c:pt>
                <c:pt idx="443">
                  <c:v>64.60363675</c:v>
                </c:pt>
                <c:pt idx="444">
                  <c:v>64.97427948</c:v>
                </c:pt>
                <c:pt idx="445">
                  <c:v>64.63142575</c:v>
                </c:pt>
                <c:pt idx="446">
                  <c:v>64.81792834</c:v>
                </c:pt>
                <c:pt idx="447">
                  <c:v>65.80920183</c:v>
                </c:pt>
                <c:pt idx="448">
                  <c:v>64.56060215</c:v>
                </c:pt>
                <c:pt idx="449">
                  <c:v>64.94036621</c:v>
                </c:pt>
                <c:pt idx="450">
                  <c:v>64.71070776</c:v>
                </c:pt>
                <c:pt idx="451">
                  <c:v>64.76787001</c:v>
                </c:pt>
                <c:pt idx="452">
                  <c:v>65.22781263</c:v>
                </c:pt>
                <c:pt idx="453">
                  <c:v>63.98776615</c:v>
                </c:pt>
                <c:pt idx="454">
                  <c:v>64.53558965</c:v>
                </c:pt>
                <c:pt idx="455">
                  <c:v>65.51341616</c:v>
                </c:pt>
                <c:pt idx="456">
                  <c:v>64.91165362</c:v>
                </c:pt>
                <c:pt idx="457">
                  <c:v>64.15056934</c:v>
                </c:pt>
                <c:pt idx="458">
                  <c:v>64.13215891</c:v>
                </c:pt>
                <c:pt idx="459">
                  <c:v>64.49914915</c:v>
                </c:pt>
                <c:pt idx="460">
                  <c:v>64.46149565</c:v>
                </c:pt>
                <c:pt idx="461">
                  <c:v>64.14527677</c:v>
                </c:pt>
                <c:pt idx="462">
                  <c:v>62.83290061</c:v>
                </c:pt>
                <c:pt idx="463">
                  <c:v>65.4599328</c:v>
                </c:pt>
                <c:pt idx="464">
                  <c:v>64.17527094</c:v>
                </c:pt>
                <c:pt idx="465">
                  <c:v>63.31753706</c:v>
                </c:pt>
                <c:pt idx="466">
                  <c:v>63.43760254</c:v>
                </c:pt>
                <c:pt idx="467">
                  <c:v>64.14322641</c:v>
                </c:pt>
                <c:pt idx="468">
                  <c:v>64.00750949</c:v>
                </c:pt>
                <c:pt idx="469">
                  <c:v>64.64688405</c:v>
                </c:pt>
                <c:pt idx="470">
                  <c:v>63.87443143</c:v>
                </c:pt>
                <c:pt idx="471">
                  <c:v>63.80150416</c:v>
                </c:pt>
                <c:pt idx="472">
                  <c:v>64.38013813</c:v>
                </c:pt>
                <c:pt idx="473">
                  <c:v>63.66316143</c:v>
                </c:pt>
                <c:pt idx="474">
                  <c:v>63.78798256</c:v>
                </c:pt>
                <c:pt idx="475">
                  <c:v>63.4376852</c:v>
                </c:pt>
                <c:pt idx="476">
                  <c:v>62.87132426</c:v>
                </c:pt>
                <c:pt idx="477">
                  <c:v>63.36254767</c:v>
                </c:pt>
                <c:pt idx="478">
                  <c:v>63.14826104</c:v>
                </c:pt>
                <c:pt idx="479">
                  <c:v>63.82142096</c:v>
                </c:pt>
                <c:pt idx="480">
                  <c:v>63.73480606</c:v>
                </c:pt>
                <c:pt idx="481">
                  <c:v>64.11794182</c:v>
                </c:pt>
                <c:pt idx="482">
                  <c:v>63.66640274</c:v>
                </c:pt>
                <c:pt idx="483">
                  <c:v>63.5327934</c:v>
                </c:pt>
                <c:pt idx="484">
                  <c:v>63.32375277</c:v>
                </c:pt>
                <c:pt idx="485">
                  <c:v>63.93959296</c:v>
                </c:pt>
                <c:pt idx="486">
                  <c:v>64.14057372</c:v>
                </c:pt>
                <c:pt idx="487">
                  <c:v>64.01185838</c:v>
                </c:pt>
                <c:pt idx="488">
                  <c:v>63.96829993</c:v>
                </c:pt>
                <c:pt idx="489">
                  <c:v>64.02808241</c:v>
                </c:pt>
                <c:pt idx="490">
                  <c:v>62.75620904</c:v>
                </c:pt>
                <c:pt idx="491">
                  <c:v>64.25390191</c:v>
                </c:pt>
                <c:pt idx="492">
                  <c:v>64.18999548</c:v>
                </c:pt>
                <c:pt idx="493">
                  <c:v>63.50976429</c:v>
                </c:pt>
                <c:pt idx="494">
                  <c:v>63.43182316</c:v>
                </c:pt>
                <c:pt idx="495">
                  <c:v>63.04425589</c:v>
                </c:pt>
                <c:pt idx="496">
                  <c:v>64.05188571</c:v>
                </c:pt>
                <c:pt idx="497">
                  <c:v>64.50313357</c:v>
                </c:pt>
                <c:pt idx="498">
                  <c:v>63.66019542</c:v>
                </c:pt>
                <c:pt idx="499">
                  <c:v>63.5645931</c:v>
                </c:pt>
                <c:pt idx="500">
                  <c:v>63.7453658</c:v>
                </c:pt>
                <c:pt idx="501">
                  <c:v>62.45319867</c:v>
                </c:pt>
                <c:pt idx="502">
                  <c:v>63.55820061</c:v>
                </c:pt>
                <c:pt idx="503">
                  <c:v>63.81705282</c:v>
                </c:pt>
                <c:pt idx="504">
                  <c:v>63.52434281</c:v>
                </c:pt>
                <c:pt idx="505">
                  <c:v>62.90512302</c:v>
                </c:pt>
                <c:pt idx="506">
                  <c:v>62.90044022</c:v>
                </c:pt>
                <c:pt idx="507">
                  <c:v>62.74098906</c:v>
                </c:pt>
                <c:pt idx="508">
                  <c:v>63.34822991</c:v>
                </c:pt>
                <c:pt idx="509">
                  <c:v>62.97919972</c:v>
                </c:pt>
                <c:pt idx="510">
                  <c:v>63.94656408</c:v>
                </c:pt>
                <c:pt idx="511">
                  <c:v>63.74861949</c:v>
                </c:pt>
                <c:pt idx="512">
                  <c:v>64.22422986</c:v>
                </c:pt>
                <c:pt idx="513">
                  <c:v>63.74199434</c:v>
                </c:pt>
                <c:pt idx="514">
                  <c:v>62.16089439</c:v>
                </c:pt>
                <c:pt idx="515">
                  <c:v>63.35808411</c:v>
                </c:pt>
                <c:pt idx="516">
                  <c:v>62.81590197</c:v>
                </c:pt>
                <c:pt idx="517">
                  <c:v>62.64862143</c:v>
                </c:pt>
                <c:pt idx="518">
                  <c:v>62.22192085</c:v>
                </c:pt>
                <c:pt idx="519">
                  <c:v>62.15261195</c:v>
                </c:pt>
                <c:pt idx="520">
                  <c:v>63.10250915</c:v>
                </c:pt>
                <c:pt idx="521">
                  <c:v>62.60956002</c:v>
                </c:pt>
                <c:pt idx="522">
                  <c:v>62.77172673</c:v>
                </c:pt>
                <c:pt idx="523">
                  <c:v>62.49989277</c:v>
                </c:pt>
                <c:pt idx="524">
                  <c:v>62.35981825</c:v>
                </c:pt>
                <c:pt idx="525">
                  <c:v>63.11457879</c:v>
                </c:pt>
                <c:pt idx="526">
                  <c:v>62.57463406</c:v>
                </c:pt>
                <c:pt idx="527">
                  <c:v>63.08197877</c:v>
                </c:pt>
                <c:pt idx="528">
                  <c:v>62.35006218</c:v>
                </c:pt>
                <c:pt idx="529">
                  <c:v>63.09972835</c:v>
                </c:pt>
                <c:pt idx="530">
                  <c:v>63.31109795</c:v>
                </c:pt>
                <c:pt idx="531">
                  <c:v>62.62768617</c:v>
                </c:pt>
                <c:pt idx="532">
                  <c:v>62.57204693</c:v>
                </c:pt>
                <c:pt idx="533">
                  <c:v>62.52229136</c:v>
                </c:pt>
                <c:pt idx="534">
                  <c:v>62.87571832</c:v>
                </c:pt>
                <c:pt idx="535">
                  <c:v>62.51554475</c:v>
                </c:pt>
                <c:pt idx="536">
                  <c:v>62.46935545</c:v>
                </c:pt>
                <c:pt idx="537">
                  <c:v>61.95193652</c:v>
                </c:pt>
                <c:pt idx="538">
                  <c:v>62.2245225</c:v>
                </c:pt>
                <c:pt idx="539">
                  <c:v>62.45247667</c:v>
                </c:pt>
                <c:pt idx="540">
                  <c:v>62.66854329</c:v>
                </c:pt>
                <c:pt idx="541">
                  <c:v>62.88930762</c:v>
                </c:pt>
                <c:pt idx="542">
                  <c:v>61.92462425</c:v>
                </c:pt>
                <c:pt idx="543">
                  <c:v>62.48115814</c:v>
                </c:pt>
                <c:pt idx="544">
                  <c:v>63.37918625</c:v>
                </c:pt>
                <c:pt idx="545">
                  <c:v>61.7417529</c:v>
                </c:pt>
                <c:pt idx="546">
                  <c:v>62.7852481</c:v>
                </c:pt>
                <c:pt idx="547">
                  <c:v>61.35550917</c:v>
                </c:pt>
                <c:pt idx="548">
                  <c:v>62.71804214</c:v>
                </c:pt>
                <c:pt idx="549">
                  <c:v>61.83261105</c:v>
                </c:pt>
                <c:pt idx="550">
                  <c:v>62.46389112</c:v>
                </c:pt>
                <c:pt idx="551">
                  <c:v>62.19369835</c:v>
                </c:pt>
                <c:pt idx="552">
                  <c:v>62.98527268</c:v>
                </c:pt>
                <c:pt idx="553">
                  <c:v>63.28922776</c:v>
                </c:pt>
                <c:pt idx="554">
                  <c:v>63.20337611</c:v>
                </c:pt>
                <c:pt idx="555">
                  <c:v>62.20093714</c:v>
                </c:pt>
                <c:pt idx="556">
                  <c:v>62.14914998</c:v>
                </c:pt>
                <c:pt idx="557">
                  <c:v>61.93595301</c:v>
                </c:pt>
                <c:pt idx="558">
                  <c:v>61.9026169</c:v>
                </c:pt>
                <c:pt idx="559">
                  <c:v>62.13482619</c:v>
                </c:pt>
                <c:pt idx="560">
                  <c:v>62.72458942</c:v>
                </c:pt>
                <c:pt idx="561">
                  <c:v>61.71313386</c:v>
                </c:pt>
                <c:pt idx="562">
                  <c:v>62.9773403</c:v>
                </c:pt>
                <c:pt idx="563">
                  <c:v>61.70673655</c:v>
                </c:pt>
                <c:pt idx="564">
                  <c:v>61.84468805</c:v>
                </c:pt>
                <c:pt idx="565">
                  <c:v>62.54848503</c:v>
                </c:pt>
                <c:pt idx="566">
                  <c:v>62.91721829</c:v>
                </c:pt>
                <c:pt idx="567">
                  <c:v>62.07384417</c:v>
                </c:pt>
                <c:pt idx="568">
                  <c:v>62.59721604</c:v>
                </c:pt>
                <c:pt idx="569">
                  <c:v>61.98695016</c:v>
                </c:pt>
                <c:pt idx="570">
                  <c:v>62.53059445</c:v>
                </c:pt>
                <c:pt idx="571">
                  <c:v>61.92357435</c:v>
                </c:pt>
                <c:pt idx="572">
                  <c:v>62.03114785</c:v>
                </c:pt>
                <c:pt idx="573">
                  <c:v>61.40032258</c:v>
                </c:pt>
                <c:pt idx="574">
                  <c:v>61.08145865</c:v>
                </c:pt>
                <c:pt idx="575">
                  <c:v>61.2757309</c:v>
                </c:pt>
                <c:pt idx="576">
                  <c:v>61.5098886</c:v>
                </c:pt>
                <c:pt idx="577">
                  <c:v>60.80183679</c:v>
                </c:pt>
                <c:pt idx="578">
                  <c:v>61.53403362</c:v>
                </c:pt>
                <c:pt idx="579">
                  <c:v>61.29047293</c:v>
                </c:pt>
                <c:pt idx="580">
                  <c:v>61.20173362</c:v>
                </c:pt>
                <c:pt idx="581">
                  <c:v>61.53078714</c:v>
                </c:pt>
                <c:pt idx="582">
                  <c:v>61.55466906</c:v>
                </c:pt>
                <c:pt idx="583">
                  <c:v>60.88329573</c:v>
                </c:pt>
                <c:pt idx="584">
                  <c:v>61.48973456</c:v>
                </c:pt>
                <c:pt idx="585">
                  <c:v>60.70179086</c:v>
                </c:pt>
                <c:pt idx="586">
                  <c:v>61.76942575</c:v>
                </c:pt>
                <c:pt idx="587">
                  <c:v>61.30107851</c:v>
                </c:pt>
                <c:pt idx="588">
                  <c:v>60.50207017</c:v>
                </c:pt>
                <c:pt idx="589">
                  <c:v>60.83664122</c:v>
                </c:pt>
                <c:pt idx="590">
                  <c:v>62.13207875</c:v>
                </c:pt>
                <c:pt idx="591">
                  <c:v>62.02554917</c:v>
                </c:pt>
                <c:pt idx="592">
                  <c:v>60.68507986</c:v>
                </c:pt>
                <c:pt idx="593">
                  <c:v>60.44248836</c:v>
                </c:pt>
                <c:pt idx="594">
                  <c:v>61.52641</c:v>
                </c:pt>
                <c:pt idx="595">
                  <c:v>60.97532579</c:v>
                </c:pt>
                <c:pt idx="596">
                  <c:v>61.3178295</c:v>
                </c:pt>
                <c:pt idx="597">
                  <c:v>60.39287758</c:v>
                </c:pt>
                <c:pt idx="598">
                  <c:v>61.67203558</c:v>
                </c:pt>
                <c:pt idx="599">
                  <c:v>60.89525353</c:v>
                </c:pt>
                <c:pt idx="600">
                  <c:v>60.31521281</c:v>
                </c:pt>
                <c:pt idx="601">
                  <c:v>61.36149007</c:v>
                </c:pt>
                <c:pt idx="602">
                  <c:v>60.82077708</c:v>
                </c:pt>
                <c:pt idx="603">
                  <c:v>60.60540031</c:v>
                </c:pt>
                <c:pt idx="604">
                  <c:v>60.49981805</c:v>
                </c:pt>
                <c:pt idx="605">
                  <c:v>60.90051546</c:v>
                </c:pt>
                <c:pt idx="606">
                  <c:v>61.26944953</c:v>
                </c:pt>
                <c:pt idx="607">
                  <c:v>61.3736431</c:v>
                </c:pt>
                <c:pt idx="608">
                  <c:v>60.75774718</c:v>
                </c:pt>
                <c:pt idx="609">
                  <c:v>60.36697791</c:v>
                </c:pt>
                <c:pt idx="610">
                  <c:v>61.37967021</c:v>
                </c:pt>
                <c:pt idx="611">
                  <c:v>60.45425886</c:v>
                </c:pt>
                <c:pt idx="612">
                  <c:v>61.02174489</c:v>
                </c:pt>
                <c:pt idx="613">
                  <c:v>60.84390998</c:v>
                </c:pt>
                <c:pt idx="614">
                  <c:v>60.21077528</c:v>
                </c:pt>
                <c:pt idx="615">
                  <c:v>60.69288945</c:v>
                </c:pt>
                <c:pt idx="616">
                  <c:v>60.69095696</c:v>
                </c:pt>
                <c:pt idx="617">
                  <c:v>60.91721083</c:v>
                </c:pt>
                <c:pt idx="618">
                  <c:v>61.07786146</c:v>
                </c:pt>
                <c:pt idx="619">
                  <c:v>61.19266275</c:v>
                </c:pt>
                <c:pt idx="620">
                  <c:v>60.46199014</c:v>
                </c:pt>
                <c:pt idx="621">
                  <c:v>60.74520484</c:v>
                </c:pt>
                <c:pt idx="622">
                  <c:v>60.86131003</c:v>
                </c:pt>
                <c:pt idx="623">
                  <c:v>60.6568455</c:v>
                </c:pt>
                <c:pt idx="624">
                  <c:v>60.43817544</c:v>
                </c:pt>
                <c:pt idx="625">
                  <c:v>60.72552954</c:v>
                </c:pt>
                <c:pt idx="626">
                  <c:v>59.7981552</c:v>
                </c:pt>
                <c:pt idx="627">
                  <c:v>60.30522628</c:v>
                </c:pt>
                <c:pt idx="628">
                  <c:v>61.02632306</c:v>
                </c:pt>
                <c:pt idx="629">
                  <c:v>60.70619231</c:v>
                </c:pt>
                <c:pt idx="630">
                  <c:v>59.57228838</c:v>
                </c:pt>
                <c:pt idx="631">
                  <c:v>60.48072636</c:v>
                </c:pt>
                <c:pt idx="632">
                  <c:v>60.7316944</c:v>
                </c:pt>
                <c:pt idx="633">
                  <c:v>60.84654681</c:v>
                </c:pt>
                <c:pt idx="634">
                  <c:v>60.76164176</c:v>
                </c:pt>
                <c:pt idx="635">
                  <c:v>60.42835256</c:v>
                </c:pt>
                <c:pt idx="636">
                  <c:v>59.85271381</c:v>
                </c:pt>
                <c:pt idx="637">
                  <c:v>60.08697361</c:v>
                </c:pt>
                <c:pt idx="638">
                  <c:v>60.73883468</c:v>
                </c:pt>
                <c:pt idx="639">
                  <c:v>60.73085338</c:v>
                </c:pt>
                <c:pt idx="640">
                  <c:v>60.53932376</c:v>
                </c:pt>
                <c:pt idx="641">
                  <c:v>60.42734576</c:v>
                </c:pt>
                <c:pt idx="642">
                  <c:v>60.58714515</c:v>
                </c:pt>
                <c:pt idx="643">
                  <c:v>60.53603878</c:v>
                </c:pt>
                <c:pt idx="644">
                  <c:v>61.00604913</c:v>
                </c:pt>
                <c:pt idx="645">
                  <c:v>60.43228262</c:v>
                </c:pt>
                <c:pt idx="646">
                  <c:v>59.74586978</c:v>
                </c:pt>
                <c:pt idx="647">
                  <c:v>59.55177235</c:v>
                </c:pt>
                <c:pt idx="648">
                  <c:v>59.50523497</c:v>
                </c:pt>
                <c:pt idx="649">
                  <c:v>59.1138186</c:v>
                </c:pt>
                <c:pt idx="650">
                  <c:v>59.15571784</c:v>
                </c:pt>
                <c:pt idx="651">
                  <c:v>59.77372563</c:v>
                </c:pt>
                <c:pt idx="652">
                  <c:v>60.63003061</c:v>
                </c:pt>
                <c:pt idx="653">
                  <c:v>58.87974475</c:v>
                </c:pt>
                <c:pt idx="654">
                  <c:v>59.87261797</c:v>
                </c:pt>
                <c:pt idx="655">
                  <c:v>60.341896</c:v>
                </c:pt>
                <c:pt idx="656">
                  <c:v>59.40448338</c:v>
                </c:pt>
                <c:pt idx="657">
                  <c:v>59.35195569</c:v>
                </c:pt>
                <c:pt idx="658">
                  <c:v>59.68135613</c:v>
                </c:pt>
                <c:pt idx="659">
                  <c:v>60.27885992</c:v>
                </c:pt>
                <c:pt idx="660">
                  <c:v>60.72499399</c:v>
                </c:pt>
                <c:pt idx="661">
                  <c:v>59.8135154</c:v>
                </c:pt>
                <c:pt idx="662">
                  <c:v>59.84992355</c:v>
                </c:pt>
                <c:pt idx="663">
                  <c:v>60.11301073</c:v>
                </c:pt>
                <c:pt idx="664">
                  <c:v>60.18775682</c:v>
                </c:pt>
                <c:pt idx="665">
                  <c:v>59.97838432</c:v>
                </c:pt>
                <c:pt idx="666">
                  <c:v>59.67558322</c:v>
                </c:pt>
                <c:pt idx="667">
                  <c:v>59.87103745</c:v>
                </c:pt>
                <c:pt idx="668">
                  <c:v>59.21416719</c:v>
                </c:pt>
                <c:pt idx="669">
                  <c:v>59.74703238</c:v>
                </c:pt>
                <c:pt idx="670">
                  <c:v>59.69922749</c:v>
                </c:pt>
                <c:pt idx="671">
                  <c:v>59.9220271</c:v>
                </c:pt>
                <c:pt idx="672">
                  <c:v>59.6869227</c:v>
                </c:pt>
                <c:pt idx="673">
                  <c:v>59.30892234</c:v>
                </c:pt>
                <c:pt idx="674">
                  <c:v>59.43681987</c:v>
                </c:pt>
                <c:pt idx="675">
                  <c:v>59.0798722</c:v>
                </c:pt>
                <c:pt idx="676">
                  <c:v>58.97862045</c:v>
                </c:pt>
                <c:pt idx="677">
                  <c:v>59.98025372</c:v>
                </c:pt>
                <c:pt idx="678">
                  <c:v>58.66389229</c:v>
                </c:pt>
                <c:pt idx="679">
                  <c:v>58.94962053</c:v>
                </c:pt>
                <c:pt idx="680">
                  <c:v>59.66230656</c:v>
                </c:pt>
                <c:pt idx="681">
                  <c:v>59.1165853</c:v>
                </c:pt>
                <c:pt idx="682">
                  <c:v>59.52189251</c:v>
                </c:pt>
                <c:pt idx="683">
                  <c:v>59.0524151</c:v>
                </c:pt>
                <c:pt idx="684">
                  <c:v>59.38254627</c:v>
                </c:pt>
                <c:pt idx="685">
                  <c:v>59.45515052</c:v>
                </c:pt>
                <c:pt idx="686">
                  <c:v>59.40157718</c:v>
                </c:pt>
                <c:pt idx="687">
                  <c:v>58.89989101</c:v>
                </c:pt>
                <c:pt idx="688">
                  <c:v>58.81718394</c:v>
                </c:pt>
                <c:pt idx="689">
                  <c:v>59.67214658</c:v>
                </c:pt>
                <c:pt idx="690">
                  <c:v>59.47868024</c:v>
                </c:pt>
                <c:pt idx="691">
                  <c:v>59.30629963</c:v>
                </c:pt>
                <c:pt idx="692">
                  <c:v>58.88159368</c:v>
                </c:pt>
                <c:pt idx="693">
                  <c:v>58.78120538</c:v>
                </c:pt>
                <c:pt idx="694">
                  <c:v>58.76941806</c:v>
                </c:pt>
                <c:pt idx="695">
                  <c:v>58.80935654</c:v>
                </c:pt>
                <c:pt idx="696">
                  <c:v>58.73224196</c:v>
                </c:pt>
                <c:pt idx="697">
                  <c:v>58.8829229</c:v>
                </c:pt>
                <c:pt idx="698">
                  <c:v>58.81627067</c:v>
                </c:pt>
                <c:pt idx="699">
                  <c:v>58.75400006</c:v>
                </c:pt>
                <c:pt idx="700">
                  <c:v>58.89336225</c:v>
                </c:pt>
                <c:pt idx="701">
                  <c:v>58.54145938</c:v>
                </c:pt>
                <c:pt idx="702">
                  <c:v>58.96560558</c:v>
                </c:pt>
                <c:pt idx="703">
                  <c:v>59.06403823</c:v>
                </c:pt>
                <c:pt idx="704">
                  <c:v>59.50657736</c:v>
                </c:pt>
                <c:pt idx="705">
                  <c:v>59.22401154</c:v>
                </c:pt>
                <c:pt idx="706">
                  <c:v>59.6621927</c:v>
                </c:pt>
                <c:pt idx="707">
                  <c:v>59.03034915</c:v>
                </c:pt>
                <c:pt idx="708">
                  <c:v>58.66909739</c:v>
                </c:pt>
                <c:pt idx="709">
                  <c:v>59.28226077</c:v>
                </c:pt>
                <c:pt idx="710">
                  <c:v>58.91914853</c:v>
                </c:pt>
                <c:pt idx="711">
                  <c:v>58.46103326</c:v>
                </c:pt>
                <c:pt idx="712">
                  <c:v>58.69710844</c:v>
                </c:pt>
                <c:pt idx="713">
                  <c:v>58.4455845</c:v>
                </c:pt>
                <c:pt idx="714">
                  <c:v>58.61075328</c:v>
                </c:pt>
                <c:pt idx="715">
                  <c:v>59.05418851</c:v>
                </c:pt>
                <c:pt idx="716">
                  <c:v>58.81839049</c:v>
                </c:pt>
                <c:pt idx="717">
                  <c:v>58.59701951</c:v>
                </c:pt>
                <c:pt idx="718">
                  <c:v>58.26203443</c:v>
                </c:pt>
                <c:pt idx="719">
                  <c:v>58.85696778</c:v>
                </c:pt>
                <c:pt idx="720">
                  <c:v>58.64862589</c:v>
                </c:pt>
                <c:pt idx="721">
                  <c:v>59.00837265</c:v>
                </c:pt>
                <c:pt idx="722">
                  <c:v>58.79246422</c:v>
                </c:pt>
                <c:pt idx="723">
                  <c:v>59.40519348</c:v>
                </c:pt>
                <c:pt idx="724">
                  <c:v>58.25047383</c:v>
                </c:pt>
                <c:pt idx="725">
                  <c:v>58.16517431</c:v>
                </c:pt>
                <c:pt idx="726">
                  <c:v>58.35394542</c:v>
                </c:pt>
                <c:pt idx="727">
                  <c:v>58.45224522</c:v>
                </c:pt>
                <c:pt idx="728">
                  <c:v>58.83812628</c:v>
                </c:pt>
                <c:pt idx="729">
                  <c:v>57.74849536</c:v>
                </c:pt>
                <c:pt idx="730">
                  <c:v>58.33201792</c:v>
                </c:pt>
                <c:pt idx="731">
                  <c:v>59.57526917</c:v>
                </c:pt>
                <c:pt idx="732">
                  <c:v>58.81686554</c:v>
                </c:pt>
                <c:pt idx="733">
                  <c:v>59.19949464</c:v>
                </c:pt>
                <c:pt idx="734">
                  <c:v>58.5711039</c:v>
                </c:pt>
                <c:pt idx="735">
                  <c:v>59.5152776</c:v>
                </c:pt>
                <c:pt idx="736">
                  <c:v>58.95125297</c:v>
                </c:pt>
                <c:pt idx="737">
                  <c:v>58.26332665</c:v>
                </c:pt>
                <c:pt idx="738">
                  <c:v>58.84268083</c:v>
                </c:pt>
                <c:pt idx="739">
                  <c:v>58.60707856</c:v>
                </c:pt>
                <c:pt idx="740">
                  <c:v>58.41093238</c:v>
                </c:pt>
                <c:pt idx="741">
                  <c:v>58.68551563</c:v>
                </c:pt>
                <c:pt idx="742">
                  <c:v>58.16089309</c:v>
                </c:pt>
                <c:pt idx="743">
                  <c:v>58.21008308</c:v>
                </c:pt>
                <c:pt idx="744">
                  <c:v>58.92514917</c:v>
                </c:pt>
                <c:pt idx="745">
                  <c:v>58.66684632</c:v>
                </c:pt>
                <c:pt idx="746">
                  <c:v>58.50126315</c:v>
                </c:pt>
                <c:pt idx="747">
                  <c:v>58.15813007</c:v>
                </c:pt>
                <c:pt idx="748">
                  <c:v>57.9502915</c:v>
                </c:pt>
                <c:pt idx="749">
                  <c:v>58.51330227</c:v>
                </c:pt>
                <c:pt idx="750">
                  <c:v>58.56446156</c:v>
                </c:pt>
                <c:pt idx="751">
                  <c:v>57.49558187</c:v>
                </c:pt>
                <c:pt idx="752">
                  <c:v>58.15601069</c:v>
                </c:pt>
                <c:pt idx="753">
                  <c:v>59.18694229</c:v>
                </c:pt>
                <c:pt idx="754">
                  <c:v>57.98964927</c:v>
                </c:pt>
                <c:pt idx="755">
                  <c:v>58.33712807</c:v>
                </c:pt>
                <c:pt idx="756">
                  <c:v>58.22818893</c:v>
                </c:pt>
                <c:pt idx="757">
                  <c:v>58.52656537</c:v>
                </c:pt>
                <c:pt idx="758">
                  <c:v>57.94808744</c:v>
                </c:pt>
                <c:pt idx="759">
                  <c:v>58.87949961</c:v>
                </c:pt>
                <c:pt idx="760">
                  <c:v>57.75081701</c:v>
                </c:pt>
                <c:pt idx="761">
                  <c:v>57.62923202</c:v>
                </c:pt>
                <c:pt idx="762">
                  <c:v>58.3427821</c:v>
                </c:pt>
                <c:pt idx="763">
                  <c:v>57.88593587</c:v>
                </c:pt>
                <c:pt idx="764">
                  <c:v>57.422356</c:v>
                </c:pt>
                <c:pt idx="765">
                  <c:v>58.91906589</c:v>
                </c:pt>
                <c:pt idx="766">
                  <c:v>57.34801855</c:v>
                </c:pt>
                <c:pt idx="767">
                  <c:v>58.09836982</c:v>
                </c:pt>
                <c:pt idx="768">
                  <c:v>56.84194406</c:v>
                </c:pt>
                <c:pt idx="769">
                  <c:v>57.28303879</c:v>
                </c:pt>
                <c:pt idx="770">
                  <c:v>58.64961245</c:v>
                </c:pt>
                <c:pt idx="771">
                  <c:v>57.38562806</c:v>
                </c:pt>
                <c:pt idx="772">
                  <c:v>57.85793515</c:v>
                </c:pt>
                <c:pt idx="773">
                  <c:v>57.84635391</c:v>
                </c:pt>
                <c:pt idx="774">
                  <c:v>57.62898229</c:v>
                </c:pt>
                <c:pt idx="775">
                  <c:v>57.64408165</c:v>
                </c:pt>
                <c:pt idx="776">
                  <c:v>58.58418136</c:v>
                </c:pt>
                <c:pt idx="777">
                  <c:v>57.37974634</c:v>
                </c:pt>
                <c:pt idx="778">
                  <c:v>58.17841115</c:v>
                </c:pt>
                <c:pt idx="779">
                  <c:v>57.98829419</c:v>
                </c:pt>
                <c:pt idx="780">
                  <c:v>58.04193249</c:v>
                </c:pt>
                <c:pt idx="781">
                  <c:v>57.16576852</c:v>
                </c:pt>
                <c:pt idx="782">
                  <c:v>57.71684098</c:v>
                </c:pt>
                <c:pt idx="783">
                  <c:v>57.37478094</c:v>
                </c:pt>
                <c:pt idx="784">
                  <c:v>57.89451506</c:v>
                </c:pt>
                <c:pt idx="785">
                  <c:v>58.15165263</c:v>
                </c:pt>
                <c:pt idx="786">
                  <c:v>57.6867278</c:v>
                </c:pt>
                <c:pt idx="787">
                  <c:v>57.76664584</c:v>
                </c:pt>
                <c:pt idx="788">
                  <c:v>58.31434527</c:v>
                </c:pt>
                <c:pt idx="789">
                  <c:v>57.96792459</c:v>
                </c:pt>
                <c:pt idx="790">
                  <c:v>57.94673021</c:v>
                </c:pt>
                <c:pt idx="791">
                  <c:v>57.67787524</c:v>
                </c:pt>
                <c:pt idx="792">
                  <c:v>56.53337164</c:v>
                </c:pt>
                <c:pt idx="793">
                  <c:v>57.9749257</c:v>
                </c:pt>
                <c:pt idx="794">
                  <c:v>57.6857005</c:v>
                </c:pt>
                <c:pt idx="795">
                  <c:v>57.75255394</c:v>
                </c:pt>
                <c:pt idx="796">
                  <c:v>57.43874183</c:v>
                </c:pt>
                <c:pt idx="797">
                  <c:v>56.75171572</c:v>
                </c:pt>
                <c:pt idx="798">
                  <c:v>57.11990127</c:v>
                </c:pt>
                <c:pt idx="799">
                  <c:v>57.92094563</c:v>
                </c:pt>
                <c:pt idx="800">
                  <c:v>57.56760878</c:v>
                </c:pt>
                <c:pt idx="801">
                  <c:v>57.5123913</c:v>
                </c:pt>
                <c:pt idx="802">
                  <c:v>57.23609919</c:v>
                </c:pt>
                <c:pt idx="803">
                  <c:v>56.95995694</c:v>
                </c:pt>
                <c:pt idx="804">
                  <c:v>57.69927067</c:v>
                </c:pt>
                <c:pt idx="805">
                  <c:v>56.96796203</c:v>
                </c:pt>
                <c:pt idx="806">
                  <c:v>57.36705481</c:v>
                </c:pt>
                <c:pt idx="807">
                  <c:v>57.78787357</c:v>
                </c:pt>
                <c:pt idx="808">
                  <c:v>57.4552722</c:v>
                </c:pt>
                <c:pt idx="809">
                  <c:v>57.06844764</c:v>
                </c:pt>
                <c:pt idx="810">
                  <c:v>57.78403782</c:v>
                </c:pt>
                <c:pt idx="811">
                  <c:v>57.83586333</c:v>
                </c:pt>
                <c:pt idx="812">
                  <c:v>57.4423442</c:v>
                </c:pt>
                <c:pt idx="813">
                  <c:v>56.76173104</c:v>
                </c:pt>
                <c:pt idx="814">
                  <c:v>57.26498878</c:v>
                </c:pt>
                <c:pt idx="815">
                  <c:v>57.76185367</c:v>
                </c:pt>
                <c:pt idx="816">
                  <c:v>57.52289584</c:v>
                </c:pt>
                <c:pt idx="817">
                  <c:v>57.43890315</c:v>
                </c:pt>
                <c:pt idx="818">
                  <c:v>57.05106408</c:v>
                </c:pt>
                <c:pt idx="819">
                  <c:v>57.03837542</c:v>
                </c:pt>
                <c:pt idx="820">
                  <c:v>57.25381778</c:v>
                </c:pt>
                <c:pt idx="821">
                  <c:v>56.92465755</c:v>
                </c:pt>
                <c:pt idx="822">
                  <c:v>56.95042459</c:v>
                </c:pt>
                <c:pt idx="823">
                  <c:v>57.53579318</c:v>
                </c:pt>
                <c:pt idx="824">
                  <c:v>57.06276231</c:v>
                </c:pt>
                <c:pt idx="825">
                  <c:v>57.67484514</c:v>
                </c:pt>
                <c:pt idx="826">
                  <c:v>57.51780195</c:v>
                </c:pt>
                <c:pt idx="827">
                  <c:v>58.40533427</c:v>
                </c:pt>
                <c:pt idx="828">
                  <c:v>57.00800065</c:v>
                </c:pt>
                <c:pt idx="829">
                  <c:v>57.32839825</c:v>
                </c:pt>
                <c:pt idx="830">
                  <c:v>56.76434964</c:v>
                </c:pt>
                <c:pt idx="831">
                  <c:v>57.45876437</c:v>
                </c:pt>
                <c:pt idx="832">
                  <c:v>56.81162417</c:v>
                </c:pt>
                <c:pt idx="833">
                  <c:v>57.23995265</c:v>
                </c:pt>
                <c:pt idx="834">
                  <c:v>57.0088544</c:v>
                </c:pt>
                <c:pt idx="835">
                  <c:v>56.3577571</c:v>
                </c:pt>
                <c:pt idx="836">
                  <c:v>57.46121905</c:v>
                </c:pt>
                <c:pt idx="837">
                  <c:v>56.55464149</c:v>
                </c:pt>
                <c:pt idx="838">
                  <c:v>57.1498958</c:v>
                </c:pt>
                <c:pt idx="839">
                  <c:v>57.55079888</c:v>
                </c:pt>
                <c:pt idx="840">
                  <c:v>57.85201697</c:v>
                </c:pt>
                <c:pt idx="841">
                  <c:v>57.27678704</c:v>
                </c:pt>
                <c:pt idx="842">
                  <c:v>57.19246204</c:v>
                </c:pt>
                <c:pt idx="843">
                  <c:v>57.66217945</c:v>
                </c:pt>
                <c:pt idx="844">
                  <c:v>57.67549712</c:v>
                </c:pt>
                <c:pt idx="845">
                  <c:v>57.66511105</c:v>
                </c:pt>
                <c:pt idx="846">
                  <c:v>56.96538986</c:v>
                </c:pt>
                <c:pt idx="847">
                  <c:v>57.27292499</c:v>
                </c:pt>
                <c:pt idx="848">
                  <c:v>56.93911313</c:v>
                </c:pt>
                <c:pt idx="849">
                  <c:v>56.92054051</c:v>
                </c:pt>
                <c:pt idx="850">
                  <c:v>57.02359679</c:v>
                </c:pt>
                <c:pt idx="851">
                  <c:v>56.32523427</c:v>
                </c:pt>
                <c:pt idx="852">
                  <c:v>56.76107338</c:v>
                </c:pt>
                <c:pt idx="853">
                  <c:v>57.07220188</c:v>
                </c:pt>
                <c:pt idx="854">
                  <c:v>56.9754986</c:v>
                </c:pt>
                <c:pt idx="855">
                  <c:v>57.39427227</c:v>
                </c:pt>
                <c:pt idx="856">
                  <c:v>56.55401514</c:v>
                </c:pt>
                <c:pt idx="857">
                  <c:v>56.78389361</c:v>
                </c:pt>
                <c:pt idx="858">
                  <c:v>56.60040407</c:v>
                </c:pt>
                <c:pt idx="859">
                  <c:v>56.99315434</c:v>
                </c:pt>
                <c:pt idx="860">
                  <c:v>56.87698214</c:v>
                </c:pt>
                <c:pt idx="861">
                  <c:v>56.31387212</c:v>
                </c:pt>
                <c:pt idx="862">
                  <c:v>56.94881094</c:v>
                </c:pt>
                <c:pt idx="863">
                  <c:v>56.72987343</c:v>
                </c:pt>
                <c:pt idx="864">
                  <c:v>57.02208003</c:v>
                </c:pt>
                <c:pt idx="865">
                  <c:v>56.75982167</c:v>
                </c:pt>
                <c:pt idx="866">
                  <c:v>57.19106393</c:v>
                </c:pt>
                <c:pt idx="867">
                  <c:v>56.81849619</c:v>
                </c:pt>
                <c:pt idx="868">
                  <c:v>56.87052918</c:v>
                </c:pt>
                <c:pt idx="869">
                  <c:v>56.84491789</c:v>
                </c:pt>
                <c:pt idx="870">
                  <c:v>57.53834218</c:v>
                </c:pt>
                <c:pt idx="871">
                  <c:v>57.25574075</c:v>
                </c:pt>
                <c:pt idx="872">
                  <c:v>56.88996987</c:v>
                </c:pt>
                <c:pt idx="873">
                  <c:v>56.8194513</c:v>
                </c:pt>
                <c:pt idx="874">
                  <c:v>56.05024168</c:v>
                </c:pt>
                <c:pt idx="875">
                  <c:v>56.67540651</c:v>
                </c:pt>
                <c:pt idx="876">
                  <c:v>57.24076387</c:v>
                </c:pt>
                <c:pt idx="877">
                  <c:v>55.93148892</c:v>
                </c:pt>
                <c:pt idx="878">
                  <c:v>56.1949825</c:v>
                </c:pt>
                <c:pt idx="879">
                  <c:v>56.27447572</c:v>
                </c:pt>
                <c:pt idx="880">
                  <c:v>56.84562827</c:v>
                </c:pt>
                <c:pt idx="881">
                  <c:v>56.76932867</c:v>
                </c:pt>
                <c:pt idx="882">
                  <c:v>57.2912541</c:v>
                </c:pt>
                <c:pt idx="883">
                  <c:v>57.25452792</c:v>
                </c:pt>
                <c:pt idx="884">
                  <c:v>56.98405272</c:v>
                </c:pt>
                <c:pt idx="885">
                  <c:v>56.55687358</c:v>
                </c:pt>
                <c:pt idx="886">
                  <c:v>56.44714728</c:v>
                </c:pt>
                <c:pt idx="887">
                  <c:v>56.68438301</c:v>
                </c:pt>
                <c:pt idx="888">
                  <c:v>56.88036562</c:v>
                </c:pt>
                <c:pt idx="889">
                  <c:v>56.46335791</c:v>
                </c:pt>
                <c:pt idx="890">
                  <c:v>56.34209767</c:v>
                </c:pt>
                <c:pt idx="891">
                  <c:v>56.1947977</c:v>
                </c:pt>
                <c:pt idx="892">
                  <c:v>55.9581993</c:v>
                </c:pt>
                <c:pt idx="893">
                  <c:v>57.0988513</c:v>
                </c:pt>
                <c:pt idx="894">
                  <c:v>56.974452</c:v>
                </c:pt>
                <c:pt idx="895">
                  <c:v>55.88489508</c:v>
                </c:pt>
                <c:pt idx="896">
                  <c:v>56.39541064</c:v>
                </c:pt>
                <c:pt idx="897">
                  <c:v>57.17015187</c:v>
                </c:pt>
                <c:pt idx="898">
                  <c:v>56.64424619</c:v>
                </c:pt>
                <c:pt idx="899">
                  <c:v>56.76803016</c:v>
                </c:pt>
                <c:pt idx="900">
                  <c:v>56.27298259</c:v>
                </c:pt>
                <c:pt idx="901">
                  <c:v>55.79452124</c:v>
                </c:pt>
                <c:pt idx="902">
                  <c:v>56.07620681</c:v>
                </c:pt>
                <c:pt idx="903">
                  <c:v>55.96958411</c:v>
                </c:pt>
                <c:pt idx="904">
                  <c:v>56.27414545</c:v>
                </c:pt>
                <c:pt idx="905">
                  <c:v>56.89205083</c:v>
                </c:pt>
                <c:pt idx="906">
                  <c:v>56.22780401</c:v>
                </c:pt>
                <c:pt idx="907">
                  <c:v>56.14863206</c:v>
                </c:pt>
                <c:pt idx="908">
                  <c:v>56.37909668</c:v>
                </c:pt>
                <c:pt idx="909">
                  <c:v>56.39404595</c:v>
                </c:pt>
                <c:pt idx="910">
                  <c:v>56.72376725</c:v>
                </c:pt>
                <c:pt idx="911">
                  <c:v>56.6055028</c:v>
                </c:pt>
                <c:pt idx="912">
                  <c:v>56.09088439</c:v>
                </c:pt>
                <c:pt idx="913">
                  <c:v>56.2277622</c:v>
                </c:pt>
                <c:pt idx="914">
                  <c:v>55.9695077</c:v>
                </c:pt>
                <c:pt idx="915">
                  <c:v>56.34043054</c:v>
                </c:pt>
                <c:pt idx="916">
                  <c:v>56.39938795</c:v>
                </c:pt>
                <c:pt idx="917">
                  <c:v>55.707859</c:v>
                </c:pt>
                <c:pt idx="918">
                  <c:v>56.1624043</c:v>
                </c:pt>
                <c:pt idx="919">
                  <c:v>55.44181392</c:v>
                </c:pt>
                <c:pt idx="920">
                  <c:v>55.68022767</c:v>
                </c:pt>
                <c:pt idx="921">
                  <c:v>56.23456295</c:v>
                </c:pt>
                <c:pt idx="922">
                  <c:v>55.8704259</c:v>
                </c:pt>
                <c:pt idx="923">
                  <c:v>55.79391112</c:v>
                </c:pt>
                <c:pt idx="924">
                  <c:v>57.12305763</c:v>
                </c:pt>
                <c:pt idx="925">
                  <c:v>56.30053651</c:v>
                </c:pt>
                <c:pt idx="926">
                  <c:v>55.95564973</c:v>
                </c:pt>
                <c:pt idx="927">
                  <c:v>56.19933257</c:v>
                </c:pt>
                <c:pt idx="928">
                  <c:v>56.35605202</c:v>
                </c:pt>
                <c:pt idx="929">
                  <c:v>56.89518203</c:v>
                </c:pt>
                <c:pt idx="930">
                  <c:v>55.67581502</c:v>
                </c:pt>
                <c:pt idx="931">
                  <c:v>56.08310138</c:v>
                </c:pt>
                <c:pt idx="932">
                  <c:v>56.72475898</c:v>
                </c:pt>
                <c:pt idx="933">
                  <c:v>55.73874852</c:v>
                </c:pt>
                <c:pt idx="934">
                  <c:v>55.96720788</c:v>
                </c:pt>
                <c:pt idx="935">
                  <c:v>56.34750315</c:v>
                </c:pt>
                <c:pt idx="936">
                  <c:v>56.64613511</c:v>
                </c:pt>
                <c:pt idx="937">
                  <c:v>55.44157569</c:v>
                </c:pt>
                <c:pt idx="938">
                  <c:v>56.35352262</c:v>
                </c:pt>
                <c:pt idx="939">
                  <c:v>56.37422406</c:v>
                </c:pt>
                <c:pt idx="940">
                  <c:v>55.63573315</c:v>
                </c:pt>
                <c:pt idx="941">
                  <c:v>56.14540901</c:v>
                </c:pt>
                <c:pt idx="942">
                  <c:v>55.53039165</c:v>
                </c:pt>
                <c:pt idx="943">
                  <c:v>56.25547675</c:v>
                </c:pt>
                <c:pt idx="944">
                  <c:v>55.8686545</c:v>
                </c:pt>
                <c:pt idx="945">
                  <c:v>56.37297443</c:v>
                </c:pt>
                <c:pt idx="946">
                  <c:v>56.1821323</c:v>
                </c:pt>
                <c:pt idx="947">
                  <c:v>55.77180602</c:v>
                </c:pt>
                <c:pt idx="948">
                  <c:v>55.40031701</c:v>
                </c:pt>
                <c:pt idx="949">
                  <c:v>55.88553717</c:v>
                </c:pt>
                <c:pt idx="950">
                  <c:v>55.97786953</c:v>
                </c:pt>
                <c:pt idx="951">
                  <c:v>55.76183313</c:v>
                </c:pt>
                <c:pt idx="952">
                  <c:v>55.81463865</c:v>
                </c:pt>
                <c:pt idx="953">
                  <c:v>55.72391738</c:v>
                </c:pt>
                <c:pt idx="954">
                  <c:v>55.95760285</c:v>
                </c:pt>
                <c:pt idx="955">
                  <c:v>56.01382228</c:v>
                </c:pt>
                <c:pt idx="956">
                  <c:v>56.03324197</c:v>
                </c:pt>
                <c:pt idx="957">
                  <c:v>56.07581595</c:v>
                </c:pt>
                <c:pt idx="958">
                  <c:v>55.78867947</c:v>
                </c:pt>
                <c:pt idx="959">
                  <c:v>55.41582122</c:v>
                </c:pt>
                <c:pt idx="960">
                  <c:v>55.60970455</c:v>
                </c:pt>
                <c:pt idx="961">
                  <c:v>55.38233626</c:v>
                </c:pt>
                <c:pt idx="962">
                  <c:v>55.78900051</c:v>
                </c:pt>
                <c:pt idx="963">
                  <c:v>55.74235634</c:v>
                </c:pt>
                <c:pt idx="964">
                  <c:v>55.94522408</c:v>
                </c:pt>
                <c:pt idx="965">
                  <c:v>55.07963017</c:v>
                </c:pt>
                <c:pt idx="966">
                  <c:v>55.586506</c:v>
                </c:pt>
                <c:pt idx="967">
                  <c:v>55.91308059</c:v>
                </c:pt>
                <c:pt idx="968">
                  <c:v>55.95120009</c:v>
                </c:pt>
                <c:pt idx="969">
                  <c:v>55.85730222</c:v>
                </c:pt>
                <c:pt idx="970">
                  <c:v>55.6755914</c:v>
                </c:pt>
                <c:pt idx="971">
                  <c:v>54.80582967</c:v>
                </c:pt>
                <c:pt idx="972">
                  <c:v>55.00907344</c:v>
                </c:pt>
                <c:pt idx="973">
                  <c:v>55.29182559</c:v>
                </c:pt>
                <c:pt idx="974">
                  <c:v>55.5628023</c:v>
                </c:pt>
                <c:pt idx="975">
                  <c:v>55.59775619</c:v>
                </c:pt>
                <c:pt idx="976">
                  <c:v>55.08205109</c:v>
                </c:pt>
                <c:pt idx="977">
                  <c:v>55.39603419</c:v>
                </c:pt>
                <c:pt idx="978">
                  <c:v>54.71068036</c:v>
                </c:pt>
                <c:pt idx="979">
                  <c:v>55.52401715</c:v>
                </c:pt>
                <c:pt idx="980">
                  <c:v>55.49908691</c:v>
                </c:pt>
                <c:pt idx="981">
                  <c:v>55.17504416</c:v>
                </c:pt>
                <c:pt idx="982">
                  <c:v>55.7378869</c:v>
                </c:pt>
                <c:pt idx="983">
                  <c:v>55.64108931</c:v>
                </c:pt>
                <c:pt idx="984">
                  <c:v>55.57071339</c:v>
                </c:pt>
                <c:pt idx="985">
                  <c:v>56.12802266</c:v>
                </c:pt>
                <c:pt idx="986">
                  <c:v>55.23752361</c:v>
                </c:pt>
                <c:pt idx="987">
                  <c:v>55.66051003</c:v>
                </c:pt>
                <c:pt idx="988">
                  <c:v>55.58715427</c:v>
                </c:pt>
                <c:pt idx="989">
                  <c:v>56.0783682</c:v>
                </c:pt>
                <c:pt idx="990">
                  <c:v>54.91035017</c:v>
                </c:pt>
                <c:pt idx="991">
                  <c:v>55.99548299</c:v>
                </c:pt>
                <c:pt idx="992">
                  <c:v>55.20070306</c:v>
                </c:pt>
                <c:pt idx="993">
                  <c:v>55.14518922</c:v>
                </c:pt>
                <c:pt idx="994">
                  <c:v>54.84038431</c:v>
                </c:pt>
                <c:pt idx="995">
                  <c:v>55.26469019</c:v>
                </c:pt>
                <c:pt idx="996">
                  <c:v>55.44979541</c:v>
                </c:pt>
                <c:pt idx="997">
                  <c:v>56.20220757</c:v>
                </c:pt>
                <c:pt idx="998">
                  <c:v>54.42918959</c:v>
                </c:pt>
                <c:pt idx="999">
                  <c:v>55.42110583</c:v>
                </c:pt>
              </c:numCache>
            </c:numRef>
          </c:yVal>
        </c:ser>
        <c:ser>
          <c:idx val="1"/>
          <c:order val="1"/>
          <c:tx>
            <c:v>BCA</c:v>
          </c:tx>
          <c:spPr>
            <a:ln xmlns:a="http://schemas.openxmlformats.org/drawingml/2006/main" w="15240">
              <a:solidFill>
                <a:srgbClr val="087F8C"/>
              </a:solidFill>
            </a:ln>
          </c:spPr>
          <c:marker>
            <c:symbol val="none"/>
          </c:marker>
          <c:xVal>
            <c:numRef>
              <c:f>'Chart Data'!$C$2:$C$1001</c:f>
              <c:numCache>
                <c:formatCode>General</c:formatCode>
                <c:ptCount val="10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numCache>
            </c:numRef>
          </c:xVal>
          <c:yVal>
            <c:numRef>
              <c:f>'Chart Data'!$D$2:$D$1001</c:f>
              <c:numCache>
                <c:formatCode>General</c:formatCode>
                <c:ptCount val="1000"/>
                <c:pt idx="0">
                  <c:v>0.57736302</c:v>
                </c:pt>
                <c:pt idx="1">
                  <c:v>0.77270894</c:v>
                </c:pt>
                <c:pt idx="2">
                  <c:v>1.6772081</c:v>
                </c:pt>
                <c:pt idx="3">
                  <c:v>2.58480489</c:v>
                </c:pt>
                <c:pt idx="4">
                  <c:v>3.67734502</c:v>
                </c:pt>
                <c:pt idx="5">
                  <c:v>4.5199255</c:v>
                </c:pt>
                <c:pt idx="6">
                  <c:v>5.42388755</c:v>
                </c:pt>
                <c:pt idx="7">
                  <c:v>6.28995606</c:v>
                </c:pt>
                <c:pt idx="8">
                  <c:v>7.15051414</c:v>
                </c:pt>
                <c:pt idx="9">
                  <c:v>8.09892779</c:v>
                </c:pt>
                <c:pt idx="10">
                  <c:v>9.31029322</c:v>
                </c:pt>
                <c:pt idx="11">
                  <c:v>10.26776212</c:v>
                </c:pt>
                <c:pt idx="12">
                  <c:v>11.47387844</c:v>
                </c:pt>
                <c:pt idx="13">
                  <c:v>12.63349077</c:v>
                </c:pt>
                <c:pt idx="14">
                  <c:v>13.99939754</c:v>
                </c:pt>
                <c:pt idx="15">
                  <c:v>14.91970174</c:v>
                </c:pt>
                <c:pt idx="16">
                  <c:v>16.35260559</c:v>
                </c:pt>
                <c:pt idx="17">
                  <c:v>17.96911838</c:v>
                </c:pt>
                <c:pt idx="18">
                  <c:v>18.95944651</c:v>
                </c:pt>
                <c:pt idx="19">
                  <c:v>20.36945543</c:v>
                </c:pt>
                <c:pt idx="20">
                  <c:v>21.66853651</c:v>
                </c:pt>
                <c:pt idx="21">
                  <c:v>23.71164923</c:v>
                </c:pt>
                <c:pt idx="22">
                  <c:v>25.59449751</c:v>
                </c:pt>
                <c:pt idx="23">
                  <c:v>27.13425408</c:v>
                </c:pt>
                <c:pt idx="24">
                  <c:v>28.66180275</c:v>
                </c:pt>
                <c:pt idx="25">
                  <c:v>30.38388297</c:v>
                </c:pt>
                <c:pt idx="26">
                  <c:v>30.09077504</c:v>
                </c:pt>
                <c:pt idx="27">
                  <c:v>30.42020941</c:v>
                </c:pt>
                <c:pt idx="28">
                  <c:v>31.75511815</c:v>
                </c:pt>
                <c:pt idx="29">
                  <c:v>32.04807808</c:v>
                </c:pt>
                <c:pt idx="30">
                  <c:v>33.03666895</c:v>
                </c:pt>
                <c:pt idx="31">
                  <c:v>34.25548395</c:v>
                </c:pt>
                <c:pt idx="32">
                  <c:v>33.83302137</c:v>
                </c:pt>
                <c:pt idx="33">
                  <c:v>33.86929066</c:v>
                </c:pt>
                <c:pt idx="34">
                  <c:v>34.40815549</c:v>
                </c:pt>
                <c:pt idx="35">
                  <c:v>36.23458396</c:v>
                </c:pt>
                <c:pt idx="36">
                  <c:v>36.20058666</c:v>
                </c:pt>
                <c:pt idx="37">
                  <c:v>36.41695972</c:v>
                </c:pt>
                <c:pt idx="38">
                  <c:v>37.33948727</c:v>
                </c:pt>
                <c:pt idx="39">
                  <c:v>37.69864817</c:v>
                </c:pt>
                <c:pt idx="40">
                  <c:v>38.71267654</c:v>
                </c:pt>
                <c:pt idx="41">
                  <c:v>39.48291574</c:v>
                </c:pt>
                <c:pt idx="42">
                  <c:v>39.96362001</c:v>
                </c:pt>
                <c:pt idx="43">
                  <c:v>40.43992144</c:v>
                </c:pt>
                <c:pt idx="44">
                  <c:v>41.0171259</c:v>
                </c:pt>
                <c:pt idx="45">
                  <c:v>41.50472447</c:v>
                </c:pt>
                <c:pt idx="46">
                  <c:v>42.20156941</c:v>
                </c:pt>
                <c:pt idx="47">
                  <c:v>43.57889014</c:v>
                </c:pt>
                <c:pt idx="48">
                  <c:v>43.56262847</c:v>
                </c:pt>
                <c:pt idx="49">
                  <c:v>45.25617074</c:v>
                </c:pt>
                <c:pt idx="50">
                  <c:v>45.47015101</c:v>
                </c:pt>
                <c:pt idx="51">
                  <c:v>46.25940587</c:v>
                </c:pt>
                <c:pt idx="52">
                  <c:v>47.43566867</c:v>
                </c:pt>
                <c:pt idx="53">
                  <c:v>48.74729897</c:v>
                </c:pt>
                <c:pt idx="54">
                  <c:v>47.41474503</c:v>
                </c:pt>
                <c:pt idx="55">
                  <c:v>49.44008121</c:v>
                </c:pt>
                <c:pt idx="56">
                  <c:v>50.09342376</c:v>
                </c:pt>
                <c:pt idx="57">
                  <c:v>50.41192668</c:v>
                </c:pt>
                <c:pt idx="58">
                  <c:v>51.432261</c:v>
                </c:pt>
                <c:pt idx="59">
                  <c:v>52.29330172</c:v>
                </c:pt>
                <c:pt idx="60">
                  <c:v>52.70202692</c:v>
                </c:pt>
                <c:pt idx="61">
                  <c:v>52.92176244</c:v>
                </c:pt>
                <c:pt idx="62">
                  <c:v>53.35108694</c:v>
                </c:pt>
                <c:pt idx="63">
                  <c:v>54.30612615</c:v>
                </c:pt>
                <c:pt idx="64">
                  <c:v>55.23643756</c:v>
                </c:pt>
                <c:pt idx="65">
                  <c:v>54.76481565</c:v>
                </c:pt>
                <c:pt idx="66">
                  <c:v>55.68305579</c:v>
                </c:pt>
                <c:pt idx="67">
                  <c:v>55.93193014</c:v>
                </c:pt>
                <c:pt idx="68">
                  <c:v>57.03012825</c:v>
                </c:pt>
                <c:pt idx="69">
                  <c:v>56.8191255</c:v>
                </c:pt>
                <c:pt idx="70">
                  <c:v>57.96539481</c:v>
                </c:pt>
                <c:pt idx="71">
                  <c:v>58.67740919</c:v>
                </c:pt>
                <c:pt idx="72">
                  <c:v>59.09133041</c:v>
                </c:pt>
                <c:pt idx="73">
                  <c:v>59.94799963</c:v>
                </c:pt>
                <c:pt idx="74">
                  <c:v>58.96374937</c:v>
                </c:pt>
                <c:pt idx="75">
                  <c:v>60.25700377</c:v>
                </c:pt>
                <c:pt idx="76">
                  <c:v>60.76484011</c:v>
                </c:pt>
                <c:pt idx="77">
                  <c:v>61.7356344</c:v>
                </c:pt>
                <c:pt idx="78">
                  <c:v>61.12775168</c:v>
                </c:pt>
                <c:pt idx="79">
                  <c:v>61.23332686</c:v>
                </c:pt>
                <c:pt idx="80">
                  <c:v>61.24350886</c:v>
                </c:pt>
                <c:pt idx="81">
                  <c:v>62.03641273</c:v>
                </c:pt>
                <c:pt idx="82">
                  <c:v>62.47948904</c:v>
                </c:pt>
                <c:pt idx="83">
                  <c:v>61.86010796</c:v>
                </c:pt>
                <c:pt idx="84">
                  <c:v>62.39420045</c:v>
                </c:pt>
                <c:pt idx="85">
                  <c:v>62.63024986</c:v>
                </c:pt>
                <c:pt idx="86">
                  <c:v>62.43900138</c:v>
                </c:pt>
                <c:pt idx="87">
                  <c:v>62.48923544</c:v>
                </c:pt>
                <c:pt idx="88">
                  <c:v>63.08158512</c:v>
                </c:pt>
                <c:pt idx="89">
                  <c:v>63.35571151</c:v>
                </c:pt>
                <c:pt idx="90">
                  <c:v>63.9805443</c:v>
                </c:pt>
                <c:pt idx="91">
                  <c:v>63.66409009</c:v>
                </c:pt>
                <c:pt idx="92">
                  <c:v>64.36894503</c:v>
                </c:pt>
                <c:pt idx="93">
                  <c:v>63.19950092</c:v>
                </c:pt>
                <c:pt idx="94">
                  <c:v>63.87631952</c:v>
                </c:pt>
                <c:pt idx="95">
                  <c:v>64.00392794</c:v>
                </c:pt>
                <c:pt idx="96">
                  <c:v>64.58138724</c:v>
                </c:pt>
                <c:pt idx="97">
                  <c:v>64.67220436</c:v>
                </c:pt>
                <c:pt idx="98">
                  <c:v>64.78884277</c:v>
                </c:pt>
                <c:pt idx="99">
                  <c:v>64.10467689</c:v>
                </c:pt>
                <c:pt idx="100">
                  <c:v>64.72684237</c:v>
                </c:pt>
                <c:pt idx="101">
                  <c:v>65.49435593</c:v>
                </c:pt>
                <c:pt idx="102">
                  <c:v>65.40210715</c:v>
                </c:pt>
                <c:pt idx="103">
                  <c:v>65.19135773</c:v>
                </c:pt>
                <c:pt idx="104">
                  <c:v>65.01772762</c:v>
                </c:pt>
                <c:pt idx="105">
                  <c:v>64.80830114</c:v>
                </c:pt>
                <c:pt idx="106">
                  <c:v>65.4979179</c:v>
                </c:pt>
                <c:pt idx="107">
                  <c:v>64.16397547</c:v>
                </c:pt>
                <c:pt idx="108">
                  <c:v>66.01428136</c:v>
                </c:pt>
                <c:pt idx="109">
                  <c:v>65.34588984</c:v>
                </c:pt>
                <c:pt idx="110">
                  <c:v>65.76717809</c:v>
                </c:pt>
                <c:pt idx="111">
                  <c:v>65.9311172</c:v>
                </c:pt>
                <c:pt idx="112">
                  <c:v>65.84770331</c:v>
                </c:pt>
                <c:pt idx="113">
                  <c:v>65.97714127</c:v>
                </c:pt>
                <c:pt idx="114">
                  <c:v>66.11653115</c:v>
                </c:pt>
                <c:pt idx="115">
                  <c:v>65.54040007</c:v>
                </c:pt>
                <c:pt idx="116">
                  <c:v>66.02822808</c:v>
                </c:pt>
                <c:pt idx="117">
                  <c:v>65.3542993</c:v>
                </c:pt>
                <c:pt idx="118">
                  <c:v>65.2710113</c:v>
                </c:pt>
                <c:pt idx="119">
                  <c:v>67.37907311</c:v>
                </c:pt>
                <c:pt idx="120">
                  <c:v>65.81938575</c:v>
                </c:pt>
                <c:pt idx="121">
                  <c:v>66.41510126</c:v>
                </c:pt>
                <c:pt idx="122">
                  <c:v>66.50520801</c:v>
                </c:pt>
                <c:pt idx="123">
                  <c:v>67.0878441</c:v>
                </c:pt>
                <c:pt idx="124">
                  <c:v>66.41299542</c:v>
                </c:pt>
                <c:pt idx="125">
                  <c:v>66.92465167</c:v>
                </c:pt>
                <c:pt idx="126">
                  <c:v>66.33651508</c:v>
                </c:pt>
                <c:pt idx="127">
                  <c:v>67.48797193</c:v>
                </c:pt>
                <c:pt idx="128">
                  <c:v>66.38795893</c:v>
                </c:pt>
                <c:pt idx="129">
                  <c:v>67.22597532</c:v>
                </c:pt>
                <c:pt idx="130">
                  <c:v>67.35516148</c:v>
                </c:pt>
                <c:pt idx="131">
                  <c:v>67.55570157</c:v>
                </c:pt>
                <c:pt idx="132">
                  <c:v>67.92474974</c:v>
                </c:pt>
                <c:pt idx="133">
                  <c:v>67.69307207</c:v>
                </c:pt>
                <c:pt idx="134">
                  <c:v>67.48787141</c:v>
                </c:pt>
                <c:pt idx="135">
                  <c:v>67.15267651</c:v>
                </c:pt>
                <c:pt idx="136">
                  <c:v>68.58314337</c:v>
                </c:pt>
                <c:pt idx="137">
                  <c:v>67.99673371</c:v>
                </c:pt>
                <c:pt idx="138">
                  <c:v>68.37602996</c:v>
                </c:pt>
                <c:pt idx="139">
                  <c:v>68.19512962</c:v>
                </c:pt>
                <c:pt idx="140">
                  <c:v>67.48675034</c:v>
                </c:pt>
                <c:pt idx="141">
                  <c:v>69.24933731</c:v>
                </c:pt>
                <c:pt idx="142">
                  <c:v>68.8052625</c:v>
                </c:pt>
                <c:pt idx="143">
                  <c:v>68.0444335</c:v>
                </c:pt>
                <c:pt idx="144">
                  <c:v>69.14670956</c:v>
                </c:pt>
                <c:pt idx="145">
                  <c:v>69.23708036</c:v>
                </c:pt>
                <c:pt idx="146">
                  <c:v>67.94918167</c:v>
                </c:pt>
                <c:pt idx="147">
                  <c:v>68.15237651</c:v>
                </c:pt>
                <c:pt idx="148">
                  <c:v>69.79874506</c:v>
                </c:pt>
                <c:pt idx="149">
                  <c:v>70.19796613</c:v>
                </c:pt>
                <c:pt idx="150">
                  <c:v>67.72114804</c:v>
                </c:pt>
                <c:pt idx="151">
                  <c:v>69.6867025</c:v>
                </c:pt>
                <c:pt idx="152">
                  <c:v>70.77414589</c:v>
                </c:pt>
                <c:pt idx="153">
                  <c:v>70.39773035</c:v>
                </c:pt>
                <c:pt idx="154">
                  <c:v>68.49432286</c:v>
                </c:pt>
                <c:pt idx="155">
                  <c:v>69.81796144</c:v>
                </c:pt>
                <c:pt idx="156">
                  <c:v>68.73930327</c:v>
                </c:pt>
                <c:pt idx="157">
                  <c:v>68.74662189</c:v>
                </c:pt>
                <c:pt idx="158">
                  <c:v>69.04349335</c:v>
                </c:pt>
                <c:pt idx="159">
                  <c:v>69.37732515</c:v>
                </c:pt>
                <c:pt idx="160">
                  <c:v>69.64853101</c:v>
                </c:pt>
                <c:pt idx="161">
                  <c:v>68.95270704</c:v>
                </c:pt>
                <c:pt idx="162">
                  <c:v>69.2780461</c:v>
                </c:pt>
                <c:pt idx="163">
                  <c:v>69.87835771</c:v>
                </c:pt>
                <c:pt idx="164">
                  <c:v>69.78434062</c:v>
                </c:pt>
                <c:pt idx="165">
                  <c:v>69.67866365</c:v>
                </c:pt>
                <c:pt idx="166">
                  <c:v>70.31639115</c:v>
                </c:pt>
                <c:pt idx="167">
                  <c:v>69.09119645</c:v>
                </c:pt>
                <c:pt idx="168">
                  <c:v>70.16575982</c:v>
                </c:pt>
                <c:pt idx="169">
                  <c:v>70.7694402</c:v>
                </c:pt>
                <c:pt idx="170">
                  <c:v>70.66875874</c:v>
                </c:pt>
                <c:pt idx="171">
                  <c:v>71.30724749</c:v>
                </c:pt>
                <c:pt idx="172">
                  <c:v>69.67018696</c:v>
                </c:pt>
                <c:pt idx="173">
                  <c:v>70.12136507</c:v>
                </c:pt>
                <c:pt idx="174">
                  <c:v>70.47321795</c:v>
                </c:pt>
                <c:pt idx="175">
                  <c:v>71.18631393</c:v>
                </c:pt>
                <c:pt idx="176">
                  <c:v>70.10706373</c:v>
                </c:pt>
                <c:pt idx="177">
                  <c:v>70.15934591</c:v>
                </c:pt>
                <c:pt idx="178">
                  <c:v>70.34313429</c:v>
                </c:pt>
                <c:pt idx="179">
                  <c:v>70.84142927</c:v>
                </c:pt>
                <c:pt idx="180">
                  <c:v>70.27018465</c:v>
                </c:pt>
                <c:pt idx="181">
                  <c:v>69.33896751</c:v>
                </c:pt>
                <c:pt idx="182">
                  <c:v>69.5284399</c:v>
                </c:pt>
                <c:pt idx="183">
                  <c:v>70.03100149</c:v>
                </c:pt>
                <c:pt idx="184">
                  <c:v>70.5620679</c:v>
                </c:pt>
                <c:pt idx="185">
                  <c:v>70.96710232</c:v>
                </c:pt>
                <c:pt idx="186">
                  <c:v>69.75555685</c:v>
                </c:pt>
                <c:pt idx="187">
                  <c:v>70.80281041</c:v>
                </c:pt>
                <c:pt idx="188">
                  <c:v>70.12037997</c:v>
                </c:pt>
                <c:pt idx="189">
                  <c:v>70.83998715</c:v>
                </c:pt>
                <c:pt idx="190">
                  <c:v>69.97644336</c:v>
                </c:pt>
                <c:pt idx="191">
                  <c:v>72.18798825</c:v>
                </c:pt>
                <c:pt idx="192">
                  <c:v>70.57330015</c:v>
                </c:pt>
                <c:pt idx="193">
                  <c:v>71.03577668</c:v>
                </c:pt>
                <c:pt idx="194">
                  <c:v>70.60540685</c:v>
                </c:pt>
                <c:pt idx="195">
                  <c:v>70.32748522</c:v>
                </c:pt>
                <c:pt idx="196">
                  <c:v>71.35251061</c:v>
                </c:pt>
                <c:pt idx="197">
                  <c:v>70.96295568</c:v>
                </c:pt>
                <c:pt idx="198">
                  <c:v>71.4491491</c:v>
                </c:pt>
                <c:pt idx="199">
                  <c:v>70.68495404</c:v>
                </c:pt>
                <c:pt idx="200">
                  <c:v>71.26730284</c:v>
                </c:pt>
                <c:pt idx="201">
                  <c:v>70.5575474</c:v>
                </c:pt>
                <c:pt idx="202">
                  <c:v>71.38491507</c:v>
                </c:pt>
                <c:pt idx="203">
                  <c:v>69.78634111</c:v>
                </c:pt>
                <c:pt idx="204">
                  <c:v>71.1925347</c:v>
                </c:pt>
                <c:pt idx="205">
                  <c:v>70.64319288</c:v>
                </c:pt>
                <c:pt idx="206">
                  <c:v>70.69425629</c:v>
                </c:pt>
                <c:pt idx="207">
                  <c:v>71.78900447</c:v>
                </c:pt>
                <c:pt idx="208">
                  <c:v>70.23479539</c:v>
                </c:pt>
                <c:pt idx="209">
                  <c:v>70.67872265</c:v>
                </c:pt>
                <c:pt idx="210">
                  <c:v>70.21880922</c:v>
                </c:pt>
                <c:pt idx="211">
                  <c:v>71.27590804</c:v>
                </c:pt>
                <c:pt idx="212">
                  <c:v>70.16555602</c:v>
                </c:pt>
                <c:pt idx="213">
                  <c:v>70.62261565</c:v>
                </c:pt>
                <c:pt idx="214">
                  <c:v>71.18925766</c:v>
                </c:pt>
                <c:pt idx="215">
                  <c:v>71.06302329</c:v>
                </c:pt>
                <c:pt idx="216">
                  <c:v>70.52044912</c:v>
                </c:pt>
                <c:pt idx="217">
                  <c:v>70.62716976</c:v>
                </c:pt>
                <c:pt idx="218">
                  <c:v>71.09887752</c:v>
                </c:pt>
                <c:pt idx="219">
                  <c:v>70.75054547</c:v>
                </c:pt>
                <c:pt idx="220">
                  <c:v>71.20757501</c:v>
                </c:pt>
                <c:pt idx="221">
                  <c:v>71.45187184</c:v>
                </c:pt>
                <c:pt idx="222">
                  <c:v>71.53554609</c:v>
                </c:pt>
                <c:pt idx="223">
                  <c:v>70.71357843</c:v>
                </c:pt>
                <c:pt idx="224">
                  <c:v>71.1880821</c:v>
                </c:pt>
                <c:pt idx="225">
                  <c:v>70.32936502</c:v>
                </c:pt>
                <c:pt idx="226">
                  <c:v>71.28592933</c:v>
                </c:pt>
                <c:pt idx="227">
                  <c:v>70.64657054</c:v>
                </c:pt>
                <c:pt idx="228">
                  <c:v>71.48620294</c:v>
                </c:pt>
                <c:pt idx="229">
                  <c:v>71.66805957</c:v>
                </c:pt>
                <c:pt idx="230">
                  <c:v>71.24400074</c:v>
                </c:pt>
                <c:pt idx="231">
                  <c:v>71.48943726</c:v>
                </c:pt>
                <c:pt idx="232">
                  <c:v>71.96250206</c:v>
                </c:pt>
                <c:pt idx="233">
                  <c:v>71.06889387</c:v>
                </c:pt>
                <c:pt idx="234">
                  <c:v>72.07863661</c:v>
                </c:pt>
                <c:pt idx="235">
                  <c:v>70.89236838</c:v>
                </c:pt>
                <c:pt idx="236">
                  <c:v>70.77358892</c:v>
                </c:pt>
                <c:pt idx="237">
                  <c:v>72.05917871</c:v>
                </c:pt>
                <c:pt idx="238">
                  <c:v>70.79810385</c:v>
                </c:pt>
                <c:pt idx="239">
                  <c:v>72.08044316</c:v>
                </c:pt>
                <c:pt idx="240">
                  <c:v>71.39893878</c:v>
                </c:pt>
                <c:pt idx="241">
                  <c:v>72.09015762</c:v>
                </c:pt>
                <c:pt idx="242">
                  <c:v>71.83827718</c:v>
                </c:pt>
                <c:pt idx="243">
                  <c:v>71.21761504</c:v>
                </c:pt>
                <c:pt idx="244">
                  <c:v>71.24846226</c:v>
                </c:pt>
                <c:pt idx="245">
                  <c:v>70.73270092</c:v>
                </c:pt>
                <c:pt idx="246">
                  <c:v>70.89488939</c:v>
                </c:pt>
                <c:pt idx="247">
                  <c:v>71.44002611</c:v>
                </c:pt>
                <c:pt idx="248">
                  <c:v>70.48345916</c:v>
                </c:pt>
                <c:pt idx="249">
                  <c:v>70.23961889</c:v>
                </c:pt>
                <c:pt idx="250">
                  <c:v>70.61330572</c:v>
                </c:pt>
                <c:pt idx="251">
                  <c:v>71.80716214</c:v>
                </c:pt>
                <c:pt idx="252">
                  <c:v>70.42580332</c:v>
                </c:pt>
                <c:pt idx="253">
                  <c:v>72.7411036</c:v>
                </c:pt>
                <c:pt idx="254">
                  <c:v>71.01951505</c:v>
                </c:pt>
                <c:pt idx="255">
                  <c:v>71.56418795</c:v>
                </c:pt>
                <c:pt idx="256">
                  <c:v>69.32547337</c:v>
                </c:pt>
                <c:pt idx="257">
                  <c:v>69.78632001</c:v>
                </c:pt>
                <c:pt idx="258">
                  <c:v>70.29009235</c:v>
                </c:pt>
                <c:pt idx="259">
                  <c:v>69.98778761</c:v>
                </c:pt>
                <c:pt idx="260">
                  <c:v>71.14928115</c:v>
                </c:pt>
                <c:pt idx="261">
                  <c:v>70.89994163</c:v>
                </c:pt>
                <c:pt idx="262">
                  <c:v>70.62092576</c:v>
                </c:pt>
                <c:pt idx="263">
                  <c:v>70.3276721</c:v>
                </c:pt>
                <c:pt idx="264">
                  <c:v>69.97540882</c:v>
                </c:pt>
                <c:pt idx="265">
                  <c:v>70.1851591</c:v>
                </c:pt>
                <c:pt idx="266">
                  <c:v>70.53913465</c:v>
                </c:pt>
                <c:pt idx="267">
                  <c:v>71.01941661</c:v>
                </c:pt>
                <c:pt idx="268">
                  <c:v>71.20126011</c:v>
                </c:pt>
                <c:pt idx="269">
                  <c:v>70.77243324</c:v>
                </c:pt>
                <c:pt idx="270">
                  <c:v>70.89353418</c:v>
                </c:pt>
                <c:pt idx="271">
                  <c:v>71.02117181</c:v>
                </c:pt>
                <c:pt idx="272">
                  <c:v>70.39870514</c:v>
                </c:pt>
                <c:pt idx="273">
                  <c:v>70.35226086</c:v>
                </c:pt>
                <c:pt idx="274">
                  <c:v>71.10995014</c:v>
                </c:pt>
                <c:pt idx="275">
                  <c:v>70.7713391</c:v>
                </c:pt>
                <c:pt idx="276">
                  <c:v>70.76893408</c:v>
                </c:pt>
                <c:pt idx="277">
                  <c:v>69.85025506</c:v>
                </c:pt>
                <c:pt idx="278">
                  <c:v>71.5112002</c:v>
                </c:pt>
                <c:pt idx="279">
                  <c:v>70.434369</c:v>
                </c:pt>
                <c:pt idx="280">
                  <c:v>70.98461515</c:v>
                </c:pt>
                <c:pt idx="281">
                  <c:v>70.6194882</c:v>
                </c:pt>
                <c:pt idx="282">
                  <c:v>70.13867968</c:v>
                </c:pt>
                <c:pt idx="283">
                  <c:v>70.63590485</c:v>
                </c:pt>
                <c:pt idx="284">
                  <c:v>70.3050553</c:v>
                </c:pt>
                <c:pt idx="285">
                  <c:v>70.63904547</c:v>
                </c:pt>
                <c:pt idx="286">
                  <c:v>70.1621167</c:v>
                </c:pt>
                <c:pt idx="287">
                  <c:v>69.93364257</c:v>
                </c:pt>
                <c:pt idx="288">
                  <c:v>69.8266293</c:v>
                </c:pt>
                <c:pt idx="289">
                  <c:v>70.78505669</c:v>
                </c:pt>
                <c:pt idx="290">
                  <c:v>70.32063007</c:v>
                </c:pt>
                <c:pt idx="291">
                  <c:v>71.38016106</c:v>
                </c:pt>
                <c:pt idx="292">
                  <c:v>69.82308108</c:v>
                </c:pt>
                <c:pt idx="293">
                  <c:v>70.1139559</c:v>
                </c:pt>
                <c:pt idx="294">
                  <c:v>70.61276115</c:v>
                </c:pt>
                <c:pt idx="295">
                  <c:v>69.99450317</c:v>
                </c:pt>
                <c:pt idx="296">
                  <c:v>70.38919837</c:v>
                </c:pt>
                <c:pt idx="297">
                  <c:v>69.91288234</c:v>
                </c:pt>
                <c:pt idx="298">
                  <c:v>70.53637935</c:v>
                </c:pt>
                <c:pt idx="299">
                  <c:v>70.6750727</c:v>
                </c:pt>
                <c:pt idx="300">
                  <c:v>68.5451118</c:v>
                </c:pt>
                <c:pt idx="301">
                  <c:v>70.30648003</c:v>
                </c:pt>
                <c:pt idx="302">
                  <c:v>69.68792143</c:v>
                </c:pt>
                <c:pt idx="303">
                  <c:v>69.00881933</c:v>
                </c:pt>
                <c:pt idx="304">
                  <c:v>70.26046833</c:v>
                </c:pt>
                <c:pt idx="305">
                  <c:v>69.56726302</c:v>
                </c:pt>
                <c:pt idx="306">
                  <c:v>69.15625361</c:v>
                </c:pt>
                <c:pt idx="307">
                  <c:v>68.95185451</c:v>
                </c:pt>
                <c:pt idx="308">
                  <c:v>69.84629991</c:v>
                </c:pt>
                <c:pt idx="309">
                  <c:v>69.924896</c:v>
                </c:pt>
                <c:pt idx="310">
                  <c:v>70.75917059</c:v>
                </c:pt>
                <c:pt idx="311">
                  <c:v>69.17915398</c:v>
                </c:pt>
                <c:pt idx="312">
                  <c:v>69.75170341</c:v>
                </c:pt>
                <c:pt idx="313">
                  <c:v>69.94679825</c:v>
                </c:pt>
                <c:pt idx="314">
                  <c:v>69.94279058</c:v>
                </c:pt>
                <c:pt idx="315">
                  <c:v>70.32774981</c:v>
                </c:pt>
                <c:pt idx="316">
                  <c:v>70.31847836</c:v>
                </c:pt>
                <c:pt idx="317">
                  <c:v>70.55913121</c:v>
                </c:pt>
                <c:pt idx="318">
                  <c:v>69.99886073</c:v>
                </c:pt>
                <c:pt idx="319">
                  <c:v>69.96564159</c:v>
                </c:pt>
                <c:pt idx="320">
                  <c:v>69.92128151</c:v>
                </c:pt>
                <c:pt idx="321">
                  <c:v>69.89989591</c:v>
                </c:pt>
                <c:pt idx="322">
                  <c:v>69.59230325</c:v>
                </c:pt>
                <c:pt idx="323">
                  <c:v>69.25271055</c:v>
                </c:pt>
                <c:pt idx="324">
                  <c:v>69.23752966</c:v>
                </c:pt>
                <c:pt idx="325">
                  <c:v>68.88722789</c:v>
                </c:pt>
                <c:pt idx="326">
                  <c:v>68.44418777</c:v>
                </c:pt>
                <c:pt idx="327">
                  <c:v>69.17009816</c:v>
                </c:pt>
                <c:pt idx="328">
                  <c:v>69.65720203</c:v>
                </c:pt>
                <c:pt idx="329">
                  <c:v>69.85377124</c:v>
                </c:pt>
                <c:pt idx="330">
                  <c:v>68.66364049</c:v>
                </c:pt>
                <c:pt idx="331">
                  <c:v>69.01903232</c:v>
                </c:pt>
                <c:pt idx="332">
                  <c:v>69.08733065</c:v>
                </c:pt>
                <c:pt idx="333">
                  <c:v>69.10190764</c:v>
                </c:pt>
                <c:pt idx="334">
                  <c:v>68.8587781</c:v>
                </c:pt>
                <c:pt idx="335">
                  <c:v>69.08662151</c:v>
                </c:pt>
                <c:pt idx="336">
                  <c:v>68.99232066</c:v>
                </c:pt>
                <c:pt idx="337">
                  <c:v>69.51603113</c:v>
                </c:pt>
                <c:pt idx="338">
                  <c:v>68.71082963</c:v>
                </c:pt>
                <c:pt idx="339">
                  <c:v>69.21015026</c:v>
                </c:pt>
                <c:pt idx="340">
                  <c:v>68.36767548</c:v>
                </c:pt>
                <c:pt idx="341">
                  <c:v>68.85826202</c:v>
                </c:pt>
                <c:pt idx="342">
                  <c:v>69.98481022</c:v>
                </c:pt>
                <c:pt idx="343">
                  <c:v>69.45033507</c:v>
                </c:pt>
                <c:pt idx="344">
                  <c:v>68.61006426</c:v>
                </c:pt>
                <c:pt idx="345">
                  <c:v>68.4836618</c:v>
                </c:pt>
                <c:pt idx="346">
                  <c:v>69.51768791</c:v>
                </c:pt>
                <c:pt idx="347">
                  <c:v>69.22344912</c:v>
                </c:pt>
                <c:pt idx="348">
                  <c:v>69.2333886</c:v>
                </c:pt>
                <c:pt idx="349">
                  <c:v>69.54829299</c:v>
                </c:pt>
                <c:pt idx="350">
                  <c:v>69.48496875</c:v>
                </c:pt>
                <c:pt idx="351">
                  <c:v>69.44299777</c:v>
                </c:pt>
                <c:pt idx="352">
                  <c:v>69.45341167</c:v>
                </c:pt>
                <c:pt idx="353">
                  <c:v>68.89632921</c:v>
                </c:pt>
                <c:pt idx="354">
                  <c:v>69.57827087</c:v>
                </c:pt>
                <c:pt idx="355">
                  <c:v>69.66611555</c:v>
                </c:pt>
                <c:pt idx="356">
                  <c:v>68.9853786</c:v>
                </c:pt>
                <c:pt idx="357">
                  <c:v>69.58572798</c:v>
                </c:pt>
                <c:pt idx="358">
                  <c:v>68.51888853</c:v>
                </c:pt>
                <c:pt idx="359">
                  <c:v>67.58473816</c:v>
                </c:pt>
                <c:pt idx="360">
                  <c:v>68.76969951</c:v>
                </c:pt>
                <c:pt idx="361">
                  <c:v>68.2318375</c:v>
                </c:pt>
                <c:pt idx="362">
                  <c:v>68.58261348</c:v>
                </c:pt>
                <c:pt idx="363">
                  <c:v>68.707884</c:v>
                </c:pt>
                <c:pt idx="364">
                  <c:v>68.51309149</c:v>
                </c:pt>
                <c:pt idx="365">
                  <c:v>68.46802074</c:v>
                </c:pt>
                <c:pt idx="366">
                  <c:v>68.5343009</c:v>
                </c:pt>
                <c:pt idx="367">
                  <c:v>69.26143985</c:v>
                </c:pt>
                <c:pt idx="368">
                  <c:v>67.97646603</c:v>
                </c:pt>
                <c:pt idx="369">
                  <c:v>68.57988796</c:v>
                </c:pt>
                <c:pt idx="370">
                  <c:v>68.15855468</c:v>
                </c:pt>
                <c:pt idx="371">
                  <c:v>68.18277548</c:v>
                </c:pt>
                <c:pt idx="372">
                  <c:v>68.18869254</c:v>
                </c:pt>
                <c:pt idx="373">
                  <c:v>68.35269987</c:v>
                </c:pt>
                <c:pt idx="374">
                  <c:v>67.79131799</c:v>
                </c:pt>
                <c:pt idx="375">
                  <c:v>68.5932634</c:v>
                </c:pt>
                <c:pt idx="376">
                  <c:v>68.93511507</c:v>
                </c:pt>
                <c:pt idx="377">
                  <c:v>68.23156039</c:v>
                </c:pt>
                <c:pt idx="378">
                  <c:v>68.49635033</c:v>
                </c:pt>
                <c:pt idx="379">
                  <c:v>68.06377509</c:v>
                </c:pt>
                <c:pt idx="380">
                  <c:v>67.1667023</c:v>
                </c:pt>
                <c:pt idx="381">
                  <c:v>67.99762727</c:v>
                </c:pt>
                <c:pt idx="382">
                  <c:v>67.97178748</c:v>
                </c:pt>
                <c:pt idx="383">
                  <c:v>68.57012812</c:v>
                </c:pt>
                <c:pt idx="384">
                  <c:v>68.11952874</c:v>
                </c:pt>
                <c:pt idx="385">
                  <c:v>67.75949231</c:v>
                </c:pt>
                <c:pt idx="386">
                  <c:v>67.63022005</c:v>
                </c:pt>
                <c:pt idx="387">
                  <c:v>67.89325199</c:v>
                </c:pt>
                <c:pt idx="388">
                  <c:v>68.64032297</c:v>
                </c:pt>
                <c:pt idx="389">
                  <c:v>68.10614743</c:v>
                </c:pt>
                <c:pt idx="390">
                  <c:v>68.15342788</c:v>
                </c:pt>
                <c:pt idx="391">
                  <c:v>67.76818707</c:v>
                </c:pt>
                <c:pt idx="392">
                  <c:v>68.44153372</c:v>
                </c:pt>
                <c:pt idx="393">
                  <c:v>67.92972533</c:v>
                </c:pt>
                <c:pt idx="394">
                  <c:v>67.47030414</c:v>
                </c:pt>
                <c:pt idx="395">
                  <c:v>67.98407081</c:v>
                </c:pt>
                <c:pt idx="396">
                  <c:v>66.6044244</c:v>
                </c:pt>
                <c:pt idx="397">
                  <c:v>67.29315897</c:v>
                </c:pt>
                <c:pt idx="398">
                  <c:v>67.68368183</c:v>
                </c:pt>
                <c:pt idx="399">
                  <c:v>67.47089885</c:v>
                </c:pt>
                <c:pt idx="400">
                  <c:v>67.94052674</c:v>
                </c:pt>
                <c:pt idx="401">
                  <c:v>68.37080928</c:v>
                </c:pt>
                <c:pt idx="402">
                  <c:v>68.22993826</c:v>
                </c:pt>
                <c:pt idx="403">
                  <c:v>67.13692393</c:v>
                </c:pt>
                <c:pt idx="404">
                  <c:v>68.05260465</c:v>
                </c:pt>
                <c:pt idx="405">
                  <c:v>67.27676507</c:v>
                </c:pt>
                <c:pt idx="406">
                  <c:v>67.08827187</c:v>
                </c:pt>
                <c:pt idx="407">
                  <c:v>67.57459461</c:v>
                </c:pt>
                <c:pt idx="408">
                  <c:v>67.2319403</c:v>
                </c:pt>
                <c:pt idx="409">
                  <c:v>66.92047245</c:v>
                </c:pt>
                <c:pt idx="410">
                  <c:v>67.12106503</c:v>
                </c:pt>
                <c:pt idx="411">
                  <c:v>67.97190106</c:v>
                </c:pt>
                <c:pt idx="412">
                  <c:v>67.04333757</c:v>
                </c:pt>
                <c:pt idx="413">
                  <c:v>66.56632895</c:v>
                </c:pt>
                <c:pt idx="414">
                  <c:v>67.24170369</c:v>
                </c:pt>
                <c:pt idx="415">
                  <c:v>66.99516555</c:v>
                </c:pt>
                <c:pt idx="416">
                  <c:v>67.5064356</c:v>
                </c:pt>
                <c:pt idx="417">
                  <c:v>67.41004025</c:v>
                </c:pt>
                <c:pt idx="418">
                  <c:v>67.0995192</c:v>
                </c:pt>
                <c:pt idx="419">
                  <c:v>67.02545814</c:v>
                </c:pt>
                <c:pt idx="420">
                  <c:v>66.92268815</c:v>
                </c:pt>
                <c:pt idx="421">
                  <c:v>67.13239274</c:v>
                </c:pt>
                <c:pt idx="422">
                  <c:v>65.9392132</c:v>
                </c:pt>
                <c:pt idx="423">
                  <c:v>67.47518664</c:v>
                </c:pt>
                <c:pt idx="424">
                  <c:v>66.82755076</c:v>
                </c:pt>
                <c:pt idx="425">
                  <c:v>66.75837868</c:v>
                </c:pt>
                <c:pt idx="426">
                  <c:v>66.85661578</c:v>
                </c:pt>
                <c:pt idx="427">
                  <c:v>66.88259783</c:v>
                </c:pt>
                <c:pt idx="428">
                  <c:v>67.24239243</c:v>
                </c:pt>
                <c:pt idx="429">
                  <c:v>66.64803403</c:v>
                </c:pt>
                <c:pt idx="430">
                  <c:v>66.86243068</c:v>
                </c:pt>
                <c:pt idx="431">
                  <c:v>66.56879205</c:v>
                </c:pt>
                <c:pt idx="432">
                  <c:v>67.8191592</c:v>
                </c:pt>
                <c:pt idx="433">
                  <c:v>66.76798373</c:v>
                </c:pt>
                <c:pt idx="434">
                  <c:v>66.75318768</c:v>
                </c:pt>
                <c:pt idx="435">
                  <c:v>66.87252347</c:v>
                </c:pt>
                <c:pt idx="436">
                  <c:v>66.61536659</c:v>
                </c:pt>
                <c:pt idx="437">
                  <c:v>66.59833488</c:v>
                </c:pt>
                <c:pt idx="438">
                  <c:v>66.54785072</c:v>
                </c:pt>
                <c:pt idx="439">
                  <c:v>65.91664946</c:v>
                </c:pt>
                <c:pt idx="440">
                  <c:v>67.24938813</c:v>
                </c:pt>
                <c:pt idx="441">
                  <c:v>66.49010043</c:v>
                </c:pt>
                <c:pt idx="442">
                  <c:v>67.82480019</c:v>
                </c:pt>
                <c:pt idx="443">
                  <c:v>66.98237227</c:v>
                </c:pt>
                <c:pt idx="444">
                  <c:v>65.85595726</c:v>
                </c:pt>
                <c:pt idx="445">
                  <c:v>65.96766072</c:v>
                </c:pt>
                <c:pt idx="446">
                  <c:v>66.5755964</c:v>
                </c:pt>
                <c:pt idx="447">
                  <c:v>67.59745361</c:v>
                </c:pt>
                <c:pt idx="448">
                  <c:v>65.91859284</c:v>
                </c:pt>
                <c:pt idx="449">
                  <c:v>66.80938008</c:v>
                </c:pt>
                <c:pt idx="450">
                  <c:v>66.35039016</c:v>
                </c:pt>
                <c:pt idx="451">
                  <c:v>65.81680986</c:v>
                </c:pt>
                <c:pt idx="452">
                  <c:v>66.24347906</c:v>
                </c:pt>
                <c:pt idx="453">
                  <c:v>65.39942158</c:v>
                </c:pt>
                <c:pt idx="454">
                  <c:v>65.8134493</c:v>
                </c:pt>
                <c:pt idx="455">
                  <c:v>65.93514941</c:v>
                </c:pt>
                <c:pt idx="456">
                  <c:v>66.31056052</c:v>
                </c:pt>
                <c:pt idx="457">
                  <c:v>65.91850849</c:v>
                </c:pt>
                <c:pt idx="458">
                  <c:v>65.77081553</c:v>
                </c:pt>
                <c:pt idx="459">
                  <c:v>65.7399402</c:v>
                </c:pt>
                <c:pt idx="460">
                  <c:v>66.39725955</c:v>
                </c:pt>
                <c:pt idx="461">
                  <c:v>65.66436744</c:v>
                </c:pt>
                <c:pt idx="462">
                  <c:v>65.24564682</c:v>
                </c:pt>
                <c:pt idx="463">
                  <c:v>66.7698812</c:v>
                </c:pt>
                <c:pt idx="464">
                  <c:v>65.67053154</c:v>
                </c:pt>
                <c:pt idx="465">
                  <c:v>66.18975941</c:v>
                </c:pt>
                <c:pt idx="466">
                  <c:v>65.24968282</c:v>
                </c:pt>
                <c:pt idx="467">
                  <c:v>66.32289124</c:v>
                </c:pt>
                <c:pt idx="468">
                  <c:v>65.91002723</c:v>
                </c:pt>
                <c:pt idx="469">
                  <c:v>66.50234367</c:v>
                </c:pt>
                <c:pt idx="470">
                  <c:v>65.14364139</c:v>
                </c:pt>
                <c:pt idx="471">
                  <c:v>65.92401164</c:v>
                </c:pt>
                <c:pt idx="472">
                  <c:v>65.91343663</c:v>
                </c:pt>
                <c:pt idx="473">
                  <c:v>65.20245465</c:v>
                </c:pt>
                <c:pt idx="474">
                  <c:v>65.28761317</c:v>
                </c:pt>
                <c:pt idx="475">
                  <c:v>65.61454884</c:v>
                </c:pt>
                <c:pt idx="476">
                  <c:v>64.47439486</c:v>
                </c:pt>
                <c:pt idx="477">
                  <c:v>65.20340421</c:v>
                </c:pt>
                <c:pt idx="478">
                  <c:v>65.01880331</c:v>
                </c:pt>
                <c:pt idx="479">
                  <c:v>65.78816033</c:v>
                </c:pt>
                <c:pt idx="480">
                  <c:v>65.68550821</c:v>
                </c:pt>
                <c:pt idx="481">
                  <c:v>65.59049965</c:v>
                </c:pt>
                <c:pt idx="482">
                  <c:v>65.27377925</c:v>
                </c:pt>
                <c:pt idx="483">
                  <c:v>65.40186232</c:v>
                </c:pt>
                <c:pt idx="484">
                  <c:v>65.283866</c:v>
                </c:pt>
                <c:pt idx="485">
                  <c:v>65.87233661</c:v>
                </c:pt>
                <c:pt idx="486">
                  <c:v>65.69262449</c:v>
                </c:pt>
                <c:pt idx="487">
                  <c:v>65.19959538</c:v>
                </c:pt>
                <c:pt idx="488">
                  <c:v>65.30507875</c:v>
                </c:pt>
                <c:pt idx="489">
                  <c:v>65.62173554</c:v>
                </c:pt>
                <c:pt idx="490">
                  <c:v>64.95970763</c:v>
                </c:pt>
                <c:pt idx="491">
                  <c:v>65.23305241</c:v>
                </c:pt>
                <c:pt idx="492">
                  <c:v>65.66380814</c:v>
                </c:pt>
                <c:pt idx="493">
                  <c:v>65.42052705</c:v>
                </c:pt>
                <c:pt idx="494">
                  <c:v>65.31578125</c:v>
                </c:pt>
                <c:pt idx="495">
                  <c:v>65.11567775</c:v>
                </c:pt>
                <c:pt idx="496">
                  <c:v>66.17644735</c:v>
                </c:pt>
                <c:pt idx="497">
                  <c:v>65.6718122</c:v>
                </c:pt>
                <c:pt idx="498">
                  <c:v>64.95273786</c:v>
                </c:pt>
                <c:pt idx="499">
                  <c:v>65.30169053</c:v>
                </c:pt>
                <c:pt idx="500">
                  <c:v>65.90539498</c:v>
                </c:pt>
                <c:pt idx="501">
                  <c:v>64.39869081</c:v>
                </c:pt>
                <c:pt idx="502">
                  <c:v>65.8271163</c:v>
                </c:pt>
                <c:pt idx="503">
                  <c:v>65.78339838</c:v>
                </c:pt>
                <c:pt idx="504">
                  <c:v>65.85765947</c:v>
                </c:pt>
                <c:pt idx="505">
                  <c:v>65.3129378</c:v>
                </c:pt>
                <c:pt idx="506">
                  <c:v>64.85715118</c:v>
                </c:pt>
                <c:pt idx="507">
                  <c:v>64.84660013</c:v>
                </c:pt>
                <c:pt idx="508">
                  <c:v>65.47968266</c:v>
                </c:pt>
                <c:pt idx="509">
                  <c:v>65.39718528</c:v>
                </c:pt>
                <c:pt idx="510">
                  <c:v>66.53740962</c:v>
                </c:pt>
                <c:pt idx="511">
                  <c:v>65.77556836</c:v>
                </c:pt>
                <c:pt idx="512">
                  <c:v>66.02779534</c:v>
                </c:pt>
                <c:pt idx="513">
                  <c:v>65.68021695</c:v>
                </c:pt>
                <c:pt idx="514">
                  <c:v>64.82013625</c:v>
                </c:pt>
                <c:pt idx="515">
                  <c:v>65.51317192</c:v>
                </c:pt>
                <c:pt idx="516">
                  <c:v>65.55048999</c:v>
                </c:pt>
                <c:pt idx="517">
                  <c:v>64.35196522</c:v>
                </c:pt>
                <c:pt idx="518">
                  <c:v>64.72780963</c:v>
                </c:pt>
                <c:pt idx="519">
                  <c:v>65.06910619</c:v>
                </c:pt>
                <c:pt idx="520">
                  <c:v>65.1847942</c:v>
                </c:pt>
                <c:pt idx="521">
                  <c:v>65.10644002</c:v>
                </c:pt>
                <c:pt idx="522">
                  <c:v>65.20669901</c:v>
                </c:pt>
                <c:pt idx="523">
                  <c:v>64.43875711</c:v>
                </c:pt>
                <c:pt idx="524">
                  <c:v>64.92831002</c:v>
                </c:pt>
                <c:pt idx="525">
                  <c:v>64.51201877</c:v>
                </c:pt>
                <c:pt idx="526">
                  <c:v>64.86981834</c:v>
                </c:pt>
                <c:pt idx="527">
                  <c:v>64.52448901</c:v>
                </c:pt>
                <c:pt idx="528">
                  <c:v>64.36780495</c:v>
                </c:pt>
                <c:pt idx="529">
                  <c:v>64.97510629</c:v>
                </c:pt>
                <c:pt idx="530">
                  <c:v>65.07358084</c:v>
                </c:pt>
                <c:pt idx="531">
                  <c:v>64.44100396</c:v>
                </c:pt>
                <c:pt idx="532">
                  <c:v>64.81510155</c:v>
                </c:pt>
                <c:pt idx="533">
                  <c:v>65.38805976</c:v>
                </c:pt>
                <c:pt idx="534">
                  <c:v>65.03028974</c:v>
                </c:pt>
                <c:pt idx="535">
                  <c:v>64.89169474</c:v>
                </c:pt>
                <c:pt idx="536">
                  <c:v>64.61528496</c:v>
                </c:pt>
                <c:pt idx="537">
                  <c:v>64.31880116</c:v>
                </c:pt>
                <c:pt idx="538">
                  <c:v>64.87826345</c:v>
                </c:pt>
                <c:pt idx="539">
                  <c:v>64.17461605</c:v>
                </c:pt>
                <c:pt idx="540">
                  <c:v>65.47637537</c:v>
                </c:pt>
                <c:pt idx="541">
                  <c:v>65.61606524</c:v>
                </c:pt>
                <c:pt idx="542">
                  <c:v>64.07450125</c:v>
                </c:pt>
                <c:pt idx="543">
                  <c:v>65.04099289</c:v>
                </c:pt>
                <c:pt idx="544">
                  <c:v>65.13186358</c:v>
                </c:pt>
                <c:pt idx="545">
                  <c:v>64.25315561</c:v>
                </c:pt>
                <c:pt idx="546">
                  <c:v>64.98378226</c:v>
                </c:pt>
                <c:pt idx="547">
                  <c:v>64.41057971</c:v>
                </c:pt>
                <c:pt idx="548">
                  <c:v>65.030357</c:v>
                </c:pt>
                <c:pt idx="549">
                  <c:v>64.87240821</c:v>
                </c:pt>
                <c:pt idx="550">
                  <c:v>65.18543619</c:v>
                </c:pt>
                <c:pt idx="551">
                  <c:v>64.6010984</c:v>
                </c:pt>
                <c:pt idx="552">
                  <c:v>65.07280265</c:v>
                </c:pt>
                <c:pt idx="553">
                  <c:v>65.47199487</c:v>
                </c:pt>
                <c:pt idx="554">
                  <c:v>66.07590018</c:v>
                </c:pt>
                <c:pt idx="555">
                  <c:v>64.43214512</c:v>
                </c:pt>
                <c:pt idx="556">
                  <c:v>64.67706013</c:v>
                </c:pt>
                <c:pt idx="557">
                  <c:v>64.87444639</c:v>
                </c:pt>
                <c:pt idx="558">
                  <c:v>65.17266364</c:v>
                </c:pt>
                <c:pt idx="559">
                  <c:v>64.46851517</c:v>
                </c:pt>
                <c:pt idx="560">
                  <c:v>64.48586076</c:v>
                </c:pt>
                <c:pt idx="561">
                  <c:v>64.80046893</c:v>
                </c:pt>
                <c:pt idx="562">
                  <c:v>64.87087043</c:v>
                </c:pt>
                <c:pt idx="563">
                  <c:v>64.24005205</c:v>
                </c:pt>
                <c:pt idx="564">
                  <c:v>64.24910139</c:v>
                </c:pt>
                <c:pt idx="565">
                  <c:v>65.06833615</c:v>
                </c:pt>
                <c:pt idx="566">
                  <c:v>64.9323879</c:v>
                </c:pt>
                <c:pt idx="567">
                  <c:v>64.92991321</c:v>
                </c:pt>
                <c:pt idx="568">
                  <c:v>64.21479681</c:v>
                </c:pt>
                <c:pt idx="569">
                  <c:v>65.23242134</c:v>
                </c:pt>
                <c:pt idx="570">
                  <c:v>64.8067036</c:v>
                </c:pt>
                <c:pt idx="571">
                  <c:v>64.94190605</c:v>
                </c:pt>
                <c:pt idx="572">
                  <c:v>64.23938719</c:v>
                </c:pt>
                <c:pt idx="573">
                  <c:v>64.25285843</c:v>
                </c:pt>
                <c:pt idx="574">
                  <c:v>63.56354921</c:v>
                </c:pt>
                <c:pt idx="575">
                  <c:v>63.55418687</c:v>
                </c:pt>
                <c:pt idx="576">
                  <c:v>64.47813087</c:v>
                </c:pt>
                <c:pt idx="577">
                  <c:v>63.76091534</c:v>
                </c:pt>
                <c:pt idx="578">
                  <c:v>64.45160421</c:v>
                </c:pt>
                <c:pt idx="579">
                  <c:v>63.64171368</c:v>
                </c:pt>
                <c:pt idx="580">
                  <c:v>63.86616305</c:v>
                </c:pt>
                <c:pt idx="581">
                  <c:v>64.45809144</c:v>
                </c:pt>
                <c:pt idx="582">
                  <c:v>64.3266158</c:v>
                </c:pt>
                <c:pt idx="583">
                  <c:v>64.21761681</c:v>
                </c:pt>
                <c:pt idx="584">
                  <c:v>64.93854776</c:v>
                </c:pt>
                <c:pt idx="585">
                  <c:v>63.69297213</c:v>
                </c:pt>
                <c:pt idx="586">
                  <c:v>64.24306276</c:v>
                </c:pt>
                <c:pt idx="587">
                  <c:v>63.87382233</c:v>
                </c:pt>
                <c:pt idx="588">
                  <c:v>63.9169163</c:v>
                </c:pt>
                <c:pt idx="589">
                  <c:v>64.03480819</c:v>
                </c:pt>
                <c:pt idx="590">
                  <c:v>64.80343139</c:v>
                </c:pt>
                <c:pt idx="591">
                  <c:v>64.1281033</c:v>
                </c:pt>
                <c:pt idx="592">
                  <c:v>64.15223111</c:v>
                </c:pt>
                <c:pt idx="593">
                  <c:v>64.55997243</c:v>
                </c:pt>
                <c:pt idx="594">
                  <c:v>64.29237791</c:v>
                </c:pt>
                <c:pt idx="595">
                  <c:v>64.7878055</c:v>
                </c:pt>
                <c:pt idx="596">
                  <c:v>64.4000686</c:v>
                </c:pt>
                <c:pt idx="597">
                  <c:v>63.77626699</c:v>
                </c:pt>
                <c:pt idx="598">
                  <c:v>63.97320499</c:v>
                </c:pt>
                <c:pt idx="599">
                  <c:v>63.98306119</c:v>
                </c:pt>
                <c:pt idx="600">
                  <c:v>63.98566796</c:v>
                </c:pt>
                <c:pt idx="601">
                  <c:v>64.01588395</c:v>
                </c:pt>
                <c:pt idx="602">
                  <c:v>64.00004934</c:v>
                </c:pt>
                <c:pt idx="603">
                  <c:v>63.13647298</c:v>
                </c:pt>
                <c:pt idx="604">
                  <c:v>64.05205755</c:v>
                </c:pt>
                <c:pt idx="605">
                  <c:v>63.95094493</c:v>
                </c:pt>
                <c:pt idx="606">
                  <c:v>64.47043608</c:v>
                </c:pt>
                <c:pt idx="607">
                  <c:v>64.62805075</c:v>
                </c:pt>
                <c:pt idx="608">
                  <c:v>63.30939531</c:v>
                </c:pt>
                <c:pt idx="609">
                  <c:v>63.6938443</c:v>
                </c:pt>
                <c:pt idx="610">
                  <c:v>63.98135295</c:v>
                </c:pt>
                <c:pt idx="611">
                  <c:v>63.88435</c:v>
                </c:pt>
                <c:pt idx="612">
                  <c:v>64.13563136</c:v>
                </c:pt>
                <c:pt idx="613">
                  <c:v>63.99278479</c:v>
                </c:pt>
                <c:pt idx="614">
                  <c:v>63.47157974</c:v>
                </c:pt>
                <c:pt idx="615">
                  <c:v>63.65391538</c:v>
                </c:pt>
                <c:pt idx="616">
                  <c:v>63.66849874</c:v>
                </c:pt>
                <c:pt idx="617">
                  <c:v>63.84637266</c:v>
                </c:pt>
                <c:pt idx="618">
                  <c:v>64.38703244</c:v>
                </c:pt>
                <c:pt idx="619">
                  <c:v>64.46222073</c:v>
                </c:pt>
                <c:pt idx="620">
                  <c:v>63.76141233</c:v>
                </c:pt>
                <c:pt idx="621">
                  <c:v>63.45375241</c:v>
                </c:pt>
                <c:pt idx="622">
                  <c:v>64.29402554</c:v>
                </c:pt>
                <c:pt idx="623">
                  <c:v>63.42266357</c:v>
                </c:pt>
                <c:pt idx="624">
                  <c:v>63.54813466</c:v>
                </c:pt>
                <c:pt idx="625">
                  <c:v>63.26866638</c:v>
                </c:pt>
                <c:pt idx="626">
                  <c:v>63.4817316</c:v>
                </c:pt>
                <c:pt idx="627">
                  <c:v>63.30986366</c:v>
                </c:pt>
                <c:pt idx="628">
                  <c:v>63.96677272</c:v>
                </c:pt>
                <c:pt idx="629">
                  <c:v>64.56087317</c:v>
                </c:pt>
                <c:pt idx="630">
                  <c:v>63.27479757</c:v>
                </c:pt>
                <c:pt idx="631">
                  <c:v>63.99738603</c:v>
                </c:pt>
                <c:pt idx="632">
                  <c:v>63.82081039</c:v>
                </c:pt>
                <c:pt idx="633">
                  <c:v>63.9044473</c:v>
                </c:pt>
                <c:pt idx="634">
                  <c:v>63.89522441</c:v>
                </c:pt>
                <c:pt idx="635">
                  <c:v>63.50970056</c:v>
                </c:pt>
                <c:pt idx="636">
                  <c:v>62.72434528</c:v>
                </c:pt>
                <c:pt idx="637">
                  <c:v>63.81995078</c:v>
                </c:pt>
                <c:pt idx="638">
                  <c:v>64.28982227</c:v>
                </c:pt>
                <c:pt idx="639">
                  <c:v>64.41419389</c:v>
                </c:pt>
                <c:pt idx="640">
                  <c:v>63.80489428</c:v>
                </c:pt>
                <c:pt idx="641">
                  <c:v>64.04296135</c:v>
                </c:pt>
                <c:pt idx="642">
                  <c:v>63.46063953</c:v>
                </c:pt>
                <c:pt idx="643">
                  <c:v>63.91486952</c:v>
                </c:pt>
                <c:pt idx="644">
                  <c:v>63.63005798</c:v>
                </c:pt>
                <c:pt idx="645">
                  <c:v>63.68114492</c:v>
                </c:pt>
                <c:pt idx="646">
                  <c:v>63.77886476</c:v>
                </c:pt>
                <c:pt idx="647">
                  <c:v>63.63258876</c:v>
                </c:pt>
                <c:pt idx="648">
                  <c:v>63.29727572</c:v>
                </c:pt>
                <c:pt idx="649">
                  <c:v>62.79795433</c:v>
                </c:pt>
                <c:pt idx="650">
                  <c:v>63.00488837</c:v>
                </c:pt>
                <c:pt idx="651">
                  <c:v>63.76308376</c:v>
                </c:pt>
                <c:pt idx="652">
                  <c:v>64.31212248</c:v>
                </c:pt>
                <c:pt idx="653">
                  <c:v>62.53561282</c:v>
                </c:pt>
                <c:pt idx="654">
                  <c:v>63.47561684</c:v>
                </c:pt>
                <c:pt idx="655">
                  <c:v>63.70168125</c:v>
                </c:pt>
                <c:pt idx="656">
                  <c:v>62.73725251</c:v>
                </c:pt>
                <c:pt idx="657">
                  <c:v>62.96127252</c:v>
                </c:pt>
                <c:pt idx="658">
                  <c:v>63.50742528</c:v>
                </c:pt>
                <c:pt idx="659">
                  <c:v>63.44204408</c:v>
                </c:pt>
                <c:pt idx="660">
                  <c:v>65.02248837</c:v>
                </c:pt>
                <c:pt idx="661">
                  <c:v>63.38160295</c:v>
                </c:pt>
                <c:pt idx="662">
                  <c:v>62.7248229</c:v>
                </c:pt>
                <c:pt idx="663">
                  <c:v>63.59736901</c:v>
                </c:pt>
                <c:pt idx="664">
                  <c:v>63.9484544</c:v>
                </c:pt>
                <c:pt idx="665">
                  <c:v>63.31995211</c:v>
                </c:pt>
                <c:pt idx="666">
                  <c:v>62.70642975</c:v>
                </c:pt>
                <c:pt idx="667">
                  <c:v>64.15000681</c:v>
                </c:pt>
                <c:pt idx="668">
                  <c:v>63.14490453</c:v>
                </c:pt>
                <c:pt idx="669">
                  <c:v>63.69597878</c:v>
                </c:pt>
                <c:pt idx="670">
                  <c:v>63.7238734</c:v>
                </c:pt>
                <c:pt idx="671">
                  <c:v>64.68805039</c:v>
                </c:pt>
                <c:pt idx="672">
                  <c:v>63.32579144</c:v>
                </c:pt>
                <c:pt idx="673">
                  <c:v>63.91504153</c:v>
                </c:pt>
                <c:pt idx="674">
                  <c:v>63.64445731</c:v>
                </c:pt>
                <c:pt idx="675">
                  <c:v>63.19695356</c:v>
                </c:pt>
                <c:pt idx="676">
                  <c:v>63.71096547</c:v>
                </c:pt>
                <c:pt idx="677">
                  <c:v>63.83107998</c:v>
                </c:pt>
                <c:pt idx="678">
                  <c:v>62.78058624</c:v>
                </c:pt>
                <c:pt idx="679">
                  <c:v>63.52565636</c:v>
                </c:pt>
                <c:pt idx="680">
                  <c:v>63.78579677</c:v>
                </c:pt>
                <c:pt idx="681">
                  <c:v>63.74485365</c:v>
                </c:pt>
                <c:pt idx="682">
                  <c:v>64.48194629</c:v>
                </c:pt>
                <c:pt idx="683">
                  <c:v>63.59094006</c:v>
                </c:pt>
                <c:pt idx="684">
                  <c:v>63.78870725</c:v>
                </c:pt>
                <c:pt idx="685">
                  <c:v>63.92016898</c:v>
                </c:pt>
                <c:pt idx="686">
                  <c:v>63.43586772</c:v>
                </c:pt>
                <c:pt idx="687">
                  <c:v>63.45600758</c:v>
                </c:pt>
                <c:pt idx="688">
                  <c:v>63.38245406</c:v>
                </c:pt>
                <c:pt idx="689">
                  <c:v>63.58434132</c:v>
                </c:pt>
                <c:pt idx="690">
                  <c:v>64.03934517</c:v>
                </c:pt>
                <c:pt idx="691">
                  <c:v>63.89045531</c:v>
                </c:pt>
                <c:pt idx="692">
                  <c:v>63.75696788</c:v>
                </c:pt>
                <c:pt idx="693">
                  <c:v>63.57640904</c:v>
                </c:pt>
                <c:pt idx="694">
                  <c:v>62.81734743</c:v>
                </c:pt>
                <c:pt idx="695">
                  <c:v>63.56707726</c:v>
                </c:pt>
                <c:pt idx="696">
                  <c:v>63.54957352</c:v>
                </c:pt>
                <c:pt idx="697">
                  <c:v>63.37301668</c:v>
                </c:pt>
                <c:pt idx="698">
                  <c:v>63.62754853</c:v>
                </c:pt>
                <c:pt idx="699">
                  <c:v>63.48520474</c:v>
                </c:pt>
                <c:pt idx="700">
                  <c:v>64.17357461</c:v>
                </c:pt>
                <c:pt idx="701">
                  <c:v>64.02453952</c:v>
                </c:pt>
                <c:pt idx="702">
                  <c:v>63.67994936</c:v>
                </c:pt>
                <c:pt idx="703">
                  <c:v>64.04940565</c:v>
                </c:pt>
                <c:pt idx="704">
                  <c:v>63.66444051</c:v>
                </c:pt>
                <c:pt idx="705">
                  <c:v>63.83495064</c:v>
                </c:pt>
                <c:pt idx="706">
                  <c:v>64.15075444</c:v>
                </c:pt>
                <c:pt idx="707">
                  <c:v>63.2975657</c:v>
                </c:pt>
                <c:pt idx="708">
                  <c:v>63.36876451</c:v>
                </c:pt>
                <c:pt idx="709">
                  <c:v>62.99282353</c:v>
                </c:pt>
                <c:pt idx="710">
                  <c:v>63.94416418</c:v>
                </c:pt>
                <c:pt idx="711">
                  <c:v>63.19706982</c:v>
                </c:pt>
                <c:pt idx="712">
                  <c:v>63.19347669</c:v>
                </c:pt>
                <c:pt idx="713">
                  <c:v>63.50390223</c:v>
                </c:pt>
                <c:pt idx="714">
                  <c:v>62.96030633</c:v>
                </c:pt>
                <c:pt idx="715">
                  <c:v>63.99397147</c:v>
                </c:pt>
                <c:pt idx="716">
                  <c:v>63.6731516</c:v>
                </c:pt>
                <c:pt idx="717">
                  <c:v>63.14307958</c:v>
                </c:pt>
                <c:pt idx="718">
                  <c:v>63.40331192</c:v>
                </c:pt>
                <c:pt idx="719">
                  <c:v>63.70097304</c:v>
                </c:pt>
                <c:pt idx="720">
                  <c:v>63.4511152</c:v>
                </c:pt>
                <c:pt idx="721">
                  <c:v>63.22880799</c:v>
                </c:pt>
                <c:pt idx="722">
                  <c:v>63.17324276</c:v>
                </c:pt>
                <c:pt idx="723">
                  <c:v>63.84389765</c:v>
                </c:pt>
                <c:pt idx="724">
                  <c:v>62.83551377</c:v>
                </c:pt>
                <c:pt idx="725">
                  <c:v>62.50553214</c:v>
                </c:pt>
                <c:pt idx="726">
                  <c:v>63.4841753</c:v>
                </c:pt>
                <c:pt idx="727">
                  <c:v>62.98334077</c:v>
                </c:pt>
                <c:pt idx="728">
                  <c:v>63.70466576</c:v>
                </c:pt>
                <c:pt idx="729">
                  <c:v>63.06680851</c:v>
                </c:pt>
                <c:pt idx="730">
                  <c:v>62.62183217</c:v>
                </c:pt>
                <c:pt idx="731">
                  <c:v>63.96230446</c:v>
                </c:pt>
                <c:pt idx="732">
                  <c:v>63.53079883</c:v>
                </c:pt>
                <c:pt idx="733">
                  <c:v>63.53385866</c:v>
                </c:pt>
                <c:pt idx="734">
                  <c:v>63.39301564</c:v>
                </c:pt>
                <c:pt idx="735">
                  <c:v>64.47257204</c:v>
                </c:pt>
                <c:pt idx="736">
                  <c:v>63.77572084</c:v>
                </c:pt>
                <c:pt idx="737">
                  <c:v>63.36508084</c:v>
                </c:pt>
                <c:pt idx="738">
                  <c:v>63.61172118</c:v>
                </c:pt>
                <c:pt idx="739">
                  <c:v>64.13240286</c:v>
                </c:pt>
                <c:pt idx="740">
                  <c:v>63.76139585</c:v>
                </c:pt>
                <c:pt idx="741">
                  <c:v>63.08974049</c:v>
                </c:pt>
                <c:pt idx="742">
                  <c:v>62.87773204</c:v>
                </c:pt>
                <c:pt idx="743">
                  <c:v>63.24017404</c:v>
                </c:pt>
                <c:pt idx="744">
                  <c:v>63.90943875</c:v>
                </c:pt>
                <c:pt idx="745">
                  <c:v>63.45817206</c:v>
                </c:pt>
                <c:pt idx="746">
                  <c:v>62.45036191</c:v>
                </c:pt>
                <c:pt idx="747">
                  <c:v>63.40777379</c:v>
                </c:pt>
                <c:pt idx="748">
                  <c:v>62.40149553</c:v>
                </c:pt>
                <c:pt idx="749">
                  <c:v>63.5414256</c:v>
                </c:pt>
                <c:pt idx="750">
                  <c:v>63.14616399</c:v>
                </c:pt>
                <c:pt idx="751">
                  <c:v>62.61530866</c:v>
                </c:pt>
                <c:pt idx="752">
                  <c:v>63.45082598</c:v>
                </c:pt>
                <c:pt idx="753">
                  <c:v>64.67692372</c:v>
                </c:pt>
                <c:pt idx="754">
                  <c:v>63.18000308</c:v>
                </c:pt>
                <c:pt idx="755">
                  <c:v>63.19803493</c:v>
                </c:pt>
                <c:pt idx="756">
                  <c:v>63.61715838</c:v>
                </c:pt>
                <c:pt idx="757">
                  <c:v>63.73094437</c:v>
                </c:pt>
                <c:pt idx="758">
                  <c:v>63.48491955</c:v>
                </c:pt>
                <c:pt idx="759">
                  <c:v>63.45916567</c:v>
                </c:pt>
                <c:pt idx="760">
                  <c:v>63.37762013</c:v>
                </c:pt>
                <c:pt idx="761">
                  <c:v>63.10704652</c:v>
                </c:pt>
                <c:pt idx="762">
                  <c:v>63.38882357</c:v>
                </c:pt>
                <c:pt idx="763">
                  <c:v>62.97682167</c:v>
                </c:pt>
                <c:pt idx="764">
                  <c:v>63.27111712</c:v>
                </c:pt>
                <c:pt idx="765">
                  <c:v>64.08082501</c:v>
                </c:pt>
                <c:pt idx="766">
                  <c:v>63.16724305</c:v>
                </c:pt>
                <c:pt idx="767">
                  <c:v>63.13070467</c:v>
                </c:pt>
                <c:pt idx="768">
                  <c:v>62.54115588</c:v>
                </c:pt>
                <c:pt idx="769">
                  <c:v>63.06378008</c:v>
                </c:pt>
                <c:pt idx="770">
                  <c:v>63.58007342</c:v>
                </c:pt>
                <c:pt idx="771">
                  <c:v>62.84010695</c:v>
                </c:pt>
                <c:pt idx="772">
                  <c:v>63.37629782</c:v>
                </c:pt>
                <c:pt idx="773">
                  <c:v>63.70392139</c:v>
                </c:pt>
                <c:pt idx="774">
                  <c:v>62.47229874</c:v>
                </c:pt>
                <c:pt idx="775">
                  <c:v>63.2784194</c:v>
                </c:pt>
                <c:pt idx="776">
                  <c:v>64.40267986</c:v>
                </c:pt>
                <c:pt idx="777">
                  <c:v>62.86535933</c:v>
                </c:pt>
                <c:pt idx="778">
                  <c:v>63.19775158</c:v>
                </c:pt>
                <c:pt idx="779">
                  <c:v>63.18285931</c:v>
                </c:pt>
                <c:pt idx="780">
                  <c:v>63.01437849</c:v>
                </c:pt>
                <c:pt idx="781">
                  <c:v>62.46323225</c:v>
                </c:pt>
                <c:pt idx="782">
                  <c:v>63.70804904</c:v>
                </c:pt>
                <c:pt idx="783">
                  <c:v>63.10010848</c:v>
                </c:pt>
                <c:pt idx="784">
                  <c:v>63.42046901</c:v>
                </c:pt>
                <c:pt idx="785">
                  <c:v>63.59147258</c:v>
                </c:pt>
                <c:pt idx="786">
                  <c:v>62.931731</c:v>
                </c:pt>
                <c:pt idx="787">
                  <c:v>62.6771898</c:v>
                </c:pt>
                <c:pt idx="788">
                  <c:v>63.23643061</c:v>
                </c:pt>
                <c:pt idx="789">
                  <c:v>62.59088863</c:v>
                </c:pt>
                <c:pt idx="790">
                  <c:v>63.30015097</c:v>
                </c:pt>
                <c:pt idx="791">
                  <c:v>62.93489409</c:v>
                </c:pt>
                <c:pt idx="792">
                  <c:v>61.79422641</c:v>
                </c:pt>
                <c:pt idx="793">
                  <c:v>62.43298111</c:v>
                </c:pt>
                <c:pt idx="794">
                  <c:v>63.14632029</c:v>
                </c:pt>
                <c:pt idx="795">
                  <c:v>63.40391228</c:v>
                </c:pt>
                <c:pt idx="796">
                  <c:v>62.68693961</c:v>
                </c:pt>
                <c:pt idx="797">
                  <c:v>62.22798432</c:v>
                </c:pt>
                <c:pt idx="798">
                  <c:v>62.33649284</c:v>
                </c:pt>
                <c:pt idx="799">
                  <c:v>62.9163349</c:v>
                </c:pt>
                <c:pt idx="800">
                  <c:v>62.88228542</c:v>
                </c:pt>
                <c:pt idx="801">
                  <c:v>62.78337195</c:v>
                </c:pt>
                <c:pt idx="802">
                  <c:v>62.29281749</c:v>
                </c:pt>
                <c:pt idx="803">
                  <c:v>62.8231764</c:v>
                </c:pt>
                <c:pt idx="804">
                  <c:v>63.13422034</c:v>
                </c:pt>
                <c:pt idx="805">
                  <c:v>62.71691247</c:v>
                </c:pt>
                <c:pt idx="806">
                  <c:v>63.35558472</c:v>
                </c:pt>
                <c:pt idx="807">
                  <c:v>62.86763692</c:v>
                </c:pt>
                <c:pt idx="808">
                  <c:v>62.45661011</c:v>
                </c:pt>
                <c:pt idx="809">
                  <c:v>62.78692101</c:v>
                </c:pt>
                <c:pt idx="810">
                  <c:v>63.20759855</c:v>
                </c:pt>
                <c:pt idx="811">
                  <c:v>63.45651361</c:v>
                </c:pt>
                <c:pt idx="812">
                  <c:v>62.75996489</c:v>
                </c:pt>
                <c:pt idx="813">
                  <c:v>62.30993866</c:v>
                </c:pt>
                <c:pt idx="814">
                  <c:v>62.50911734</c:v>
                </c:pt>
                <c:pt idx="815">
                  <c:v>63.29989053</c:v>
                </c:pt>
                <c:pt idx="816">
                  <c:v>62.92870365</c:v>
                </c:pt>
                <c:pt idx="817">
                  <c:v>63.27841149</c:v>
                </c:pt>
                <c:pt idx="818">
                  <c:v>62.33791837</c:v>
                </c:pt>
                <c:pt idx="819">
                  <c:v>62.62838552</c:v>
                </c:pt>
                <c:pt idx="820">
                  <c:v>62.90685311</c:v>
                </c:pt>
                <c:pt idx="821">
                  <c:v>62.41859436</c:v>
                </c:pt>
                <c:pt idx="822">
                  <c:v>62.81459637</c:v>
                </c:pt>
                <c:pt idx="823">
                  <c:v>62.91603786</c:v>
                </c:pt>
                <c:pt idx="824">
                  <c:v>62.8458728</c:v>
                </c:pt>
                <c:pt idx="825">
                  <c:v>62.79984523</c:v>
                </c:pt>
                <c:pt idx="826">
                  <c:v>62.73396313</c:v>
                </c:pt>
                <c:pt idx="827">
                  <c:v>64.15583979</c:v>
                </c:pt>
                <c:pt idx="828">
                  <c:v>63.0091685</c:v>
                </c:pt>
                <c:pt idx="829">
                  <c:v>63.15324768</c:v>
                </c:pt>
                <c:pt idx="830">
                  <c:v>62.31377917</c:v>
                </c:pt>
                <c:pt idx="831">
                  <c:v>63.18496478</c:v>
                </c:pt>
                <c:pt idx="832">
                  <c:v>61.97208885</c:v>
                </c:pt>
                <c:pt idx="833">
                  <c:v>62.76541895</c:v>
                </c:pt>
                <c:pt idx="834">
                  <c:v>62.3664814</c:v>
                </c:pt>
                <c:pt idx="835">
                  <c:v>62.19461966</c:v>
                </c:pt>
                <c:pt idx="836">
                  <c:v>63.27149932</c:v>
                </c:pt>
                <c:pt idx="837">
                  <c:v>61.71843513</c:v>
                </c:pt>
                <c:pt idx="838">
                  <c:v>62.44694431</c:v>
                </c:pt>
                <c:pt idx="839">
                  <c:v>62.59838697</c:v>
                </c:pt>
                <c:pt idx="840">
                  <c:v>63.06344693</c:v>
                </c:pt>
                <c:pt idx="841">
                  <c:v>63.01623567</c:v>
                </c:pt>
                <c:pt idx="842">
                  <c:v>62.81984131</c:v>
                </c:pt>
                <c:pt idx="843">
                  <c:v>63.68441523</c:v>
                </c:pt>
                <c:pt idx="844">
                  <c:v>62.88700203</c:v>
                </c:pt>
                <c:pt idx="845">
                  <c:v>62.73745292</c:v>
                </c:pt>
                <c:pt idx="846">
                  <c:v>62.20276561</c:v>
                </c:pt>
                <c:pt idx="847">
                  <c:v>63.13184189</c:v>
                </c:pt>
                <c:pt idx="848">
                  <c:v>62.62458554</c:v>
                </c:pt>
                <c:pt idx="849">
                  <c:v>62.87080737</c:v>
                </c:pt>
                <c:pt idx="850">
                  <c:v>63.29844212</c:v>
                </c:pt>
                <c:pt idx="851">
                  <c:v>62.42107395</c:v>
                </c:pt>
                <c:pt idx="852">
                  <c:v>62.8178564</c:v>
                </c:pt>
                <c:pt idx="853">
                  <c:v>62.73811009</c:v>
                </c:pt>
                <c:pt idx="854">
                  <c:v>62.93010154</c:v>
                </c:pt>
                <c:pt idx="855">
                  <c:v>63.65776262</c:v>
                </c:pt>
                <c:pt idx="856">
                  <c:v>63.3136333</c:v>
                </c:pt>
                <c:pt idx="857">
                  <c:v>62.89122446</c:v>
                </c:pt>
                <c:pt idx="858">
                  <c:v>62.77012678</c:v>
                </c:pt>
                <c:pt idx="859">
                  <c:v>62.42239982</c:v>
                </c:pt>
                <c:pt idx="860">
                  <c:v>63.04252143</c:v>
                </c:pt>
                <c:pt idx="861">
                  <c:v>62.5984767</c:v>
                </c:pt>
                <c:pt idx="862">
                  <c:v>62.22193072</c:v>
                </c:pt>
                <c:pt idx="863">
                  <c:v>62.66984901</c:v>
                </c:pt>
                <c:pt idx="864">
                  <c:v>62.58464841</c:v>
                </c:pt>
                <c:pt idx="865">
                  <c:v>62.2515157</c:v>
                </c:pt>
                <c:pt idx="866">
                  <c:v>63.21381453</c:v>
                </c:pt>
                <c:pt idx="867">
                  <c:v>62.77070128</c:v>
                </c:pt>
                <c:pt idx="868">
                  <c:v>63.301733</c:v>
                </c:pt>
                <c:pt idx="869">
                  <c:v>62.62334484</c:v>
                </c:pt>
                <c:pt idx="870">
                  <c:v>63.07885724</c:v>
                </c:pt>
                <c:pt idx="871">
                  <c:v>63.05935806</c:v>
                </c:pt>
                <c:pt idx="872">
                  <c:v>63.20660146</c:v>
                </c:pt>
                <c:pt idx="873">
                  <c:v>62.99254161</c:v>
                </c:pt>
                <c:pt idx="874">
                  <c:v>62.16753834</c:v>
                </c:pt>
                <c:pt idx="875">
                  <c:v>63.37670884</c:v>
                </c:pt>
                <c:pt idx="876">
                  <c:v>63.35727191</c:v>
                </c:pt>
                <c:pt idx="877">
                  <c:v>62.44040441</c:v>
                </c:pt>
                <c:pt idx="878">
                  <c:v>62.71365863</c:v>
                </c:pt>
                <c:pt idx="879">
                  <c:v>62.72334893</c:v>
                </c:pt>
                <c:pt idx="880">
                  <c:v>62.65915664</c:v>
                </c:pt>
                <c:pt idx="881">
                  <c:v>62.85699039</c:v>
                </c:pt>
                <c:pt idx="882">
                  <c:v>62.28889654</c:v>
                </c:pt>
                <c:pt idx="883">
                  <c:v>62.81038561</c:v>
                </c:pt>
                <c:pt idx="884">
                  <c:v>62.69805807</c:v>
                </c:pt>
                <c:pt idx="885">
                  <c:v>62.43267976</c:v>
                </c:pt>
                <c:pt idx="886">
                  <c:v>62.65571872</c:v>
                </c:pt>
                <c:pt idx="887">
                  <c:v>62.64855136</c:v>
                </c:pt>
                <c:pt idx="888">
                  <c:v>62.07381877</c:v>
                </c:pt>
                <c:pt idx="889">
                  <c:v>62.09616129</c:v>
                </c:pt>
                <c:pt idx="890">
                  <c:v>62.51518333</c:v>
                </c:pt>
                <c:pt idx="891">
                  <c:v>62.13233121</c:v>
                </c:pt>
                <c:pt idx="892">
                  <c:v>61.96584788</c:v>
                </c:pt>
                <c:pt idx="893">
                  <c:v>62.28804774</c:v>
                </c:pt>
                <c:pt idx="894">
                  <c:v>62.67261647</c:v>
                </c:pt>
                <c:pt idx="895">
                  <c:v>62.53032505</c:v>
                </c:pt>
                <c:pt idx="896">
                  <c:v>61.99803414</c:v>
                </c:pt>
                <c:pt idx="897">
                  <c:v>62.41780566</c:v>
                </c:pt>
                <c:pt idx="898">
                  <c:v>62.30798322</c:v>
                </c:pt>
                <c:pt idx="899">
                  <c:v>62.02861391</c:v>
                </c:pt>
                <c:pt idx="900">
                  <c:v>62.20685969</c:v>
                </c:pt>
                <c:pt idx="901">
                  <c:v>61.88994338</c:v>
                </c:pt>
                <c:pt idx="902">
                  <c:v>62.09796519</c:v>
                </c:pt>
                <c:pt idx="903">
                  <c:v>61.79451144</c:v>
                </c:pt>
                <c:pt idx="904">
                  <c:v>62.29345002</c:v>
                </c:pt>
                <c:pt idx="905">
                  <c:v>62.72184827</c:v>
                </c:pt>
                <c:pt idx="906">
                  <c:v>61.56294432</c:v>
                </c:pt>
                <c:pt idx="907">
                  <c:v>62.0253862</c:v>
                </c:pt>
                <c:pt idx="908">
                  <c:v>61.82597463</c:v>
                </c:pt>
                <c:pt idx="909">
                  <c:v>62.30607838</c:v>
                </c:pt>
                <c:pt idx="910">
                  <c:v>62.50240894</c:v>
                </c:pt>
                <c:pt idx="911">
                  <c:v>62.51906875</c:v>
                </c:pt>
                <c:pt idx="912">
                  <c:v>61.98150165</c:v>
                </c:pt>
                <c:pt idx="913">
                  <c:v>62.96698631</c:v>
                </c:pt>
                <c:pt idx="914">
                  <c:v>62.80337673</c:v>
                </c:pt>
                <c:pt idx="915">
                  <c:v>62.63318377</c:v>
                </c:pt>
                <c:pt idx="916">
                  <c:v>62.61355915</c:v>
                </c:pt>
                <c:pt idx="917">
                  <c:v>61.81478408</c:v>
                </c:pt>
                <c:pt idx="918">
                  <c:v>62.71808401</c:v>
                </c:pt>
                <c:pt idx="919">
                  <c:v>61.80238848</c:v>
                </c:pt>
                <c:pt idx="920">
                  <c:v>62.18332816</c:v>
                </c:pt>
                <c:pt idx="921">
                  <c:v>62.31606126</c:v>
                </c:pt>
                <c:pt idx="922">
                  <c:v>61.49384787</c:v>
                </c:pt>
                <c:pt idx="923">
                  <c:v>61.89737237</c:v>
                </c:pt>
                <c:pt idx="924">
                  <c:v>63.2705352</c:v>
                </c:pt>
                <c:pt idx="925">
                  <c:v>61.86547313</c:v>
                </c:pt>
                <c:pt idx="926">
                  <c:v>61.61051597</c:v>
                </c:pt>
                <c:pt idx="927">
                  <c:v>62.22655258</c:v>
                </c:pt>
                <c:pt idx="928">
                  <c:v>62.32096851</c:v>
                </c:pt>
                <c:pt idx="929">
                  <c:v>62.34718453</c:v>
                </c:pt>
                <c:pt idx="930">
                  <c:v>61.35261486</c:v>
                </c:pt>
                <c:pt idx="931">
                  <c:v>62.12107785</c:v>
                </c:pt>
                <c:pt idx="932">
                  <c:v>61.82494148</c:v>
                </c:pt>
                <c:pt idx="933">
                  <c:v>61.2740392</c:v>
                </c:pt>
                <c:pt idx="934">
                  <c:v>61.8072651</c:v>
                </c:pt>
                <c:pt idx="935">
                  <c:v>62.19048248</c:v>
                </c:pt>
                <c:pt idx="936">
                  <c:v>62.35298565</c:v>
                </c:pt>
                <c:pt idx="937">
                  <c:v>61.23646702</c:v>
                </c:pt>
                <c:pt idx="938">
                  <c:v>62.60943338</c:v>
                </c:pt>
                <c:pt idx="939">
                  <c:v>62.46880271</c:v>
                </c:pt>
                <c:pt idx="940">
                  <c:v>61.92826139</c:v>
                </c:pt>
                <c:pt idx="941">
                  <c:v>62.3854324</c:v>
                </c:pt>
                <c:pt idx="942">
                  <c:v>62.04135792</c:v>
                </c:pt>
                <c:pt idx="943">
                  <c:v>62.06737448</c:v>
                </c:pt>
                <c:pt idx="944">
                  <c:v>61.31423046</c:v>
                </c:pt>
                <c:pt idx="945">
                  <c:v>62.87350659</c:v>
                </c:pt>
                <c:pt idx="946">
                  <c:v>62.06778434</c:v>
                </c:pt>
                <c:pt idx="947">
                  <c:v>62.40157495</c:v>
                </c:pt>
                <c:pt idx="948">
                  <c:v>61.7146046</c:v>
                </c:pt>
                <c:pt idx="949">
                  <c:v>61.72766614</c:v>
                </c:pt>
                <c:pt idx="950">
                  <c:v>61.65948619</c:v>
                </c:pt>
                <c:pt idx="951">
                  <c:v>61.70747973</c:v>
                </c:pt>
                <c:pt idx="952">
                  <c:v>61.81473</c:v>
                </c:pt>
                <c:pt idx="953">
                  <c:v>62.59472313</c:v>
                </c:pt>
                <c:pt idx="954">
                  <c:v>61.82458678</c:v>
                </c:pt>
                <c:pt idx="955">
                  <c:v>62.0448405</c:v>
                </c:pt>
                <c:pt idx="956">
                  <c:v>62.03379704</c:v>
                </c:pt>
                <c:pt idx="957">
                  <c:v>62.56626768</c:v>
                </c:pt>
                <c:pt idx="958">
                  <c:v>61.88633944</c:v>
                </c:pt>
                <c:pt idx="959">
                  <c:v>61.32473189</c:v>
                </c:pt>
                <c:pt idx="960">
                  <c:v>62.02986456</c:v>
                </c:pt>
                <c:pt idx="961">
                  <c:v>61.37067188</c:v>
                </c:pt>
                <c:pt idx="962">
                  <c:v>62.11656682</c:v>
                </c:pt>
                <c:pt idx="963">
                  <c:v>61.9959974</c:v>
                </c:pt>
                <c:pt idx="964">
                  <c:v>61.56352858</c:v>
                </c:pt>
                <c:pt idx="965">
                  <c:v>61.10742411</c:v>
                </c:pt>
                <c:pt idx="966">
                  <c:v>61.73288086</c:v>
                </c:pt>
                <c:pt idx="967">
                  <c:v>61.41190962</c:v>
                </c:pt>
                <c:pt idx="968">
                  <c:v>61.72192126</c:v>
                </c:pt>
                <c:pt idx="969">
                  <c:v>62.12553673</c:v>
                </c:pt>
                <c:pt idx="970">
                  <c:v>62.10641865</c:v>
                </c:pt>
                <c:pt idx="971">
                  <c:v>60.47879902</c:v>
                </c:pt>
                <c:pt idx="972">
                  <c:v>61.10567647</c:v>
                </c:pt>
                <c:pt idx="973">
                  <c:v>61.31610097</c:v>
                </c:pt>
                <c:pt idx="974">
                  <c:v>61.89875311</c:v>
                </c:pt>
                <c:pt idx="975">
                  <c:v>62.18109874</c:v>
                </c:pt>
                <c:pt idx="976">
                  <c:v>61.65524245</c:v>
                </c:pt>
                <c:pt idx="977">
                  <c:v>61.77857888</c:v>
                </c:pt>
                <c:pt idx="978">
                  <c:v>61.47643333</c:v>
                </c:pt>
                <c:pt idx="979">
                  <c:v>61.63400117</c:v>
                </c:pt>
                <c:pt idx="980">
                  <c:v>61.33651751</c:v>
                </c:pt>
                <c:pt idx="981">
                  <c:v>61.38957368</c:v>
                </c:pt>
                <c:pt idx="982">
                  <c:v>61.54167365</c:v>
                </c:pt>
                <c:pt idx="983">
                  <c:v>61.84157019</c:v>
                </c:pt>
                <c:pt idx="984">
                  <c:v>61.74808456</c:v>
                </c:pt>
                <c:pt idx="985">
                  <c:v>62.54330259</c:v>
                </c:pt>
                <c:pt idx="986">
                  <c:v>61.08895507</c:v>
                </c:pt>
                <c:pt idx="987">
                  <c:v>60.9601153</c:v>
                </c:pt>
                <c:pt idx="988">
                  <c:v>61.56196835</c:v>
                </c:pt>
                <c:pt idx="989">
                  <c:v>62.44517125</c:v>
                </c:pt>
                <c:pt idx="990">
                  <c:v>60.61737934</c:v>
                </c:pt>
                <c:pt idx="991">
                  <c:v>61.9793071</c:v>
                </c:pt>
                <c:pt idx="992">
                  <c:v>61.69262543</c:v>
                </c:pt>
                <c:pt idx="993">
                  <c:v>61.34516096</c:v>
                </c:pt>
                <c:pt idx="994">
                  <c:v>61.52904828</c:v>
                </c:pt>
                <c:pt idx="995">
                  <c:v>61.46958525</c:v>
                </c:pt>
                <c:pt idx="996">
                  <c:v>61.1271752</c:v>
                </c:pt>
                <c:pt idx="997">
                  <c:v>61.65724161</c:v>
                </c:pt>
                <c:pt idx="998">
                  <c:v>60.55676538</c:v>
                </c:pt>
                <c:pt idx="999">
                  <c:v>61.30894353</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8DFE7"/>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10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Host updates (thousands)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25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scatterChart>
        <c:scatterStyle val="line"/>
        <c:ser>
          <c:idx val="0"/>
          <c:order val="0"/>
          <c:tx>
            <c:v>Host</c:v>
          </c:tx>
          <c:spPr>
            <a:ln xmlns:a="http://schemas.openxmlformats.org/drawingml/2006/main" w="15240">
              <a:solidFill>
                <a:srgbClr val="20365C"/>
              </a:solidFill>
            </a:ln>
          </c:spPr>
          <c:marker>
            <c:symbol val="none"/>
          </c:marker>
          <c:xVal>
            <c:numRef>
              <c:f>'Chart Data'!$A$2:$A$1001</c:f>
              <c:numCache>
                <c:formatCode>General</c:formatCode>
                <c:ptCount val="10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numCache>
            </c:numRef>
          </c:xVal>
          <c:yVal>
            <c:numRef>
              <c:f>'Chart Data'!$B$2:$B$1001</c:f>
              <c:numCache>
                <c:formatCode>General</c:formatCode>
                <c:ptCount val="1000"/>
                <c:pt idx="0">
                  <c:v>5.50719583</c:v>
                </c:pt>
                <c:pt idx="1">
                  <c:v>11.97236985</c:v>
                </c:pt>
                <c:pt idx="2">
                  <c:v>18.54493798</c:v>
                </c:pt>
                <c:pt idx="3">
                  <c:v>25.03832975</c:v>
                </c:pt>
                <c:pt idx="4">
                  <c:v>31.26860667</c:v>
                </c:pt>
                <c:pt idx="5">
                  <c:v>37.14751594</c:v>
                </c:pt>
                <c:pt idx="6">
                  <c:v>42.76597651</c:v>
                </c:pt>
                <c:pt idx="7">
                  <c:v>48.15889424</c:v>
                </c:pt>
                <c:pt idx="8">
                  <c:v>53.4980951</c:v>
                </c:pt>
                <c:pt idx="9">
                  <c:v>58.66772525</c:v>
                </c:pt>
                <c:pt idx="10">
                  <c:v>63.82055713</c:v>
                </c:pt>
                <c:pt idx="11">
                  <c:v>68.92777276</c:v>
                </c:pt>
                <c:pt idx="12">
                  <c:v>73.93984065</c:v>
                </c:pt>
                <c:pt idx="13">
                  <c:v>78.84621751</c:v>
                </c:pt>
                <c:pt idx="14">
                  <c:v>83.77889787</c:v>
                </c:pt>
                <c:pt idx="15">
                  <c:v>88.65860162</c:v>
                </c:pt>
                <c:pt idx="16">
                  <c:v>93.54176833</c:v>
                </c:pt>
                <c:pt idx="17">
                  <c:v>98.31483831</c:v>
                </c:pt>
                <c:pt idx="18">
                  <c:v>102.89859901</c:v>
                </c:pt>
                <c:pt idx="19">
                  <c:v>107.19326366</c:v>
                </c:pt>
                <c:pt idx="20">
                  <c:v>111.40012926</c:v>
                </c:pt>
                <c:pt idx="21">
                  <c:v>115.58492537</c:v>
                </c:pt>
                <c:pt idx="22">
                  <c:v>119.58388258</c:v>
                </c:pt>
                <c:pt idx="23">
                  <c:v>123.51058914</c:v>
                </c:pt>
                <c:pt idx="24">
                  <c:v>127.23674957</c:v>
                </c:pt>
                <c:pt idx="25">
                  <c:v>130.87900787</c:v>
                </c:pt>
                <c:pt idx="26">
                  <c:v>134.15846414</c:v>
                </c:pt>
                <c:pt idx="27">
                  <c:v>137.49396147</c:v>
                </c:pt>
                <c:pt idx="28">
                  <c:v>140.67819417</c:v>
                </c:pt>
                <c:pt idx="29">
                  <c:v>143.81332903</c:v>
                </c:pt>
                <c:pt idx="30">
                  <c:v>146.91398416</c:v>
                </c:pt>
                <c:pt idx="31">
                  <c:v>149.85080067</c:v>
                </c:pt>
                <c:pt idx="32">
                  <c:v>152.58578557</c:v>
                </c:pt>
                <c:pt idx="33">
                  <c:v>155.31899295</c:v>
                </c:pt>
                <c:pt idx="34">
                  <c:v>158.19712747</c:v>
                </c:pt>
                <c:pt idx="35">
                  <c:v>160.62412543</c:v>
                </c:pt>
                <c:pt idx="36">
                  <c:v>163.10622655</c:v>
                </c:pt>
                <c:pt idx="37">
                  <c:v>165.69912854</c:v>
                </c:pt>
                <c:pt idx="38">
                  <c:v>167.92853293</c:v>
                </c:pt>
                <c:pt idx="39">
                  <c:v>170.37022423</c:v>
                </c:pt>
                <c:pt idx="40">
                  <c:v>172.67893559</c:v>
                </c:pt>
                <c:pt idx="41">
                  <c:v>174.78208244</c:v>
                </c:pt>
                <c:pt idx="42">
                  <c:v>176.99483109</c:v>
                </c:pt>
                <c:pt idx="43">
                  <c:v>178.92694205</c:v>
                </c:pt>
                <c:pt idx="44">
                  <c:v>181.0657906</c:v>
                </c:pt>
                <c:pt idx="45">
                  <c:v>182.97228963</c:v>
                </c:pt>
                <c:pt idx="46">
                  <c:v>184.95825449</c:v>
                </c:pt>
                <c:pt idx="47">
                  <c:v>186.8270849</c:v>
                </c:pt>
                <c:pt idx="48">
                  <c:v>188.58752672</c:v>
                </c:pt>
                <c:pt idx="49">
                  <c:v>190.39891573</c:v>
                </c:pt>
                <c:pt idx="50">
                  <c:v>191.99745453</c:v>
                </c:pt>
                <c:pt idx="51">
                  <c:v>193.70061996</c:v>
                </c:pt>
                <c:pt idx="52">
                  <c:v>195.30914806</c:v>
                </c:pt>
                <c:pt idx="53">
                  <c:v>196.88620042</c:v>
                </c:pt>
                <c:pt idx="54">
                  <c:v>198.48276459</c:v>
                </c:pt>
                <c:pt idx="55">
                  <c:v>199.92161664</c:v>
                </c:pt>
                <c:pt idx="56">
                  <c:v>201.38504956</c:v>
                </c:pt>
                <c:pt idx="57">
                  <c:v>202.82895479</c:v>
                </c:pt>
                <c:pt idx="58">
                  <c:v>204.05629881</c:v>
                </c:pt>
                <c:pt idx="59">
                  <c:v>205.43982559</c:v>
                </c:pt>
                <c:pt idx="60">
                  <c:v>206.52100981</c:v>
                </c:pt>
                <c:pt idx="61">
                  <c:v>208.02249432</c:v>
                </c:pt>
                <c:pt idx="62">
                  <c:v>209.05671028</c:v>
                </c:pt>
                <c:pt idx="63">
                  <c:v>209.99279181</c:v>
                </c:pt>
                <c:pt idx="64">
                  <c:v>211.35635089</c:v>
                </c:pt>
                <c:pt idx="65">
                  <c:v>212.22311919</c:v>
                </c:pt>
                <c:pt idx="66">
                  <c:v>213.0975161</c:v>
                </c:pt>
                <c:pt idx="67">
                  <c:v>214.08233234</c:v>
                </c:pt>
                <c:pt idx="68">
                  <c:v>215.086009</c:v>
                </c:pt>
                <c:pt idx="69">
                  <c:v>216.07584752</c:v>
                </c:pt>
                <c:pt idx="70">
                  <c:v>216.88843668</c:v>
                </c:pt>
                <c:pt idx="71">
                  <c:v>217.79806367</c:v>
                </c:pt>
                <c:pt idx="72">
                  <c:v>218.40042276</c:v>
                </c:pt>
                <c:pt idx="73">
                  <c:v>219.24164326</c:v>
                </c:pt>
                <c:pt idx="74">
                  <c:v>220.13220329</c:v>
                </c:pt>
                <c:pt idx="75">
                  <c:v>220.60554393</c:v>
                </c:pt>
                <c:pt idx="76">
                  <c:v>221.29694785</c:v>
                </c:pt>
                <c:pt idx="77">
                  <c:v>221.82652408</c:v>
                </c:pt>
                <c:pt idx="78">
                  <c:v>222.56580496</c:v>
                </c:pt>
                <c:pt idx="79">
                  <c:v>222.97317665</c:v>
                </c:pt>
                <c:pt idx="80">
                  <c:v>223.61119939</c:v>
                </c:pt>
                <c:pt idx="81">
                  <c:v>224.104854</c:v>
                </c:pt>
                <c:pt idx="82">
                  <c:v>224.71742052</c:v>
                </c:pt>
                <c:pt idx="83">
                  <c:v>225.20683432</c:v>
                </c:pt>
                <c:pt idx="84">
                  <c:v>225.53098482</c:v>
                </c:pt>
                <c:pt idx="85">
                  <c:v>226.24573094</c:v>
                </c:pt>
                <c:pt idx="86">
                  <c:v>226.80157191</c:v>
                </c:pt>
                <c:pt idx="87">
                  <c:v>227.00253882</c:v>
                </c:pt>
                <c:pt idx="88">
                  <c:v>227.64720709</c:v>
                </c:pt>
                <c:pt idx="89">
                  <c:v>227.8599567</c:v>
                </c:pt>
                <c:pt idx="90">
                  <c:v>228.3606904</c:v>
                </c:pt>
                <c:pt idx="91">
                  <c:v>228.93115707</c:v>
                </c:pt>
                <c:pt idx="92">
                  <c:v>229.36894537</c:v>
                </c:pt>
                <c:pt idx="93">
                  <c:v>229.55006468</c:v>
                </c:pt>
                <c:pt idx="94">
                  <c:v>230.04993585</c:v>
                </c:pt>
                <c:pt idx="95">
                  <c:v>230.54106618</c:v>
                </c:pt>
                <c:pt idx="96">
                  <c:v>230.84725322</c:v>
                </c:pt>
                <c:pt idx="97">
                  <c:v>231.04858537</c:v>
                </c:pt>
                <c:pt idx="98">
                  <c:v>231.51243982</c:v>
                </c:pt>
                <c:pt idx="99">
                  <c:v>231.77053221</c:v>
                </c:pt>
                <c:pt idx="100">
                  <c:v>232.03290582</c:v>
                </c:pt>
                <c:pt idx="101">
                  <c:v>232.23594086</c:v>
                </c:pt>
                <c:pt idx="102">
                  <c:v>232.33986737</c:v>
                </c:pt>
                <c:pt idx="103">
                  <c:v>232.87408054</c:v>
                </c:pt>
                <c:pt idx="104">
                  <c:v>233.08237326</c:v>
                </c:pt>
                <c:pt idx="105">
                  <c:v>233.28405945</c:v>
                </c:pt>
                <c:pt idx="106">
                  <c:v>233.41952786</c:v>
                </c:pt>
                <c:pt idx="107">
                  <c:v>233.82101994</c:v>
                </c:pt>
                <c:pt idx="108">
                  <c:v>233.74605345</c:v>
                </c:pt>
                <c:pt idx="109">
                  <c:v>234.12265633</c:v>
                </c:pt>
                <c:pt idx="110">
                  <c:v>234.30121747</c:v>
                </c:pt>
                <c:pt idx="111">
                  <c:v>234.61145047</c:v>
                </c:pt>
                <c:pt idx="112">
                  <c:v>234.67437006</c:v>
                </c:pt>
                <c:pt idx="113">
                  <c:v>234.62277364</c:v>
                </c:pt>
                <c:pt idx="114">
                  <c:v>234.79016982</c:v>
                </c:pt>
                <c:pt idx="115">
                  <c:v>234.93111629</c:v>
                </c:pt>
                <c:pt idx="116">
                  <c:v>235.20955035</c:v>
                </c:pt>
                <c:pt idx="117">
                  <c:v>235.18398538</c:v>
                </c:pt>
                <c:pt idx="118">
                  <c:v>235.25520956</c:v>
                </c:pt>
                <c:pt idx="119">
                  <c:v>235.48731021</c:v>
                </c:pt>
                <c:pt idx="120">
                  <c:v>235.59913531</c:v>
                </c:pt>
                <c:pt idx="121">
                  <c:v>235.69985718</c:v>
                </c:pt>
                <c:pt idx="122">
                  <c:v>235.69119966</c:v>
                </c:pt>
                <c:pt idx="123">
                  <c:v>235.83646121</c:v>
                </c:pt>
                <c:pt idx="124">
                  <c:v>235.88105826</c:v>
                </c:pt>
                <c:pt idx="125">
                  <c:v>236.1768956</c:v>
                </c:pt>
                <c:pt idx="126">
                  <c:v>236.14220343</c:v>
                </c:pt>
                <c:pt idx="127">
                  <c:v>236.22045358</c:v>
                </c:pt>
                <c:pt idx="128">
                  <c:v>236.45083554</c:v>
                </c:pt>
                <c:pt idx="129">
                  <c:v>236.53955853</c:v>
                </c:pt>
                <c:pt idx="130">
                  <c:v>236.50313945</c:v>
                </c:pt>
                <c:pt idx="131">
                  <c:v>236.63710017</c:v>
                </c:pt>
                <c:pt idx="132">
                  <c:v>236.86086812</c:v>
                </c:pt>
                <c:pt idx="133">
                  <c:v>236.54082436</c:v>
                </c:pt>
                <c:pt idx="134">
                  <c:v>236.81349184</c:v>
                </c:pt>
                <c:pt idx="135">
                  <c:v>236.93973668</c:v>
                </c:pt>
                <c:pt idx="136">
                  <c:v>237.0811806</c:v>
                </c:pt>
                <c:pt idx="137">
                  <c:v>237.19000819</c:v>
                </c:pt>
                <c:pt idx="138">
                  <c:v>237.13861844</c:v>
                </c:pt>
                <c:pt idx="139">
                  <c:v>237.15884029</c:v>
                </c:pt>
                <c:pt idx="140">
                  <c:v>237.11725015</c:v>
                </c:pt>
                <c:pt idx="141">
                  <c:v>237.28859207</c:v>
                </c:pt>
                <c:pt idx="142">
                  <c:v>237.28771413</c:v>
                </c:pt>
                <c:pt idx="143">
                  <c:v>237.26673235</c:v>
                </c:pt>
                <c:pt idx="144">
                  <c:v>237.15442378</c:v>
                </c:pt>
                <c:pt idx="145">
                  <c:v>237.51933104</c:v>
                </c:pt>
                <c:pt idx="146">
                  <c:v>237.49819003</c:v>
                </c:pt>
                <c:pt idx="147">
                  <c:v>237.23813838</c:v>
                </c:pt>
                <c:pt idx="148">
                  <c:v>237.23644925</c:v>
                </c:pt>
                <c:pt idx="149">
                  <c:v>237.44833061</c:v>
                </c:pt>
                <c:pt idx="150">
                  <c:v>237.68134862</c:v>
                </c:pt>
                <c:pt idx="151">
                  <c:v>237.57307906</c:v>
                </c:pt>
                <c:pt idx="152">
                  <c:v>237.58268593</c:v>
                </c:pt>
                <c:pt idx="153">
                  <c:v>237.67023384</c:v>
                </c:pt>
                <c:pt idx="154">
                  <c:v>237.57382457</c:v>
                </c:pt>
                <c:pt idx="155">
                  <c:v>237.63711517</c:v>
                </c:pt>
                <c:pt idx="156">
                  <c:v>237.77953726</c:v>
                </c:pt>
                <c:pt idx="157">
                  <c:v>237.89423518</c:v>
                </c:pt>
                <c:pt idx="158">
                  <c:v>237.86970016</c:v>
                </c:pt>
                <c:pt idx="159">
                  <c:v>237.79174297</c:v>
                </c:pt>
                <c:pt idx="160">
                  <c:v>237.84106947</c:v>
                </c:pt>
                <c:pt idx="161">
                  <c:v>237.77623784</c:v>
                </c:pt>
                <c:pt idx="162">
                  <c:v>237.81938559</c:v>
                </c:pt>
                <c:pt idx="163">
                  <c:v>237.862651</c:v>
                </c:pt>
                <c:pt idx="164">
                  <c:v>237.90278349</c:v>
                </c:pt>
                <c:pt idx="165">
                  <c:v>237.7442549</c:v>
                </c:pt>
                <c:pt idx="166">
                  <c:v>237.77249918</c:v>
                </c:pt>
                <c:pt idx="167">
                  <c:v>237.79920116</c:v>
                </c:pt>
                <c:pt idx="168">
                  <c:v>237.74826999</c:v>
                </c:pt>
                <c:pt idx="169">
                  <c:v>238.0126145</c:v>
                </c:pt>
                <c:pt idx="170">
                  <c:v>237.90562665</c:v>
                </c:pt>
                <c:pt idx="171">
                  <c:v>237.92251323</c:v>
                </c:pt>
                <c:pt idx="172">
                  <c:v>237.93108897</c:v>
                </c:pt>
                <c:pt idx="173">
                  <c:v>237.75258092</c:v>
                </c:pt>
                <c:pt idx="174">
                  <c:v>237.82079469</c:v>
                </c:pt>
                <c:pt idx="175">
                  <c:v>237.85394133</c:v>
                </c:pt>
                <c:pt idx="176">
                  <c:v>237.80039026</c:v>
                </c:pt>
                <c:pt idx="177">
                  <c:v>238.02794226</c:v>
                </c:pt>
                <c:pt idx="178">
                  <c:v>237.87791577</c:v>
                </c:pt>
                <c:pt idx="179">
                  <c:v>237.73028986</c:v>
                </c:pt>
                <c:pt idx="180">
                  <c:v>237.98112718</c:v>
                </c:pt>
                <c:pt idx="181">
                  <c:v>237.74072832</c:v>
                </c:pt>
                <c:pt idx="182">
                  <c:v>237.90039545</c:v>
                </c:pt>
                <c:pt idx="183">
                  <c:v>237.92665999</c:v>
                </c:pt>
                <c:pt idx="184">
                  <c:v>237.89872977</c:v>
                </c:pt>
                <c:pt idx="185">
                  <c:v>238.09114879</c:v>
                </c:pt>
                <c:pt idx="186">
                  <c:v>237.95885706</c:v>
                </c:pt>
                <c:pt idx="187">
                  <c:v>237.84114587</c:v>
                </c:pt>
                <c:pt idx="188">
                  <c:v>237.78863475</c:v>
                </c:pt>
                <c:pt idx="189">
                  <c:v>237.87382013</c:v>
                </c:pt>
                <c:pt idx="190">
                  <c:v>238.00305174</c:v>
                </c:pt>
                <c:pt idx="191">
                  <c:v>237.85924779</c:v>
                </c:pt>
                <c:pt idx="192">
                  <c:v>237.81338728</c:v>
                </c:pt>
                <c:pt idx="193">
                  <c:v>238.09468645</c:v>
                </c:pt>
                <c:pt idx="194">
                  <c:v>238.02856349</c:v>
                </c:pt>
                <c:pt idx="195">
                  <c:v>237.72168147</c:v>
                </c:pt>
                <c:pt idx="196">
                  <c:v>237.83417905</c:v>
                </c:pt>
                <c:pt idx="197">
                  <c:v>237.87410036</c:v>
                </c:pt>
                <c:pt idx="198">
                  <c:v>237.81595093</c:v>
                </c:pt>
                <c:pt idx="199">
                  <c:v>237.83197765</c:v>
                </c:pt>
                <c:pt idx="200">
                  <c:v>237.82357698</c:v>
                </c:pt>
                <c:pt idx="201">
                  <c:v>237.65873625</c:v>
                </c:pt>
                <c:pt idx="202">
                  <c:v>237.76759323</c:v>
                </c:pt>
                <c:pt idx="203">
                  <c:v>237.71477118</c:v>
                </c:pt>
                <c:pt idx="204">
                  <c:v>237.82813785</c:v>
                </c:pt>
                <c:pt idx="205">
                  <c:v>237.69067104</c:v>
                </c:pt>
                <c:pt idx="206">
                  <c:v>237.73077208</c:v>
                </c:pt>
                <c:pt idx="207">
                  <c:v>237.87391629</c:v>
                </c:pt>
                <c:pt idx="208">
                  <c:v>237.65443837</c:v>
                </c:pt>
                <c:pt idx="209">
                  <c:v>237.5439856</c:v>
                </c:pt>
                <c:pt idx="210">
                  <c:v>237.53012296</c:v>
                </c:pt>
                <c:pt idx="211">
                  <c:v>237.62360274</c:v>
                </c:pt>
                <c:pt idx="212">
                  <c:v>237.68353036</c:v>
                </c:pt>
                <c:pt idx="213">
                  <c:v>237.68792456</c:v>
                </c:pt>
                <c:pt idx="214">
                  <c:v>237.63025134</c:v>
                </c:pt>
                <c:pt idx="215">
                  <c:v>237.77373434</c:v>
                </c:pt>
                <c:pt idx="216">
                  <c:v>237.7242394</c:v>
                </c:pt>
                <c:pt idx="217">
                  <c:v>237.87461977</c:v>
                </c:pt>
                <c:pt idx="218">
                  <c:v>237.62183878</c:v>
                </c:pt>
                <c:pt idx="219">
                  <c:v>237.69232617</c:v>
                </c:pt>
                <c:pt idx="220">
                  <c:v>237.65977574</c:v>
                </c:pt>
                <c:pt idx="221">
                  <c:v>237.66459343</c:v>
                </c:pt>
                <c:pt idx="222">
                  <c:v>237.60775856</c:v>
                </c:pt>
                <c:pt idx="223">
                  <c:v>237.55868114</c:v>
                </c:pt>
                <c:pt idx="224">
                  <c:v>237.69440065</c:v>
                </c:pt>
                <c:pt idx="225">
                  <c:v>237.54751337</c:v>
                </c:pt>
                <c:pt idx="226">
                  <c:v>237.49747095</c:v>
                </c:pt>
                <c:pt idx="227">
                  <c:v>237.70948465</c:v>
                </c:pt>
                <c:pt idx="228">
                  <c:v>237.50481436</c:v>
                </c:pt>
                <c:pt idx="229">
                  <c:v>237.45705339</c:v>
                </c:pt>
                <c:pt idx="230">
                  <c:v>237.44013109</c:v>
                </c:pt>
                <c:pt idx="231">
                  <c:v>237.42672189</c:v>
                </c:pt>
                <c:pt idx="232">
                  <c:v>237.47870154</c:v>
                </c:pt>
                <c:pt idx="233">
                  <c:v>237.36250706</c:v>
                </c:pt>
                <c:pt idx="234">
                  <c:v>237.39234413</c:v>
                </c:pt>
                <c:pt idx="235">
                  <c:v>237.38084966</c:v>
                </c:pt>
                <c:pt idx="236">
                  <c:v>237.18678496</c:v>
                </c:pt>
                <c:pt idx="237">
                  <c:v>237.30374323</c:v>
                </c:pt>
                <c:pt idx="238">
                  <c:v>236.99197675</c:v>
                </c:pt>
                <c:pt idx="239">
                  <c:v>237.11519353</c:v>
                </c:pt>
                <c:pt idx="240">
                  <c:v>237.19388359</c:v>
                </c:pt>
                <c:pt idx="241">
                  <c:v>237.22375618</c:v>
                </c:pt>
                <c:pt idx="242">
                  <c:v>237.13811662</c:v>
                </c:pt>
                <c:pt idx="243">
                  <c:v>237.12255521</c:v>
                </c:pt>
                <c:pt idx="244">
                  <c:v>237.31019875</c:v>
                </c:pt>
                <c:pt idx="245">
                  <c:v>237.19968979</c:v>
                </c:pt>
                <c:pt idx="246">
                  <c:v>237.14247374</c:v>
                </c:pt>
                <c:pt idx="247">
                  <c:v>237.12085114</c:v>
                </c:pt>
                <c:pt idx="248">
                  <c:v>237.2173559</c:v>
                </c:pt>
                <c:pt idx="249">
                  <c:v>237.32362276</c:v>
                </c:pt>
                <c:pt idx="250">
                  <c:v>237.22157031</c:v>
                </c:pt>
                <c:pt idx="251">
                  <c:v>237.01433002</c:v>
                </c:pt>
                <c:pt idx="252">
                  <c:v>237.15412199</c:v>
                </c:pt>
                <c:pt idx="253">
                  <c:v>237.18383177</c:v>
                </c:pt>
                <c:pt idx="254">
                  <c:v>236.94187529</c:v>
                </c:pt>
                <c:pt idx="255">
                  <c:v>237.1081096</c:v>
                </c:pt>
                <c:pt idx="256">
                  <c:v>237.01934857</c:v>
                </c:pt>
                <c:pt idx="257">
                  <c:v>237.06542018</c:v>
                </c:pt>
                <c:pt idx="258">
                  <c:v>237.03340631</c:v>
                </c:pt>
                <c:pt idx="259">
                  <c:v>236.94271736</c:v>
                </c:pt>
                <c:pt idx="260">
                  <c:v>237.14020569</c:v>
                </c:pt>
                <c:pt idx="261">
                  <c:v>236.95962276</c:v>
                </c:pt>
                <c:pt idx="262">
                  <c:v>237.05272435</c:v>
                </c:pt>
                <c:pt idx="263">
                  <c:v>237.03517816</c:v>
                </c:pt>
                <c:pt idx="264">
                  <c:v>237.0436044</c:v>
                </c:pt>
                <c:pt idx="265">
                  <c:v>236.90110129</c:v>
                </c:pt>
                <c:pt idx="266">
                  <c:v>236.99657452</c:v>
                </c:pt>
                <c:pt idx="267">
                  <c:v>236.98065207</c:v>
                </c:pt>
                <c:pt idx="268">
                  <c:v>237.02116867</c:v>
                </c:pt>
                <c:pt idx="269">
                  <c:v>236.78652257</c:v>
                </c:pt>
                <c:pt idx="270">
                  <c:v>236.91496373</c:v>
                </c:pt>
                <c:pt idx="271">
                  <c:v>236.76509306</c:v>
                </c:pt>
                <c:pt idx="272">
                  <c:v>236.85294794</c:v>
                </c:pt>
                <c:pt idx="273">
                  <c:v>236.90916388</c:v>
                </c:pt>
                <c:pt idx="274">
                  <c:v>236.69798048</c:v>
                </c:pt>
                <c:pt idx="275">
                  <c:v>236.73890337</c:v>
                </c:pt>
                <c:pt idx="276">
                  <c:v>236.90204761</c:v>
                </c:pt>
                <c:pt idx="277">
                  <c:v>236.66762198</c:v>
                </c:pt>
                <c:pt idx="278">
                  <c:v>236.67737057</c:v>
                </c:pt>
                <c:pt idx="279">
                  <c:v>236.79015332</c:v>
                </c:pt>
                <c:pt idx="280">
                  <c:v>236.69242628</c:v>
                </c:pt>
                <c:pt idx="281">
                  <c:v>236.89796683</c:v>
                </c:pt>
                <c:pt idx="282">
                  <c:v>236.74141261</c:v>
                </c:pt>
                <c:pt idx="283">
                  <c:v>236.83003487</c:v>
                </c:pt>
                <c:pt idx="284">
                  <c:v>236.68490697</c:v>
                </c:pt>
                <c:pt idx="285">
                  <c:v>236.75888536</c:v>
                </c:pt>
                <c:pt idx="286">
                  <c:v>236.80455064</c:v>
                </c:pt>
                <c:pt idx="287">
                  <c:v>236.787396</c:v>
                </c:pt>
                <c:pt idx="288">
                  <c:v>236.65239844</c:v>
                </c:pt>
                <c:pt idx="289">
                  <c:v>236.63742924</c:v>
                </c:pt>
                <c:pt idx="290">
                  <c:v>236.57427307</c:v>
                </c:pt>
                <c:pt idx="291">
                  <c:v>236.55983868</c:v>
                </c:pt>
                <c:pt idx="292">
                  <c:v>236.57339011</c:v>
                </c:pt>
                <c:pt idx="293">
                  <c:v>236.68141365</c:v>
                </c:pt>
                <c:pt idx="294">
                  <c:v>236.5802592</c:v>
                </c:pt>
                <c:pt idx="295">
                  <c:v>236.61255339</c:v>
                </c:pt>
                <c:pt idx="296">
                  <c:v>236.42100432</c:v>
                </c:pt>
                <c:pt idx="297">
                  <c:v>236.64199306</c:v>
                </c:pt>
                <c:pt idx="298">
                  <c:v>236.49567781</c:v>
                </c:pt>
                <c:pt idx="299">
                  <c:v>236.45539011</c:v>
                </c:pt>
                <c:pt idx="300">
                  <c:v>236.545431</c:v>
                </c:pt>
                <c:pt idx="301">
                  <c:v>236.54875331</c:v>
                </c:pt>
                <c:pt idx="302">
                  <c:v>236.64030595</c:v>
                </c:pt>
                <c:pt idx="303">
                  <c:v>236.24999847</c:v>
                </c:pt>
                <c:pt idx="304">
                  <c:v>236.50303505</c:v>
                </c:pt>
                <c:pt idx="305">
                  <c:v>236.61870091</c:v>
                </c:pt>
                <c:pt idx="306">
                  <c:v>236.43441501</c:v>
                </c:pt>
                <c:pt idx="307">
                  <c:v>236.57302313</c:v>
                </c:pt>
                <c:pt idx="308">
                  <c:v>236.51579263</c:v>
                </c:pt>
                <c:pt idx="309">
                  <c:v>236.46592929</c:v>
                </c:pt>
                <c:pt idx="310">
                  <c:v>236.66983919</c:v>
                </c:pt>
                <c:pt idx="311">
                  <c:v>236.50782289</c:v>
                </c:pt>
                <c:pt idx="312">
                  <c:v>236.52832112</c:v>
                </c:pt>
                <c:pt idx="313">
                  <c:v>236.5334088</c:v>
                </c:pt>
                <c:pt idx="314">
                  <c:v>236.63995885</c:v>
                </c:pt>
                <c:pt idx="315">
                  <c:v>236.51567918</c:v>
                </c:pt>
                <c:pt idx="316">
                  <c:v>236.5398662</c:v>
                </c:pt>
                <c:pt idx="317">
                  <c:v>236.51146103</c:v>
                </c:pt>
                <c:pt idx="318">
                  <c:v>236.56631427</c:v>
                </c:pt>
                <c:pt idx="319">
                  <c:v>236.52674481</c:v>
                </c:pt>
                <c:pt idx="320">
                  <c:v>236.49955424</c:v>
                </c:pt>
                <c:pt idx="321">
                  <c:v>236.40951152</c:v>
                </c:pt>
                <c:pt idx="322">
                  <c:v>236.43883823</c:v>
                </c:pt>
                <c:pt idx="323">
                  <c:v>236.50756839</c:v>
                </c:pt>
                <c:pt idx="324">
                  <c:v>236.42855565</c:v>
                </c:pt>
                <c:pt idx="325">
                  <c:v>236.41216333</c:v>
                </c:pt>
                <c:pt idx="326">
                  <c:v>236.43138377</c:v>
                </c:pt>
                <c:pt idx="327">
                  <c:v>236.32788779</c:v>
                </c:pt>
                <c:pt idx="328">
                  <c:v>236.19956688</c:v>
                </c:pt>
                <c:pt idx="329">
                  <c:v>236.29012575</c:v>
                </c:pt>
                <c:pt idx="330">
                  <c:v>236.32416571</c:v>
                </c:pt>
                <c:pt idx="331">
                  <c:v>236.38702411</c:v>
                </c:pt>
                <c:pt idx="332">
                  <c:v>236.34584598</c:v>
                </c:pt>
                <c:pt idx="333">
                  <c:v>236.11483037</c:v>
                </c:pt>
                <c:pt idx="334">
                  <c:v>236.27809792</c:v>
                </c:pt>
                <c:pt idx="335">
                  <c:v>236.19497609</c:v>
                </c:pt>
                <c:pt idx="336">
                  <c:v>236.24766946</c:v>
                </c:pt>
                <c:pt idx="337">
                  <c:v>236.3681172</c:v>
                </c:pt>
                <c:pt idx="338">
                  <c:v>236.18647852</c:v>
                </c:pt>
                <c:pt idx="339">
                  <c:v>236.21947919</c:v>
                </c:pt>
                <c:pt idx="340">
                  <c:v>236.34988556</c:v>
                </c:pt>
                <c:pt idx="341">
                  <c:v>236.47540218</c:v>
                </c:pt>
                <c:pt idx="342">
                  <c:v>236.08988425</c:v>
                </c:pt>
                <c:pt idx="343">
                  <c:v>236.27806502</c:v>
                </c:pt>
                <c:pt idx="344">
                  <c:v>236.23937331</c:v>
                </c:pt>
                <c:pt idx="345">
                  <c:v>236.22905225</c:v>
                </c:pt>
                <c:pt idx="346">
                  <c:v>236.23946127</c:v>
                </c:pt>
                <c:pt idx="347">
                  <c:v>236.05341399</c:v>
                </c:pt>
                <c:pt idx="348">
                  <c:v>236.18010762</c:v>
                </c:pt>
                <c:pt idx="349">
                  <c:v>236.08252849</c:v>
                </c:pt>
                <c:pt idx="350">
                  <c:v>236.13520671</c:v>
                </c:pt>
                <c:pt idx="351">
                  <c:v>236.10224931</c:v>
                </c:pt>
                <c:pt idx="352">
                  <c:v>235.96691904</c:v>
                </c:pt>
                <c:pt idx="353">
                  <c:v>236.04792026</c:v>
                </c:pt>
                <c:pt idx="354">
                  <c:v>236.029834</c:v>
                </c:pt>
                <c:pt idx="355">
                  <c:v>236.14866368</c:v>
                </c:pt>
                <c:pt idx="356">
                  <c:v>236.15711058</c:v>
                </c:pt>
                <c:pt idx="357">
                  <c:v>236.03675461</c:v>
                </c:pt>
                <c:pt idx="358">
                  <c:v>236.20064438</c:v>
                </c:pt>
                <c:pt idx="359">
                  <c:v>236.06112497</c:v>
                </c:pt>
                <c:pt idx="360">
                  <c:v>236.01078067</c:v>
                </c:pt>
                <c:pt idx="361">
                  <c:v>236.03794899</c:v>
                </c:pt>
                <c:pt idx="362">
                  <c:v>236.01754369</c:v>
                </c:pt>
                <c:pt idx="363">
                  <c:v>236.2879924</c:v>
                </c:pt>
                <c:pt idx="364">
                  <c:v>235.97377371</c:v>
                </c:pt>
                <c:pt idx="365">
                  <c:v>236.05076379</c:v>
                </c:pt>
                <c:pt idx="366">
                  <c:v>235.99538353</c:v>
                </c:pt>
                <c:pt idx="367">
                  <c:v>236.09746861</c:v>
                </c:pt>
                <c:pt idx="368">
                  <c:v>236.04038187</c:v>
                </c:pt>
                <c:pt idx="369">
                  <c:v>235.81093361</c:v>
                </c:pt>
                <c:pt idx="370">
                  <c:v>235.9716841</c:v>
                </c:pt>
                <c:pt idx="371">
                  <c:v>236.11977577</c:v>
                </c:pt>
                <c:pt idx="372">
                  <c:v>236.15311633</c:v>
                </c:pt>
                <c:pt idx="373">
                  <c:v>235.99560921</c:v>
                </c:pt>
                <c:pt idx="374">
                  <c:v>235.97426569</c:v>
                </c:pt>
                <c:pt idx="375">
                  <c:v>235.86402184</c:v>
                </c:pt>
                <c:pt idx="376">
                  <c:v>235.87977803</c:v>
                </c:pt>
                <c:pt idx="377">
                  <c:v>236.04501366</c:v>
                </c:pt>
                <c:pt idx="378">
                  <c:v>235.92707396</c:v>
                </c:pt>
                <c:pt idx="379">
                  <c:v>235.86294917</c:v>
                </c:pt>
                <c:pt idx="380">
                  <c:v>235.80428494</c:v>
                </c:pt>
                <c:pt idx="381">
                  <c:v>235.66685915</c:v>
                </c:pt>
                <c:pt idx="382">
                  <c:v>235.78634557</c:v>
                </c:pt>
                <c:pt idx="383">
                  <c:v>235.70592493</c:v>
                </c:pt>
                <c:pt idx="384">
                  <c:v>235.75467555</c:v>
                </c:pt>
                <c:pt idx="385">
                  <c:v>235.84852579</c:v>
                </c:pt>
                <c:pt idx="386">
                  <c:v>235.90062694</c:v>
                </c:pt>
                <c:pt idx="387">
                  <c:v>235.82805969</c:v>
                </c:pt>
                <c:pt idx="388">
                  <c:v>235.83259627</c:v>
                </c:pt>
                <c:pt idx="389">
                  <c:v>235.70447147</c:v>
                </c:pt>
                <c:pt idx="390">
                  <c:v>235.86364459</c:v>
                </c:pt>
                <c:pt idx="391">
                  <c:v>235.6660782</c:v>
                </c:pt>
                <c:pt idx="392">
                  <c:v>235.67524185</c:v>
                </c:pt>
                <c:pt idx="393">
                  <c:v>235.71699582</c:v>
                </c:pt>
                <c:pt idx="394">
                  <c:v>235.7621235</c:v>
                </c:pt>
                <c:pt idx="395">
                  <c:v>235.7831017</c:v>
                </c:pt>
                <c:pt idx="396">
                  <c:v>235.41041896</c:v>
                </c:pt>
                <c:pt idx="397">
                  <c:v>235.69604027</c:v>
                </c:pt>
                <c:pt idx="398">
                  <c:v>235.66233141</c:v>
                </c:pt>
                <c:pt idx="399">
                  <c:v>235.69919893</c:v>
                </c:pt>
                <c:pt idx="400">
                  <c:v>235.56193109</c:v>
                </c:pt>
                <c:pt idx="401">
                  <c:v>235.65437466</c:v>
                </c:pt>
                <c:pt idx="402">
                  <c:v>235.52351707</c:v>
                </c:pt>
                <c:pt idx="403">
                  <c:v>235.51922733</c:v>
                </c:pt>
                <c:pt idx="404">
                  <c:v>235.4891041</c:v>
                </c:pt>
                <c:pt idx="405">
                  <c:v>235.5938636</c:v>
                </c:pt>
                <c:pt idx="406">
                  <c:v>235.41677573</c:v>
                </c:pt>
                <c:pt idx="407">
                  <c:v>235.49801971</c:v>
                </c:pt>
                <c:pt idx="408">
                  <c:v>235.45301259</c:v>
                </c:pt>
                <c:pt idx="409">
                  <c:v>235.19452304</c:v>
                </c:pt>
                <c:pt idx="410">
                  <c:v>235.41895808</c:v>
                </c:pt>
                <c:pt idx="411">
                  <c:v>235.3941107</c:v>
                </c:pt>
                <c:pt idx="412">
                  <c:v>235.35098227</c:v>
                </c:pt>
                <c:pt idx="413">
                  <c:v>235.36170129</c:v>
                </c:pt>
                <c:pt idx="414">
                  <c:v>235.39991856</c:v>
                </c:pt>
                <c:pt idx="415">
                  <c:v>235.53667053</c:v>
                </c:pt>
                <c:pt idx="416">
                  <c:v>235.57549324</c:v>
                </c:pt>
                <c:pt idx="417">
                  <c:v>235.32141873</c:v>
                </c:pt>
                <c:pt idx="418">
                  <c:v>235.47006018</c:v>
                </c:pt>
                <c:pt idx="419">
                  <c:v>235.47013803</c:v>
                </c:pt>
                <c:pt idx="420">
                  <c:v>235.32199504</c:v>
                </c:pt>
                <c:pt idx="421">
                  <c:v>235.35962172</c:v>
                </c:pt>
                <c:pt idx="422">
                  <c:v>235.44341081</c:v>
                </c:pt>
                <c:pt idx="423">
                  <c:v>235.57523077</c:v>
                </c:pt>
                <c:pt idx="424">
                  <c:v>235.55110272</c:v>
                </c:pt>
                <c:pt idx="425">
                  <c:v>235.67058607</c:v>
                </c:pt>
                <c:pt idx="426">
                  <c:v>235.32768416</c:v>
                </c:pt>
                <c:pt idx="427">
                  <c:v>235.35975462</c:v>
                </c:pt>
                <c:pt idx="428">
                  <c:v>235.31542888</c:v>
                </c:pt>
                <c:pt idx="429">
                  <c:v>235.32622681</c:v>
                </c:pt>
                <c:pt idx="430">
                  <c:v>235.29028819</c:v>
                </c:pt>
                <c:pt idx="431">
                  <c:v>235.32240961</c:v>
                </c:pt>
                <c:pt idx="432">
                  <c:v>235.31094411</c:v>
                </c:pt>
                <c:pt idx="433">
                  <c:v>235.33985478</c:v>
                </c:pt>
                <c:pt idx="434">
                  <c:v>235.33558667</c:v>
                </c:pt>
                <c:pt idx="435">
                  <c:v>235.39870438</c:v>
                </c:pt>
                <c:pt idx="436">
                  <c:v>235.33763779</c:v>
                </c:pt>
                <c:pt idx="437">
                  <c:v>235.42400247</c:v>
                </c:pt>
                <c:pt idx="438">
                  <c:v>235.5174353</c:v>
                </c:pt>
                <c:pt idx="439">
                  <c:v>235.30835268</c:v>
                </c:pt>
                <c:pt idx="440">
                  <c:v>235.28951903</c:v>
                </c:pt>
                <c:pt idx="441">
                  <c:v>235.36328833</c:v>
                </c:pt>
                <c:pt idx="442">
                  <c:v>235.26420102</c:v>
                </c:pt>
                <c:pt idx="443">
                  <c:v>235.15008609</c:v>
                </c:pt>
                <c:pt idx="444">
                  <c:v>235.38238214</c:v>
                </c:pt>
                <c:pt idx="445">
                  <c:v>235.16177881</c:v>
                </c:pt>
                <c:pt idx="446">
                  <c:v>235.22214688</c:v>
                </c:pt>
                <c:pt idx="447">
                  <c:v>235.34631258</c:v>
                </c:pt>
                <c:pt idx="448">
                  <c:v>235.11951999</c:v>
                </c:pt>
                <c:pt idx="449">
                  <c:v>235.22422423</c:v>
                </c:pt>
                <c:pt idx="450">
                  <c:v>234.93106308</c:v>
                </c:pt>
                <c:pt idx="451">
                  <c:v>235.14363011</c:v>
                </c:pt>
                <c:pt idx="452">
                  <c:v>235.19673863</c:v>
                </c:pt>
                <c:pt idx="453">
                  <c:v>235.13234251</c:v>
                </c:pt>
                <c:pt idx="454">
                  <c:v>235.10063617</c:v>
                </c:pt>
                <c:pt idx="455">
                  <c:v>235.08435779</c:v>
                </c:pt>
                <c:pt idx="456">
                  <c:v>235.20044191</c:v>
                </c:pt>
                <c:pt idx="457">
                  <c:v>235.18017624</c:v>
                </c:pt>
                <c:pt idx="458">
                  <c:v>235.01487592</c:v>
                </c:pt>
                <c:pt idx="459">
                  <c:v>234.98966664</c:v>
                </c:pt>
                <c:pt idx="460">
                  <c:v>235.16174513</c:v>
                </c:pt>
                <c:pt idx="461">
                  <c:v>235.30016637</c:v>
                </c:pt>
                <c:pt idx="462">
                  <c:v>235.20758409</c:v>
                </c:pt>
                <c:pt idx="463">
                  <c:v>235.04713257</c:v>
                </c:pt>
                <c:pt idx="464">
                  <c:v>235.13014459</c:v>
                </c:pt>
                <c:pt idx="465">
                  <c:v>235.12115088</c:v>
                </c:pt>
                <c:pt idx="466">
                  <c:v>235.06063062</c:v>
                </c:pt>
                <c:pt idx="467">
                  <c:v>235.04781689</c:v>
                </c:pt>
                <c:pt idx="468">
                  <c:v>235.1892943</c:v>
                </c:pt>
                <c:pt idx="469">
                  <c:v>235.03077257</c:v>
                </c:pt>
                <c:pt idx="470">
                  <c:v>235.13250475</c:v>
                </c:pt>
                <c:pt idx="471">
                  <c:v>235.12869379</c:v>
                </c:pt>
                <c:pt idx="472">
                  <c:v>235.08170302</c:v>
                </c:pt>
                <c:pt idx="473">
                  <c:v>235.06000171</c:v>
                </c:pt>
                <c:pt idx="474">
                  <c:v>235.10115067</c:v>
                </c:pt>
                <c:pt idx="475">
                  <c:v>234.95487582</c:v>
                </c:pt>
                <c:pt idx="476">
                  <c:v>234.95420457</c:v>
                </c:pt>
                <c:pt idx="477">
                  <c:v>234.80005557</c:v>
                </c:pt>
                <c:pt idx="478">
                  <c:v>234.87200655</c:v>
                </c:pt>
                <c:pt idx="479">
                  <c:v>234.92407248</c:v>
                </c:pt>
                <c:pt idx="480">
                  <c:v>234.95169531</c:v>
                </c:pt>
                <c:pt idx="481">
                  <c:v>234.90183333</c:v>
                </c:pt>
                <c:pt idx="482">
                  <c:v>234.98851083</c:v>
                </c:pt>
                <c:pt idx="483">
                  <c:v>234.95604424</c:v>
                </c:pt>
                <c:pt idx="484">
                  <c:v>234.81018369</c:v>
                </c:pt>
                <c:pt idx="485">
                  <c:v>234.81777261</c:v>
                </c:pt>
                <c:pt idx="486">
                  <c:v>234.90912764</c:v>
                </c:pt>
                <c:pt idx="487">
                  <c:v>234.62950534</c:v>
                </c:pt>
                <c:pt idx="488">
                  <c:v>234.70998674</c:v>
                </c:pt>
                <c:pt idx="489">
                  <c:v>234.85580197</c:v>
                </c:pt>
                <c:pt idx="490">
                  <c:v>234.82675089</c:v>
                </c:pt>
                <c:pt idx="491">
                  <c:v>234.67806834</c:v>
                </c:pt>
                <c:pt idx="492">
                  <c:v>234.83799487</c:v>
                </c:pt>
                <c:pt idx="493">
                  <c:v>234.64647435</c:v>
                </c:pt>
                <c:pt idx="494">
                  <c:v>234.57196121</c:v>
                </c:pt>
                <c:pt idx="495">
                  <c:v>234.5615883</c:v>
                </c:pt>
                <c:pt idx="496">
                  <c:v>234.64042152</c:v>
                </c:pt>
                <c:pt idx="497">
                  <c:v>234.77052361</c:v>
                </c:pt>
                <c:pt idx="498">
                  <c:v>234.56371727</c:v>
                </c:pt>
                <c:pt idx="499">
                  <c:v>234.8436705</c:v>
                </c:pt>
                <c:pt idx="500">
                  <c:v>234.57658578</c:v>
                </c:pt>
                <c:pt idx="501">
                  <c:v>234.56850824</c:v>
                </c:pt>
                <c:pt idx="502">
                  <c:v>234.59031084</c:v>
                </c:pt>
                <c:pt idx="503">
                  <c:v>234.49295744</c:v>
                </c:pt>
                <c:pt idx="504">
                  <c:v>234.65197656</c:v>
                </c:pt>
                <c:pt idx="505">
                  <c:v>234.77346497</c:v>
                </c:pt>
                <c:pt idx="506">
                  <c:v>234.55043028</c:v>
                </c:pt>
                <c:pt idx="507">
                  <c:v>234.46018355</c:v>
                </c:pt>
                <c:pt idx="508">
                  <c:v>234.59891351</c:v>
                </c:pt>
                <c:pt idx="509">
                  <c:v>234.65137488</c:v>
                </c:pt>
                <c:pt idx="510">
                  <c:v>234.64255162</c:v>
                </c:pt>
                <c:pt idx="511">
                  <c:v>234.6529003</c:v>
                </c:pt>
                <c:pt idx="512">
                  <c:v>234.62037607</c:v>
                </c:pt>
                <c:pt idx="513">
                  <c:v>234.51282297</c:v>
                </c:pt>
                <c:pt idx="514">
                  <c:v>234.76482372</c:v>
                </c:pt>
                <c:pt idx="515">
                  <c:v>234.7460121</c:v>
                </c:pt>
                <c:pt idx="516">
                  <c:v>234.47474365</c:v>
                </c:pt>
                <c:pt idx="517">
                  <c:v>234.64523869</c:v>
                </c:pt>
                <c:pt idx="518">
                  <c:v>234.69112849</c:v>
                </c:pt>
                <c:pt idx="519">
                  <c:v>234.73031268</c:v>
                </c:pt>
                <c:pt idx="520">
                  <c:v>234.53857991</c:v>
                </c:pt>
                <c:pt idx="521">
                  <c:v>234.5673456</c:v>
                </c:pt>
                <c:pt idx="522">
                  <c:v>234.5919968</c:v>
                </c:pt>
                <c:pt idx="523">
                  <c:v>234.49070123</c:v>
                </c:pt>
                <c:pt idx="524">
                  <c:v>234.70753316</c:v>
                </c:pt>
                <c:pt idx="525">
                  <c:v>234.67599892</c:v>
                </c:pt>
                <c:pt idx="526">
                  <c:v>234.60024438</c:v>
                </c:pt>
                <c:pt idx="527">
                  <c:v>234.39752776</c:v>
                </c:pt>
                <c:pt idx="528">
                  <c:v>234.59485332</c:v>
                </c:pt>
                <c:pt idx="529">
                  <c:v>234.57844795</c:v>
                </c:pt>
                <c:pt idx="530">
                  <c:v>234.49754794</c:v>
                </c:pt>
                <c:pt idx="531">
                  <c:v>234.47884566</c:v>
                </c:pt>
                <c:pt idx="532">
                  <c:v>234.55126288</c:v>
                </c:pt>
                <c:pt idx="533">
                  <c:v>234.55594572</c:v>
                </c:pt>
                <c:pt idx="534">
                  <c:v>234.49096692</c:v>
                </c:pt>
                <c:pt idx="535">
                  <c:v>234.39164908</c:v>
                </c:pt>
                <c:pt idx="536">
                  <c:v>234.30951691</c:v>
                </c:pt>
                <c:pt idx="537">
                  <c:v>234.47488159</c:v>
                </c:pt>
                <c:pt idx="538">
                  <c:v>234.41382303</c:v>
                </c:pt>
                <c:pt idx="539">
                  <c:v>234.34595932</c:v>
                </c:pt>
                <c:pt idx="540">
                  <c:v>234.30861412</c:v>
                </c:pt>
                <c:pt idx="541">
                  <c:v>234.37272029</c:v>
                </c:pt>
                <c:pt idx="542">
                  <c:v>234.22615805</c:v>
                </c:pt>
                <c:pt idx="543">
                  <c:v>234.42372418</c:v>
                </c:pt>
                <c:pt idx="544">
                  <c:v>234.30376657</c:v>
                </c:pt>
                <c:pt idx="545">
                  <c:v>234.2817084</c:v>
                </c:pt>
                <c:pt idx="546">
                  <c:v>234.48823869</c:v>
                </c:pt>
                <c:pt idx="547">
                  <c:v>234.32271404</c:v>
                </c:pt>
                <c:pt idx="548">
                  <c:v>234.39429842</c:v>
                </c:pt>
                <c:pt idx="549">
                  <c:v>234.38061484</c:v>
                </c:pt>
                <c:pt idx="550">
                  <c:v>234.46641328</c:v>
                </c:pt>
                <c:pt idx="551">
                  <c:v>234.22093861</c:v>
                </c:pt>
                <c:pt idx="552">
                  <c:v>234.27602403</c:v>
                </c:pt>
                <c:pt idx="553">
                  <c:v>234.21118102</c:v>
                </c:pt>
                <c:pt idx="554">
                  <c:v>234.2498951</c:v>
                </c:pt>
                <c:pt idx="555">
                  <c:v>234.28218394</c:v>
                </c:pt>
                <c:pt idx="556">
                  <c:v>234.2808622</c:v>
                </c:pt>
                <c:pt idx="557">
                  <c:v>234.38370155</c:v>
                </c:pt>
                <c:pt idx="558">
                  <c:v>234.45564317</c:v>
                </c:pt>
                <c:pt idx="559">
                  <c:v>234.29695161</c:v>
                </c:pt>
                <c:pt idx="560">
                  <c:v>234.34713548</c:v>
                </c:pt>
                <c:pt idx="561">
                  <c:v>234.28405424</c:v>
                </c:pt>
                <c:pt idx="562">
                  <c:v>234.29324522</c:v>
                </c:pt>
                <c:pt idx="563">
                  <c:v>234.20269763</c:v>
                </c:pt>
                <c:pt idx="564">
                  <c:v>234.50188313</c:v>
                </c:pt>
                <c:pt idx="565">
                  <c:v>234.27207922</c:v>
                </c:pt>
                <c:pt idx="566">
                  <c:v>234.37407664</c:v>
                </c:pt>
                <c:pt idx="567">
                  <c:v>234.21228404</c:v>
                </c:pt>
                <c:pt idx="568">
                  <c:v>234.42865547</c:v>
                </c:pt>
                <c:pt idx="569">
                  <c:v>234.22925041</c:v>
                </c:pt>
                <c:pt idx="570">
                  <c:v>234.31679578</c:v>
                </c:pt>
                <c:pt idx="571">
                  <c:v>234.38033635</c:v>
                </c:pt>
                <c:pt idx="572">
                  <c:v>234.24467195</c:v>
                </c:pt>
                <c:pt idx="573">
                  <c:v>234.16361095</c:v>
                </c:pt>
                <c:pt idx="574">
                  <c:v>234.12192473</c:v>
                </c:pt>
                <c:pt idx="575">
                  <c:v>234.30295953</c:v>
                </c:pt>
                <c:pt idx="576">
                  <c:v>234.24280658</c:v>
                </c:pt>
                <c:pt idx="577">
                  <c:v>234.20871844</c:v>
                </c:pt>
                <c:pt idx="578">
                  <c:v>234.44279791</c:v>
                </c:pt>
                <c:pt idx="579">
                  <c:v>234.20095596</c:v>
                </c:pt>
                <c:pt idx="580">
                  <c:v>234.37841556</c:v>
                </c:pt>
                <c:pt idx="581">
                  <c:v>234.09506601</c:v>
                </c:pt>
                <c:pt idx="582">
                  <c:v>234.16859579</c:v>
                </c:pt>
                <c:pt idx="583">
                  <c:v>234.12784309</c:v>
                </c:pt>
                <c:pt idx="584">
                  <c:v>234.2699946</c:v>
                </c:pt>
                <c:pt idx="585">
                  <c:v>234.0939471</c:v>
                </c:pt>
                <c:pt idx="586">
                  <c:v>234.08243314</c:v>
                </c:pt>
                <c:pt idx="587">
                  <c:v>234.15917844</c:v>
                </c:pt>
                <c:pt idx="588">
                  <c:v>234.17495152</c:v>
                </c:pt>
                <c:pt idx="589">
                  <c:v>234.10607588</c:v>
                </c:pt>
                <c:pt idx="590">
                  <c:v>234.30746544</c:v>
                </c:pt>
                <c:pt idx="591">
                  <c:v>234.11231303</c:v>
                </c:pt>
                <c:pt idx="592">
                  <c:v>234.36769855</c:v>
                </c:pt>
                <c:pt idx="593">
                  <c:v>234.27690828</c:v>
                </c:pt>
                <c:pt idx="594">
                  <c:v>234.20984682</c:v>
                </c:pt>
                <c:pt idx="595">
                  <c:v>234.3479935</c:v>
                </c:pt>
                <c:pt idx="596">
                  <c:v>234.29624992</c:v>
                </c:pt>
                <c:pt idx="597">
                  <c:v>234.29864014</c:v>
                </c:pt>
                <c:pt idx="598">
                  <c:v>234.36224419</c:v>
                </c:pt>
                <c:pt idx="599">
                  <c:v>234.15859305</c:v>
                </c:pt>
                <c:pt idx="600">
                  <c:v>234.17591296</c:v>
                </c:pt>
                <c:pt idx="601">
                  <c:v>234.19764462</c:v>
                </c:pt>
                <c:pt idx="602">
                  <c:v>234.18044193</c:v>
                </c:pt>
                <c:pt idx="603">
                  <c:v>234.11776471</c:v>
                </c:pt>
                <c:pt idx="604">
                  <c:v>234.18092178</c:v>
                </c:pt>
                <c:pt idx="605">
                  <c:v>234.1428744</c:v>
                </c:pt>
                <c:pt idx="606">
                  <c:v>234.16187263</c:v>
                </c:pt>
                <c:pt idx="607">
                  <c:v>234.06019301</c:v>
                </c:pt>
                <c:pt idx="608">
                  <c:v>234.19235146</c:v>
                </c:pt>
                <c:pt idx="609">
                  <c:v>234.07236021</c:v>
                </c:pt>
                <c:pt idx="610">
                  <c:v>234.30163631</c:v>
                </c:pt>
                <c:pt idx="611">
                  <c:v>234.30703835</c:v>
                </c:pt>
                <c:pt idx="612">
                  <c:v>234.17770322</c:v>
                </c:pt>
                <c:pt idx="613">
                  <c:v>234.22755069</c:v>
                </c:pt>
                <c:pt idx="614">
                  <c:v>234.22345944</c:v>
                </c:pt>
                <c:pt idx="615">
                  <c:v>234.33735181</c:v>
                </c:pt>
                <c:pt idx="616">
                  <c:v>234.10073869</c:v>
                </c:pt>
                <c:pt idx="617">
                  <c:v>233.99747798</c:v>
                </c:pt>
                <c:pt idx="618">
                  <c:v>234.0426813</c:v>
                </c:pt>
                <c:pt idx="619">
                  <c:v>233.9878768</c:v>
                </c:pt>
                <c:pt idx="620">
                  <c:v>234.20132259</c:v>
                </c:pt>
                <c:pt idx="621">
                  <c:v>234.06468437</c:v>
                </c:pt>
                <c:pt idx="622">
                  <c:v>234.10069749</c:v>
                </c:pt>
                <c:pt idx="623">
                  <c:v>234.16357072</c:v>
                </c:pt>
                <c:pt idx="624">
                  <c:v>234.04939764</c:v>
                </c:pt>
                <c:pt idx="625">
                  <c:v>234.22600447</c:v>
                </c:pt>
                <c:pt idx="626">
                  <c:v>234.19029797</c:v>
                </c:pt>
                <c:pt idx="627">
                  <c:v>234.19993221</c:v>
                </c:pt>
                <c:pt idx="628">
                  <c:v>233.98914662</c:v>
                </c:pt>
                <c:pt idx="629">
                  <c:v>234.13676323</c:v>
                </c:pt>
                <c:pt idx="630">
                  <c:v>234.06144398</c:v>
                </c:pt>
                <c:pt idx="631">
                  <c:v>234.00348669</c:v>
                </c:pt>
                <c:pt idx="632">
                  <c:v>234.10844545</c:v>
                </c:pt>
                <c:pt idx="633">
                  <c:v>234.01114708</c:v>
                </c:pt>
                <c:pt idx="634">
                  <c:v>234.00563051</c:v>
                </c:pt>
                <c:pt idx="635">
                  <c:v>233.98934195</c:v>
                </c:pt>
                <c:pt idx="636">
                  <c:v>233.916646</c:v>
                </c:pt>
                <c:pt idx="637">
                  <c:v>234.0764035</c:v>
                </c:pt>
                <c:pt idx="638">
                  <c:v>233.94277806</c:v>
                </c:pt>
                <c:pt idx="639">
                  <c:v>234.10266861</c:v>
                </c:pt>
                <c:pt idx="640">
                  <c:v>233.9832924</c:v>
                </c:pt>
                <c:pt idx="641">
                  <c:v>234.0331655</c:v>
                </c:pt>
                <c:pt idx="642">
                  <c:v>234.00912791</c:v>
                </c:pt>
                <c:pt idx="643">
                  <c:v>233.95035126</c:v>
                </c:pt>
                <c:pt idx="644">
                  <c:v>234.00972565</c:v>
                </c:pt>
                <c:pt idx="645">
                  <c:v>234.10567819</c:v>
                </c:pt>
                <c:pt idx="646">
                  <c:v>233.89490289</c:v>
                </c:pt>
                <c:pt idx="647">
                  <c:v>234.07477188</c:v>
                </c:pt>
                <c:pt idx="648">
                  <c:v>233.83633926</c:v>
                </c:pt>
                <c:pt idx="649">
                  <c:v>234.03442604</c:v>
                </c:pt>
                <c:pt idx="650">
                  <c:v>233.98350175</c:v>
                </c:pt>
                <c:pt idx="651">
                  <c:v>234.02306639</c:v>
                </c:pt>
                <c:pt idx="652">
                  <c:v>233.91643985</c:v>
                </c:pt>
                <c:pt idx="653">
                  <c:v>233.85886646</c:v>
                </c:pt>
                <c:pt idx="654">
                  <c:v>233.82748839</c:v>
                </c:pt>
                <c:pt idx="655">
                  <c:v>233.78979768</c:v>
                </c:pt>
                <c:pt idx="656">
                  <c:v>233.84167462</c:v>
                </c:pt>
                <c:pt idx="657">
                  <c:v>233.82122012</c:v>
                </c:pt>
                <c:pt idx="658">
                  <c:v>233.9883685</c:v>
                </c:pt>
                <c:pt idx="659">
                  <c:v>233.6828367</c:v>
                </c:pt>
                <c:pt idx="660">
                  <c:v>233.89040338</c:v>
                </c:pt>
                <c:pt idx="661">
                  <c:v>233.70649019</c:v>
                </c:pt>
                <c:pt idx="662">
                  <c:v>233.91314658</c:v>
                </c:pt>
                <c:pt idx="663">
                  <c:v>233.82589012</c:v>
                </c:pt>
                <c:pt idx="664">
                  <c:v>233.7636747</c:v>
                </c:pt>
                <c:pt idx="665">
                  <c:v>233.85546092</c:v>
                </c:pt>
                <c:pt idx="666">
                  <c:v>233.74714212</c:v>
                </c:pt>
                <c:pt idx="667">
                  <c:v>233.60190297</c:v>
                </c:pt>
                <c:pt idx="668">
                  <c:v>233.59654701</c:v>
                </c:pt>
                <c:pt idx="669">
                  <c:v>233.83172093</c:v>
                </c:pt>
                <c:pt idx="670">
                  <c:v>233.59122604</c:v>
                </c:pt>
                <c:pt idx="671">
                  <c:v>233.68920599</c:v>
                </c:pt>
                <c:pt idx="672">
                  <c:v>233.82961409</c:v>
                </c:pt>
                <c:pt idx="673">
                  <c:v>233.62094138</c:v>
                </c:pt>
                <c:pt idx="674">
                  <c:v>233.77272963</c:v>
                </c:pt>
                <c:pt idx="675">
                  <c:v>233.68929037</c:v>
                </c:pt>
                <c:pt idx="676">
                  <c:v>233.48120978</c:v>
                </c:pt>
                <c:pt idx="677">
                  <c:v>233.5536458</c:v>
                </c:pt>
                <c:pt idx="678">
                  <c:v>233.68030634</c:v>
                </c:pt>
                <c:pt idx="679">
                  <c:v>233.7684015</c:v>
                </c:pt>
                <c:pt idx="680">
                  <c:v>233.42040546</c:v>
                </c:pt>
                <c:pt idx="681">
                  <c:v>233.50612975</c:v>
                </c:pt>
                <c:pt idx="682">
                  <c:v>233.65102115</c:v>
                </c:pt>
                <c:pt idx="683">
                  <c:v>233.66430794</c:v>
                </c:pt>
                <c:pt idx="684">
                  <c:v>233.455298</c:v>
                </c:pt>
                <c:pt idx="685">
                  <c:v>233.54427534</c:v>
                </c:pt>
                <c:pt idx="686">
                  <c:v>233.49968173</c:v>
                </c:pt>
                <c:pt idx="687">
                  <c:v>233.50548409</c:v>
                </c:pt>
                <c:pt idx="688">
                  <c:v>233.58959148</c:v>
                </c:pt>
                <c:pt idx="689">
                  <c:v>233.6085197</c:v>
                </c:pt>
                <c:pt idx="690">
                  <c:v>233.55486653</c:v>
                </c:pt>
                <c:pt idx="691">
                  <c:v>233.50406226</c:v>
                </c:pt>
                <c:pt idx="692">
                  <c:v>233.58362346</c:v>
                </c:pt>
                <c:pt idx="693">
                  <c:v>233.53929289</c:v>
                </c:pt>
                <c:pt idx="694">
                  <c:v>233.50385362</c:v>
                </c:pt>
                <c:pt idx="695">
                  <c:v>233.33962878</c:v>
                </c:pt>
                <c:pt idx="696">
                  <c:v>233.41617247</c:v>
                </c:pt>
                <c:pt idx="697">
                  <c:v>233.29264154</c:v>
                </c:pt>
                <c:pt idx="698">
                  <c:v>233.48392218</c:v>
                </c:pt>
                <c:pt idx="699">
                  <c:v>233.46488057</c:v>
                </c:pt>
                <c:pt idx="700">
                  <c:v>233.3366508</c:v>
                </c:pt>
                <c:pt idx="701">
                  <c:v>233.40748163</c:v>
                </c:pt>
                <c:pt idx="702">
                  <c:v>233.42604321</c:v>
                </c:pt>
                <c:pt idx="703">
                  <c:v>233.58770424</c:v>
                </c:pt>
                <c:pt idx="704">
                  <c:v>233.51167023</c:v>
                </c:pt>
                <c:pt idx="705">
                  <c:v>233.46947874</c:v>
                </c:pt>
                <c:pt idx="706">
                  <c:v>233.5106665</c:v>
                </c:pt>
                <c:pt idx="707">
                  <c:v>233.30418935</c:v>
                </c:pt>
                <c:pt idx="708">
                  <c:v>233.38671591</c:v>
                </c:pt>
                <c:pt idx="709">
                  <c:v>233.35605981</c:v>
                </c:pt>
                <c:pt idx="710">
                  <c:v>233.31109003</c:v>
                </c:pt>
                <c:pt idx="711">
                  <c:v>233.51196291</c:v>
                </c:pt>
                <c:pt idx="712">
                  <c:v>233.36739267</c:v>
                </c:pt>
                <c:pt idx="713">
                  <c:v>233.3359534</c:v>
                </c:pt>
                <c:pt idx="714">
                  <c:v>233.52893684</c:v>
                </c:pt>
                <c:pt idx="715">
                  <c:v>233.44913631</c:v>
                </c:pt>
                <c:pt idx="716">
                  <c:v>233.4351879</c:v>
                </c:pt>
                <c:pt idx="717">
                  <c:v>233.39410594</c:v>
                </c:pt>
                <c:pt idx="718">
                  <c:v>233.20125455</c:v>
                </c:pt>
                <c:pt idx="719">
                  <c:v>233.39482086</c:v>
                </c:pt>
                <c:pt idx="720">
                  <c:v>233.49613365</c:v>
                </c:pt>
                <c:pt idx="721">
                  <c:v>233.27016989</c:v>
                </c:pt>
                <c:pt idx="722">
                  <c:v>233.42570876</c:v>
                </c:pt>
                <c:pt idx="723">
                  <c:v>233.08343684</c:v>
                </c:pt>
                <c:pt idx="724">
                  <c:v>233.21491463</c:v>
                </c:pt>
                <c:pt idx="725">
                  <c:v>233.29224231</c:v>
                </c:pt>
                <c:pt idx="726">
                  <c:v>233.35100519</c:v>
                </c:pt>
                <c:pt idx="727">
                  <c:v>233.32896425</c:v>
                </c:pt>
                <c:pt idx="728">
                  <c:v>233.52585451</c:v>
                </c:pt>
                <c:pt idx="729">
                  <c:v>233.31443567</c:v>
                </c:pt>
                <c:pt idx="730">
                  <c:v>233.20821475</c:v>
                </c:pt>
                <c:pt idx="731">
                  <c:v>233.26760025</c:v>
                </c:pt>
                <c:pt idx="732">
                  <c:v>233.16065274</c:v>
                </c:pt>
                <c:pt idx="733">
                  <c:v>233.38428511</c:v>
                </c:pt>
                <c:pt idx="734">
                  <c:v>233.37744855</c:v>
                </c:pt>
                <c:pt idx="735">
                  <c:v>233.28204579</c:v>
                </c:pt>
                <c:pt idx="736">
                  <c:v>233.4073721</c:v>
                </c:pt>
                <c:pt idx="737">
                  <c:v>233.09066631</c:v>
                </c:pt>
                <c:pt idx="738">
                  <c:v>233.10997786</c:v>
                </c:pt>
                <c:pt idx="739">
                  <c:v>233.32272945</c:v>
                </c:pt>
                <c:pt idx="740">
                  <c:v>233.07027478</c:v>
                </c:pt>
                <c:pt idx="741">
                  <c:v>233.02336084</c:v>
                </c:pt>
                <c:pt idx="742">
                  <c:v>233.04403963</c:v>
                </c:pt>
                <c:pt idx="743">
                  <c:v>233.12983331</c:v>
                </c:pt>
                <c:pt idx="744">
                  <c:v>233.17220505</c:v>
                </c:pt>
                <c:pt idx="745">
                  <c:v>233.15090459</c:v>
                </c:pt>
                <c:pt idx="746">
                  <c:v>233.04854546</c:v>
                </c:pt>
                <c:pt idx="747">
                  <c:v>233.18310332</c:v>
                </c:pt>
                <c:pt idx="748">
                  <c:v>233.10036166</c:v>
                </c:pt>
                <c:pt idx="749">
                  <c:v>233.15373975</c:v>
                </c:pt>
                <c:pt idx="750">
                  <c:v>233.12731778</c:v>
                </c:pt>
                <c:pt idx="751">
                  <c:v>233.02885127</c:v>
                </c:pt>
                <c:pt idx="752">
                  <c:v>233.14907471</c:v>
                </c:pt>
                <c:pt idx="753">
                  <c:v>233.08245915</c:v>
                </c:pt>
                <c:pt idx="754">
                  <c:v>233.20045085</c:v>
                </c:pt>
                <c:pt idx="755">
                  <c:v>233.01810934</c:v>
                </c:pt>
                <c:pt idx="756">
                  <c:v>232.95474861</c:v>
                </c:pt>
                <c:pt idx="757">
                  <c:v>233.05895676</c:v>
                </c:pt>
                <c:pt idx="758">
                  <c:v>232.92302519</c:v>
                </c:pt>
                <c:pt idx="759">
                  <c:v>233.03079346</c:v>
                </c:pt>
                <c:pt idx="760">
                  <c:v>233.07979016</c:v>
                </c:pt>
                <c:pt idx="761">
                  <c:v>232.96936797</c:v>
                </c:pt>
                <c:pt idx="762">
                  <c:v>233.06211739</c:v>
                </c:pt>
                <c:pt idx="763">
                  <c:v>233.06266199</c:v>
                </c:pt>
                <c:pt idx="764">
                  <c:v>232.97739456</c:v>
                </c:pt>
                <c:pt idx="765">
                  <c:v>233.03021509</c:v>
                </c:pt>
                <c:pt idx="766">
                  <c:v>232.87257108</c:v>
                </c:pt>
                <c:pt idx="767">
                  <c:v>232.88115384</c:v>
                </c:pt>
                <c:pt idx="768">
                  <c:v>232.8907355</c:v>
                </c:pt>
                <c:pt idx="769">
                  <c:v>232.81178818</c:v>
                </c:pt>
                <c:pt idx="770">
                  <c:v>232.88998473</c:v>
                </c:pt>
                <c:pt idx="771">
                  <c:v>232.87318079</c:v>
                </c:pt>
                <c:pt idx="772">
                  <c:v>232.77245189</c:v>
                </c:pt>
                <c:pt idx="773">
                  <c:v>232.80409189</c:v>
                </c:pt>
                <c:pt idx="774">
                  <c:v>232.79106828</c:v>
                </c:pt>
                <c:pt idx="775">
                  <c:v>232.865911</c:v>
                </c:pt>
                <c:pt idx="776">
                  <c:v>232.86704768</c:v>
                </c:pt>
                <c:pt idx="777">
                  <c:v>232.76289554</c:v>
                </c:pt>
                <c:pt idx="778">
                  <c:v>232.88769809</c:v>
                </c:pt>
                <c:pt idx="779">
                  <c:v>232.91840829</c:v>
                </c:pt>
                <c:pt idx="780">
                  <c:v>232.68224922</c:v>
                </c:pt>
                <c:pt idx="781">
                  <c:v>232.88770811</c:v>
                </c:pt>
                <c:pt idx="782">
                  <c:v>232.81862926</c:v>
                </c:pt>
                <c:pt idx="783">
                  <c:v>232.76789629</c:v>
                </c:pt>
                <c:pt idx="784">
                  <c:v>232.77363707</c:v>
                </c:pt>
                <c:pt idx="785">
                  <c:v>232.86854597</c:v>
                </c:pt>
                <c:pt idx="786">
                  <c:v>232.80000685</c:v>
                </c:pt>
                <c:pt idx="787">
                  <c:v>232.81112645</c:v>
                </c:pt>
                <c:pt idx="788">
                  <c:v>232.75624727</c:v>
                </c:pt>
                <c:pt idx="789">
                  <c:v>232.67095886</c:v>
                </c:pt>
                <c:pt idx="790">
                  <c:v>232.89564212</c:v>
                </c:pt>
                <c:pt idx="791">
                  <c:v>232.73691743</c:v>
                </c:pt>
                <c:pt idx="792">
                  <c:v>232.81382562</c:v>
                </c:pt>
                <c:pt idx="793">
                  <c:v>232.87209116</c:v>
                </c:pt>
                <c:pt idx="794">
                  <c:v>232.88683578</c:v>
                </c:pt>
                <c:pt idx="795">
                  <c:v>232.65861029</c:v>
                </c:pt>
                <c:pt idx="796">
                  <c:v>232.84964192</c:v>
                </c:pt>
                <c:pt idx="797">
                  <c:v>232.61855014</c:v>
                </c:pt>
                <c:pt idx="798">
                  <c:v>232.69034608</c:v>
                </c:pt>
                <c:pt idx="799">
                  <c:v>232.46107542</c:v>
                </c:pt>
                <c:pt idx="800">
                  <c:v>232.55418336</c:v>
                </c:pt>
                <c:pt idx="801">
                  <c:v>232.63116954</c:v>
                </c:pt>
                <c:pt idx="802">
                  <c:v>232.62973051</c:v>
                </c:pt>
                <c:pt idx="803">
                  <c:v>232.58484402</c:v>
                </c:pt>
                <c:pt idx="804">
                  <c:v>232.46947653</c:v>
                </c:pt>
                <c:pt idx="805">
                  <c:v>232.57030251</c:v>
                </c:pt>
                <c:pt idx="806">
                  <c:v>232.49698987</c:v>
                </c:pt>
                <c:pt idx="807">
                  <c:v>232.57331401</c:v>
                </c:pt>
                <c:pt idx="808">
                  <c:v>232.49966667</c:v>
                </c:pt>
                <c:pt idx="809">
                  <c:v>232.57125803</c:v>
                </c:pt>
                <c:pt idx="810">
                  <c:v>232.57012932</c:v>
                </c:pt>
                <c:pt idx="811">
                  <c:v>232.49104861</c:v>
                </c:pt>
                <c:pt idx="812">
                  <c:v>232.36234392</c:v>
                </c:pt>
                <c:pt idx="813">
                  <c:v>232.32703497</c:v>
                </c:pt>
                <c:pt idx="814">
                  <c:v>232.40168752</c:v>
                </c:pt>
                <c:pt idx="815">
                  <c:v>232.48086894</c:v>
                </c:pt>
                <c:pt idx="816">
                  <c:v>232.48665787</c:v>
                </c:pt>
                <c:pt idx="817">
                  <c:v>232.49962366</c:v>
                </c:pt>
                <c:pt idx="818">
                  <c:v>232.5973676</c:v>
                </c:pt>
                <c:pt idx="819">
                  <c:v>232.40015578</c:v>
                </c:pt>
                <c:pt idx="820">
                  <c:v>232.60199197</c:v>
                </c:pt>
                <c:pt idx="821">
                  <c:v>232.54863939</c:v>
                </c:pt>
                <c:pt idx="822">
                  <c:v>232.50646359</c:v>
                </c:pt>
                <c:pt idx="823">
                  <c:v>232.50355083</c:v>
                </c:pt>
                <c:pt idx="824">
                  <c:v>232.38715732</c:v>
                </c:pt>
                <c:pt idx="825">
                  <c:v>232.56360449</c:v>
                </c:pt>
                <c:pt idx="826">
                  <c:v>232.44479512</c:v>
                </c:pt>
                <c:pt idx="827">
                  <c:v>232.53984558</c:v>
                </c:pt>
                <c:pt idx="828">
                  <c:v>232.44329031</c:v>
                </c:pt>
                <c:pt idx="829">
                  <c:v>232.49148418</c:v>
                </c:pt>
                <c:pt idx="830">
                  <c:v>232.56966074</c:v>
                </c:pt>
                <c:pt idx="831">
                  <c:v>232.61229066</c:v>
                </c:pt>
                <c:pt idx="832">
                  <c:v>232.53387723</c:v>
                </c:pt>
                <c:pt idx="833">
                  <c:v>232.488827</c:v>
                </c:pt>
                <c:pt idx="834">
                  <c:v>232.42837256</c:v>
                </c:pt>
                <c:pt idx="835">
                  <c:v>232.49063873</c:v>
                </c:pt>
                <c:pt idx="836">
                  <c:v>232.76775365</c:v>
                </c:pt>
                <c:pt idx="837">
                  <c:v>232.55467874</c:v>
                </c:pt>
                <c:pt idx="838">
                  <c:v>232.59949582</c:v>
                </c:pt>
                <c:pt idx="839">
                  <c:v>232.43486278</c:v>
                </c:pt>
                <c:pt idx="840">
                  <c:v>232.60375845</c:v>
                </c:pt>
                <c:pt idx="841">
                  <c:v>232.59148885</c:v>
                </c:pt>
                <c:pt idx="842">
                  <c:v>232.52851804</c:v>
                </c:pt>
                <c:pt idx="843">
                  <c:v>232.57816805</c:v>
                </c:pt>
                <c:pt idx="844">
                  <c:v>232.45500641</c:v>
                </c:pt>
                <c:pt idx="845">
                  <c:v>232.62488103</c:v>
                </c:pt>
                <c:pt idx="846">
                  <c:v>232.63291676</c:v>
                </c:pt>
                <c:pt idx="847">
                  <c:v>232.59706544</c:v>
                </c:pt>
                <c:pt idx="848">
                  <c:v>232.71226576</c:v>
                </c:pt>
                <c:pt idx="849">
                  <c:v>232.67329791</c:v>
                </c:pt>
                <c:pt idx="850">
                  <c:v>232.57278053</c:v>
                </c:pt>
                <c:pt idx="851">
                  <c:v>232.54325021</c:v>
                </c:pt>
                <c:pt idx="852">
                  <c:v>232.5775163</c:v>
                </c:pt>
                <c:pt idx="853">
                  <c:v>232.42269998</c:v>
                </c:pt>
                <c:pt idx="854">
                  <c:v>232.38534978</c:v>
                </c:pt>
                <c:pt idx="855">
                  <c:v>232.70818997</c:v>
                </c:pt>
                <c:pt idx="856">
                  <c:v>232.61099693</c:v>
                </c:pt>
                <c:pt idx="857">
                  <c:v>232.5588877</c:v>
                </c:pt>
                <c:pt idx="858">
                  <c:v>232.6082543</c:v>
                </c:pt>
                <c:pt idx="859">
                  <c:v>232.52095573</c:v>
                </c:pt>
                <c:pt idx="860">
                  <c:v>232.62938223</c:v>
                </c:pt>
                <c:pt idx="861">
                  <c:v>232.49424016</c:v>
                </c:pt>
                <c:pt idx="862">
                  <c:v>232.60388733</c:v>
                </c:pt>
                <c:pt idx="863">
                  <c:v>232.57591135</c:v>
                </c:pt>
                <c:pt idx="864">
                  <c:v>232.73499756</c:v>
                </c:pt>
                <c:pt idx="865">
                  <c:v>232.46503658</c:v>
                </c:pt>
                <c:pt idx="866">
                  <c:v>232.53849765</c:v>
                </c:pt>
                <c:pt idx="867">
                  <c:v>232.55630298</c:v>
                </c:pt>
                <c:pt idx="868">
                  <c:v>232.63547617</c:v>
                </c:pt>
                <c:pt idx="869">
                  <c:v>232.59199522</c:v>
                </c:pt>
                <c:pt idx="870">
                  <c:v>232.50848804</c:v>
                </c:pt>
                <c:pt idx="871">
                  <c:v>232.57425232</c:v>
                </c:pt>
                <c:pt idx="872">
                  <c:v>232.47684909</c:v>
                </c:pt>
                <c:pt idx="873">
                  <c:v>232.68382246</c:v>
                </c:pt>
                <c:pt idx="874">
                  <c:v>232.35159334</c:v>
                </c:pt>
                <c:pt idx="875">
                  <c:v>232.44990723</c:v>
                </c:pt>
                <c:pt idx="876">
                  <c:v>232.40629272</c:v>
                </c:pt>
                <c:pt idx="877">
                  <c:v>232.40682384</c:v>
                </c:pt>
                <c:pt idx="878">
                  <c:v>232.44976904</c:v>
                </c:pt>
                <c:pt idx="879">
                  <c:v>232.40956929</c:v>
                </c:pt>
                <c:pt idx="880">
                  <c:v>232.43869849</c:v>
                </c:pt>
                <c:pt idx="881">
                  <c:v>232.50888434</c:v>
                </c:pt>
                <c:pt idx="882">
                  <c:v>232.65673174</c:v>
                </c:pt>
                <c:pt idx="883">
                  <c:v>232.47982343</c:v>
                </c:pt>
                <c:pt idx="884">
                  <c:v>232.57420065</c:v>
                </c:pt>
                <c:pt idx="885">
                  <c:v>232.41082535</c:v>
                </c:pt>
                <c:pt idx="886">
                  <c:v>232.4798586</c:v>
                </c:pt>
                <c:pt idx="887">
                  <c:v>232.4092596</c:v>
                </c:pt>
                <c:pt idx="888">
                  <c:v>232.40197914</c:v>
                </c:pt>
                <c:pt idx="889">
                  <c:v>232.51452364</c:v>
                </c:pt>
                <c:pt idx="890">
                  <c:v>232.49307016</c:v>
                </c:pt>
                <c:pt idx="891">
                  <c:v>232.4815688</c:v>
                </c:pt>
                <c:pt idx="892">
                  <c:v>232.71088666</c:v>
                </c:pt>
                <c:pt idx="893">
                  <c:v>232.390567</c:v>
                </c:pt>
                <c:pt idx="894">
                  <c:v>232.61070253</c:v>
                </c:pt>
                <c:pt idx="895">
                  <c:v>232.56960072</c:v>
                </c:pt>
                <c:pt idx="896">
                  <c:v>232.47664169</c:v>
                </c:pt>
                <c:pt idx="897">
                  <c:v>232.4917868</c:v>
                </c:pt>
                <c:pt idx="898">
                  <c:v>232.44938361</c:v>
                </c:pt>
                <c:pt idx="899">
                  <c:v>232.62037015</c:v>
                </c:pt>
                <c:pt idx="900">
                  <c:v>232.50636998</c:v>
                </c:pt>
                <c:pt idx="901">
                  <c:v>232.60210457</c:v>
                </c:pt>
                <c:pt idx="902">
                  <c:v>232.59155739</c:v>
                </c:pt>
                <c:pt idx="903">
                  <c:v>232.74014272</c:v>
                </c:pt>
                <c:pt idx="904">
                  <c:v>232.48253772</c:v>
                </c:pt>
                <c:pt idx="905">
                  <c:v>232.69439789</c:v>
                </c:pt>
                <c:pt idx="906">
                  <c:v>232.73177368</c:v>
                </c:pt>
                <c:pt idx="907">
                  <c:v>232.66763695</c:v>
                </c:pt>
                <c:pt idx="908">
                  <c:v>232.47509874</c:v>
                </c:pt>
                <c:pt idx="909">
                  <c:v>232.68627325</c:v>
                </c:pt>
                <c:pt idx="910">
                  <c:v>232.56511343</c:v>
                </c:pt>
                <c:pt idx="911">
                  <c:v>232.63386725</c:v>
                </c:pt>
                <c:pt idx="912">
                  <c:v>232.51646658</c:v>
                </c:pt>
                <c:pt idx="913">
                  <c:v>232.4498867</c:v>
                </c:pt>
                <c:pt idx="914">
                  <c:v>232.64445425</c:v>
                </c:pt>
                <c:pt idx="915">
                  <c:v>232.52245415</c:v>
                </c:pt>
                <c:pt idx="916">
                  <c:v>232.56809924</c:v>
                </c:pt>
                <c:pt idx="917">
                  <c:v>232.59618137</c:v>
                </c:pt>
                <c:pt idx="918">
                  <c:v>232.52030377</c:v>
                </c:pt>
                <c:pt idx="919">
                  <c:v>232.4787516</c:v>
                </c:pt>
                <c:pt idx="920">
                  <c:v>232.55696259</c:v>
                </c:pt>
                <c:pt idx="921">
                  <c:v>232.62117612</c:v>
                </c:pt>
                <c:pt idx="922">
                  <c:v>232.70112427</c:v>
                </c:pt>
                <c:pt idx="923">
                  <c:v>232.50199693</c:v>
                </c:pt>
                <c:pt idx="924">
                  <c:v>232.57660414</c:v>
                </c:pt>
                <c:pt idx="925">
                  <c:v>232.6200593</c:v>
                </c:pt>
                <c:pt idx="926">
                  <c:v>232.39899185</c:v>
                </c:pt>
                <c:pt idx="927">
                  <c:v>232.60650545</c:v>
                </c:pt>
                <c:pt idx="928">
                  <c:v>232.58208148</c:v>
                </c:pt>
                <c:pt idx="929">
                  <c:v>232.45665723</c:v>
                </c:pt>
                <c:pt idx="930">
                  <c:v>232.57035806</c:v>
                </c:pt>
                <c:pt idx="931">
                  <c:v>232.61505586</c:v>
                </c:pt>
                <c:pt idx="932">
                  <c:v>232.5064722</c:v>
                </c:pt>
                <c:pt idx="933">
                  <c:v>232.65295595</c:v>
                </c:pt>
                <c:pt idx="934">
                  <c:v>232.39179036</c:v>
                </c:pt>
                <c:pt idx="935">
                  <c:v>232.58727971</c:v>
                </c:pt>
                <c:pt idx="936">
                  <c:v>232.57118501</c:v>
                </c:pt>
                <c:pt idx="937">
                  <c:v>232.71491251</c:v>
                </c:pt>
                <c:pt idx="938">
                  <c:v>232.58050293</c:v>
                </c:pt>
                <c:pt idx="939">
                  <c:v>232.74721185</c:v>
                </c:pt>
                <c:pt idx="940">
                  <c:v>232.72997354</c:v>
                </c:pt>
                <c:pt idx="941">
                  <c:v>232.5360676</c:v>
                </c:pt>
                <c:pt idx="942">
                  <c:v>232.52081136</c:v>
                </c:pt>
                <c:pt idx="943">
                  <c:v>232.70087793</c:v>
                </c:pt>
                <c:pt idx="944">
                  <c:v>232.60045273</c:v>
                </c:pt>
                <c:pt idx="945">
                  <c:v>232.59381186</c:v>
                </c:pt>
                <c:pt idx="946">
                  <c:v>232.60465314</c:v>
                </c:pt>
                <c:pt idx="947">
                  <c:v>232.62568134</c:v>
                </c:pt>
                <c:pt idx="948">
                  <c:v>232.61561406</c:v>
                </c:pt>
                <c:pt idx="949">
                  <c:v>232.69803198</c:v>
                </c:pt>
                <c:pt idx="950">
                  <c:v>232.68117757</c:v>
                </c:pt>
                <c:pt idx="951">
                  <c:v>232.70207651</c:v>
                </c:pt>
                <c:pt idx="952">
                  <c:v>232.60185732</c:v>
                </c:pt>
                <c:pt idx="953">
                  <c:v>232.64262469</c:v>
                </c:pt>
                <c:pt idx="954">
                  <c:v>232.62832436</c:v>
                </c:pt>
                <c:pt idx="955">
                  <c:v>232.85942027</c:v>
                </c:pt>
                <c:pt idx="956">
                  <c:v>232.76156342</c:v>
                </c:pt>
                <c:pt idx="957">
                  <c:v>232.57554556</c:v>
                </c:pt>
                <c:pt idx="958">
                  <c:v>232.81682462</c:v>
                </c:pt>
                <c:pt idx="959">
                  <c:v>232.70311026</c:v>
                </c:pt>
                <c:pt idx="960">
                  <c:v>232.88158183</c:v>
                </c:pt>
                <c:pt idx="961">
                  <c:v>232.65335966</c:v>
                </c:pt>
                <c:pt idx="962">
                  <c:v>232.7418712</c:v>
                </c:pt>
                <c:pt idx="963">
                  <c:v>232.70782002</c:v>
                </c:pt>
                <c:pt idx="964">
                  <c:v>232.80469003</c:v>
                </c:pt>
                <c:pt idx="965">
                  <c:v>232.7774549</c:v>
                </c:pt>
                <c:pt idx="966">
                  <c:v>232.65512527</c:v>
                </c:pt>
                <c:pt idx="967">
                  <c:v>232.67512051</c:v>
                </c:pt>
                <c:pt idx="968">
                  <c:v>232.89182297</c:v>
                </c:pt>
                <c:pt idx="969">
                  <c:v>232.75652615</c:v>
                </c:pt>
                <c:pt idx="970">
                  <c:v>232.90907167</c:v>
                </c:pt>
                <c:pt idx="971">
                  <c:v>232.87695857</c:v>
                </c:pt>
                <c:pt idx="972">
                  <c:v>232.71442383</c:v>
                </c:pt>
                <c:pt idx="973">
                  <c:v>232.596214</c:v>
                </c:pt>
                <c:pt idx="974">
                  <c:v>232.64695514</c:v>
                </c:pt>
                <c:pt idx="975">
                  <c:v>232.87364862</c:v>
                </c:pt>
                <c:pt idx="976">
                  <c:v>232.87424283</c:v>
                </c:pt>
                <c:pt idx="977">
                  <c:v>232.7767157</c:v>
                </c:pt>
                <c:pt idx="978">
                  <c:v>232.71938535</c:v>
                </c:pt>
                <c:pt idx="979">
                  <c:v>232.68741267</c:v>
                </c:pt>
                <c:pt idx="980">
                  <c:v>232.51159038</c:v>
                </c:pt>
                <c:pt idx="981">
                  <c:v>232.67655115</c:v>
                </c:pt>
                <c:pt idx="982">
                  <c:v>232.57520187</c:v>
                </c:pt>
                <c:pt idx="983">
                  <c:v>232.70333745</c:v>
                </c:pt>
                <c:pt idx="984">
                  <c:v>232.52530313</c:v>
                </c:pt>
                <c:pt idx="985">
                  <c:v>232.3246187</c:v>
                </c:pt>
                <c:pt idx="986">
                  <c:v>232.6626781</c:v>
                </c:pt>
                <c:pt idx="987">
                  <c:v>232.54284438</c:v>
                </c:pt>
                <c:pt idx="988">
                  <c:v>232.616784</c:v>
                </c:pt>
                <c:pt idx="989">
                  <c:v>232.52979324</c:v>
                </c:pt>
                <c:pt idx="990">
                  <c:v>232.56222701</c:v>
                </c:pt>
                <c:pt idx="991">
                  <c:v>232.60643262</c:v>
                </c:pt>
                <c:pt idx="992">
                  <c:v>232.47502585</c:v>
                </c:pt>
                <c:pt idx="993">
                  <c:v>232.62033221</c:v>
                </c:pt>
                <c:pt idx="994">
                  <c:v>232.57307259</c:v>
                </c:pt>
                <c:pt idx="995">
                  <c:v>232.63442264</c:v>
                </c:pt>
                <c:pt idx="996">
                  <c:v>232.52462666</c:v>
                </c:pt>
                <c:pt idx="997">
                  <c:v>232.56223705</c:v>
                </c:pt>
                <c:pt idx="998">
                  <c:v>232.54665698</c:v>
                </c:pt>
                <c:pt idx="999">
                  <c:v>232.6346497</c:v>
                </c:pt>
              </c:numCache>
            </c:numRef>
          </c:yVal>
        </c:ser>
        <c:ser>
          <c:idx val="1"/>
          <c:order val="1"/>
          <c:tx>
            <c:v>BCA</c:v>
          </c:tx>
          <c:spPr>
            <a:ln xmlns:a="http://schemas.openxmlformats.org/drawingml/2006/main" w="15240">
              <a:solidFill>
                <a:srgbClr val="087F8C"/>
              </a:solidFill>
            </a:ln>
          </c:spPr>
          <c:marker>
            <c:symbol val="none"/>
          </c:marker>
          <c:xVal>
            <c:numRef>
              <c:f>'Chart Data'!$C$2:$C$1001</c:f>
              <c:numCache>
                <c:formatCode>General</c:formatCode>
                <c:ptCount val="10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numCache>
            </c:numRef>
          </c:xVal>
          <c:yVal>
            <c:numRef>
              <c:f>'Chart Data'!$D$2:$D$1001</c:f>
              <c:numCache>
                <c:formatCode>General</c:formatCode>
                <c:ptCount val="1000"/>
                <c:pt idx="0">
                  <c:v>5.50584734</c:v>
                </c:pt>
                <c:pt idx="1">
                  <c:v>11.96747412</c:v>
                </c:pt>
                <c:pt idx="2">
                  <c:v>18.53581112</c:v>
                </c:pt>
                <c:pt idx="3">
                  <c:v>25.02576093</c:v>
                </c:pt>
                <c:pt idx="4">
                  <c:v>31.26181455</c:v>
                </c:pt>
                <c:pt idx="5">
                  <c:v>37.1568438</c:v>
                </c:pt>
                <c:pt idx="6">
                  <c:v>42.8051179</c:v>
                </c:pt>
                <c:pt idx="7">
                  <c:v>48.23120758</c:v>
                </c:pt>
                <c:pt idx="8">
                  <c:v>53.55899676</c:v>
                </c:pt>
                <c:pt idx="9">
                  <c:v>58.70216507</c:v>
                </c:pt>
                <c:pt idx="10">
                  <c:v>63.72867403</c:v>
                </c:pt>
                <c:pt idx="11">
                  <c:v>68.62831846</c:v>
                </c:pt>
                <c:pt idx="12">
                  <c:v>73.43399681</c:v>
                </c:pt>
                <c:pt idx="13">
                  <c:v>78.14938268</c:v>
                </c:pt>
                <c:pt idx="14">
                  <c:v>82.90524431</c:v>
                </c:pt>
                <c:pt idx="15">
                  <c:v>87.55183721</c:v>
                </c:pt>
                <c:pt idx="16">
                  <c:v>92.19783282</c:v>
                </c:pt>
                <c:pt idx="17">
                  <c:v>96.74829433</c:v>
                </c:pt>
                <c:pt idx="18">
                  <c:v>101.14924269</c:v>
                </c:pt>
                <c:pt idx="19">
                  <c:v>105.25757462</c:v>
                </c:pt>
                <c:pt idx="20">
                  <c:v>109.26831188</c:v>
                </c:pt>
                <c:pt idx="21">
                  <c:v>113.272605</c:v>
                </c:pt>
                <c:pt idx="22">
                  <c:v>117.09123323</c:v>
                </c:pt>
                <c:pt idx="23">
                  <c:v>120.85583304</c:v>
                </c:pt>
                <c:pt idx="24">
                  <c:v>124.40939835</c:v>
                </c:pt>
                <c:pt idx="25">
                  <c:v>127.8660312</c:v>
                </c:pt>
                <c:pt idx="26">
                  <c:v>130.95357901</c:v>
                </c:pt>
                <c:pt idx="27">
                  <c:v>134.11787892</c:v>
                </c:pt>
                <c:pt idx="28">
                  <c:v>137.16453346</c:v>
                </c:pt>
                <c:pt idx="29">
                  <c:v>140.13149507</c:v>
                </c:pt>
                <c:pt idx="30">
                  <c:v>142.99175801</c:v>
                </c:pt>
                <c:pt idx="31">
                  <c:v>145.62553702</c:v>
                </c:pt>
                <c:pt idx="32">
                  <c:v>148.13303835</c:v>
                </c:pt>
                <c:pt idx="33">
                  <c:v>150.63047049</c:v>
                </c:pt>
                <c:pt idx="34">
                  <c:v>153.2108226</c:v>
                </c:pt>
                <c:pt idx="35">
                  <c:v>155.38977272</c:v>
                </c:pt>
                <c:pt idx="36">
                  <c:v>157.90535533</c:v>
                </c:pt>
                <c:pt idx="37">
                  <c:v>160.30377756</c:v>
                </c:pt>
                <c:pt idx="38">
                  <c:v>162.2415826</c:v>
                </c:pt>
                <c:pt idx="39">
                  <c:v>164.38019661</c:v>
                </c:pt>
                <c:pt idx="40">
                  <c:v>166.40318675</c:v>
                </c:pt>
                <c:pt idx="41">
                  <c:v>168.18831056</c:v>
                </c:pt>
                <c:pt idx="42">
                  <c:v>170.11620328</c:v>
                </c:pt>
                <c:pt idx="43">
                  <c:v>171.75004831</c:v>
                </c:pt>
                <c:pt idx="44">
                  <c:v>173.5616783</c:v>
                </c:pt>
                <c:pt idx="45">
                  <c:v>175.12208876</c:v>
                </c:pt>
                <c:pt idx="46">
                  <c:v>176.73916815</c:v>
                </c:pt>
                <c:pt idx="47">
                  <c:v>178.31971918</c:v>
                </c:pt>
                <c:pt idx="48">
                  <c:v>179.80711807</c:v>
                </c:pt>
                <c:pt idx="49">
                  <c:v>181.33144206</c:v>
                </c:pt>
                <c:pt idx="50">
                  <c:v>182.66257086</c:v>
                </c:pt>
                <c:pt idx="51">
                  <c:v>184.09914688</c:v>
                </c:pt>
                <c:pt idx="52">
                  <c:v>185.43587251</c:v>
                </c:pt>
                <c:pt idx="53">
                  <c:v>186.71785149</c:v>
                </c:pt>
                <c:pt idx="54">
                  <c:v>188.01641699</c:v>
                </c:pt>
                <c:pt idx="55">
                  <c:v>189.28586098</c:v>
                </c:pt>
                <c:pt idx="56">
                  <c:v>190.4869306</c:v>
                </c:pt>
                <c:pt idx="57">
                  <c:v>191.73480205</c:v>
                </c:pt>
                <c:pt idx="58">
                  <c:v>192.74640038</c:v>
                </c:pt>
                <c:pt idx="59">
                  <c:v>193.96612434</c:v>
                </c:pt>
                <c:pt idx="60">
                  <c:v>194.86154794</c:v>
                </c:pt>
                <c:pt idx="61">
                  <c:v>196.19748854</c:v>
                </c:pt>
                <c:pt idx="62">
                  <c:v>197.09580415</c:v>
                </c:pt>
                <c:pt idx="63">
                  <c:v>197.93782333</c:v>
                </c:pt>
                <c:pt idx="64">
                  <c:v>199.43003799</c:v>
                </c:pt>
                <c:pt idx="65">
                  <c:v>200.19318671</c:v>
                </c:pt>
                <c:pt idx="66">
                  <c:v>200.95271384</c:v>
                </c:pt>
                <c:pt idx="67">
                  <c:v>201.81224246</c:v>
                </c:pt>
                <c:pt idx="68">
                  <c:v>202.68558212</c:v>
                </c:pt>
                <c:pt idx="69">
                  <c:v>203.52512029</c:v>
                </c:pt>
                <c:pt idx="70">
                  <c:v>204.22088173</c:v>
                </c:pt>
                <c:pt idx="71">
                  <c:v>204.99775882</c:v>
                </c:pt>
                <c:pt idx="72">
                  <c:v>205.62011244</c:v>
                </c:pt>
                <c:pt idx="73">
                  <c:v>206.36909636</c:v>
                </c:pt>
                <c:pt idx="74">
                  <c:v>207.23658076</c:v>
                </c:pt>
                <c:pt idx="75">
                  <c:v>207.65035857</c:v>
                </c:pt>
                <c:pt idx="76">
                  <c:v>208.25462753</c:v>
                </c:pt>
                <c:pt idx="77">
                  <c:v>208.74930754</c:v>
                </c:pt>
                <c:pt idx="78">
                  <c:v>209.4624015</c:v>
                </c:pt>
                <c:pt idx="79">
                  <c:v>209.83668456</c:v>
                </c:pt>
                <c:pt idx="80">
                  <c:v>210.4392305</c:v>
                </c:pt>
                <c:pt idx="81">
                  <c:v>210.93801181</c:v>
                </c:pt>
                <c:pt idx="82">
                  <c:v>211.51156853</c:v>
                </c:pt>
                <c:pt idx="83">
                  <c:v>211.89955138</c:v>
                </c:pt>
                <c:pt idx="84">
                  <c:v>212.10364316</c:v>
                </c:pt>
                <c:pt idx="85">
                  <c:v>212.79102203</c:v>
                </c:pt>
                <c:pt idx="86">
                  <c:v>213.38386342</c:v>
                </c:pt>
                <c:pt idx="87">
                  <c:v>213.65184314</c:v>
                </c:pt>
                <c:pt idx="88">
                  <c:v>214.25917046</c:v>
                </c:pt>
                <c:pt idx="89">
                  <c:v>214.38693794</c:v>
                </c:pt>
                <c:pt idx="90">
                  <c:v>214.76107884</c:v>
                </c:pt>
                <c:pt idx="91">
                  <c:v>215.17777704</c:v>
                </c:pt>
                <c:pt idx="92">
                  <c:v>215.48929803</c:v>
                </c:pt>
                <c:pt idx="93">
                  <c:v>215.58543362</c:v>
                </c:pt>
                <c:pt idx="94">
                  <c:v>215.97164311</c:v>
                </c:pt>
                <c:pt idx="95">
                  <c:v>216.38313396</c:v>
                </c:pt>
                <c:pt idx="96">
                  <c:v>216.55909456</c:v>
                </c:pt>
                <c:pt idx="97">
                  <c:v>216.72463646</c:v>
                </c:pt>
                <c:pt idx="98">
                  <c:v>217.12025313</c:v>
                </c:pt>
                <c:pt idx="99">
                  <c:v>217.2929133</c:v>
                </c:pt>
                <c:pt idx="100">
                  <c:v>217.50303513</c:v>
                </c:pt>
                <c:pt idx="101">
                  <c:v>217.65633745</c:v>
                </c:pt>
                <c:pt idx="102">
                  <c:v>217.66260023</c:v>
                </c:pt>
                <c:pt idx="103">
                  <c:v>218.22926804</c:v>
                </c:pt>
                <c:pt idx="104">
                  <c:v>218.51650633</c:v>
                </c:pt>
                <c:pt idx="105">
                  <c:v>218.72580843</c:v>
                </c:pt>
                <c:pt idx="106">
                  <c:v>218.80298453</c:v>
                </c:pt>
                <c:pt idx="107">
                  <c:v>219.11860661</c:v>
                </c:pt>
                <c:pt idx="108">
                  <c:v>219.02865674</c:v>
                </c:pt>
                <c:pt idx="109">
                  <c:v>219.30643642</c:v>
                </c:pt>
                <c:pt idx="110">
                  <c:v>219.39789551</c:v>
                </c:pt>
                <c:pt idx="111">
                  <c:v>219.68613474</c:v>
                </c:pt>
                <c:pt idx="112">
                  <c:v>219.66784349</c:v>
                </c:pt>
                <c:pt idx="113">
                  <c:v>219.59341945</c:v>
                </c:pt>
                <c:pt idx="114">
                  <c:v>219.74558377</c:v>
                </c:pt>
                <c:pt idx="115">
                  <c:v>219.86767166</c:v>
                </c:pt>
                <c:pt idx="116">
                  <c:v>220.10285129</c:v>
                </c:pt>
                <c:pt idx="117">
                  <c:v>220.02085899</c:v>
                </c:pt>
                <c:pt idx="118">
                  <c:v>220.03649042</c:v>
                </c:pt>
                <c:pt idx="119">
                  <c:v>220.30335651</c:v>
                </c:pt>
                <c:pt idx="120">
                  <c:v>220.61962381</c:v>
                </c:pt>
                <c:pt idx="121">
                  <c:v>220.70315999</c:v>
                </c:pt>
                <c:pt idx="122">
                  <c:v>220.73006125</c:v>
                </c:pt>
                <c:pt idx="123">
                  <c:v>220.78811458</c:v>
                </c:pt>
                <c:pt idx="124">
                  <c:v>220.76550562</c:v>
                </c:pt>
                <c:pt idx="125">
                  <c:v>220.96226059</c:v>
                </c:pt>
                <c:pt idx="126">
                  <c:v>220.81488837</c:v>
                </c:pt>
                <c:pt idx="127">
                  <c:v>220.77573328</c:v>
                </c:pt>
                <c:pt idx="128">
                  <c:v>220.95478162</c:v>
                </c:pt>
                <c:pt idx="129">
                  <c:v>220.9908376</c:v>
                </c:pt>
                <c:pt idx="130">
                  <c:v>220.91799252</c:v>
                </c:pt>
                <c:pt idx="131">
                  <c:v>220.97063091</c:v>
                </c:pt>
                <c:pt idx="132">
                  <c:v>221.1243271</c:v>
                </c:pt>
                <c:pt idx="133">
                  <c:v>220.8449778</c:v>
                </c:pt>
                <c:pt idx="134">
                  <c:v>221.12020699</c:v>
                </c:pt>
                <c:pt idx="135">
                  <c:v>221.43539919</c:v>
                </c:pt>
                <c:pt idx="136">
                  <c:v>221.66349138</c:v>
                </c:pt>
                <c:pt idx="137">
                  <c:v>221.6432132</c:v>
                </c:pt>
                <c:pt idx="138">
                  <c:v>221.51063344</c:v>
                </c:pt>
                <c:pt idx="139">
                  <c:v>221.44787645</c:v>
                </c:pt>
                <c:pt idx="140">
                  <c:v>221.35128114</c:v>
                </c:pt>
                <c:pt idx="141">
                  <c:v>221.51492555</c:v>
                </c:pt>
                <c:pt idx="142">
                  <c:v>221.4293662</c:v>
                </c:pt>
                <c:pt idx="143">
                  <c:v>221.40100244</c:v>
                </c:pt>
                <c:pt idx="144">
                  <c:v>221.32396394</c:v>
                </c:pt>
                <c:pt idx="145">
                  <c:v>221.64924115</c:v>
                </c:pt>
                <c:pt idx="146">
                  <c:v>221.61622054</c:v>
                </c:pt>
                <c:pt idx="147">
                  <c:v>221.37853893</c:v>
                </c:pt>
                <c:pt idx="148">
                  <c:v>221.37695059</c:v>
                </c:pt>
                <c:pt idx="149">
                  <c:v>221.75980061</c:v>
                </c:pt>
                <c:pt idx="150">
                  <c:v>222.12020419</c:v>
                </c:pt>
                <c:pt idx="151">
                  <c:v>221.94865308</c:v>
                </c:pt>
                <c:pt idx="152">
                  <c:v>221.89345857</c:v>
                </c:pt>
                <c:pt idx="153">
                  <c:v>221.9090952</c:v>
                </c:pt>
                <c:pt idx="154">
                  <c:v>221.71591972</c:v>
                </c:pt>
                <c:pt idx="155">
                  <c:v>221.6843548</c:v>
                </c:pt>
                <c:pt idx="156">
                  <c:v>221.77415269</c:v>
                </c:pt>
                <c:pt idx="157">
                  <c:v>221.76705922</c:v>
                </c:pt>
                <c:pt idx="158">
                  <c:v>221.70325102</c:v>
                </c:pt>
                <c:pt idx="159">
                  <c:v>221.57586284</c:v>
                </c:pt>
                <c:pt idx="160">
                  <c:v>221.59066286</c:v>
                </c:pt>
                <c:pt idx="161">
                  <c:v>221.4729711</c:v>
                </c:pt>
                <c:pt idx="162">
                  <c:v>221.48543019</c:v>
                </c:pt>
                <c:pt idx="163">
                  <c:v>221.66431429</c:v>
                </c:pt>
                <c:pt idx="164">
                  <c:v>221.84032747</c:v>
                </c:pt>
                <c:pt idx="165">
                  <c:v>221.6796601</c:v>
                </c:pt>
                <c:pt idx="166">
                  <c:v>221.64836163</c:v>
                </c:pt>
                <c:pt idx="167">
                  <c:v>221.65601987</c:v>
                </c:pt>
                <c:pt idx="168">
                  <c:v>221.53615424</c:v>
                </c:pt>
                <c:pt idx="169">
                  <c:v>221.73695935</c:v>
                </c:pt>
                <c:pt idx="170">
                  <c:v>221.57197168</c:v>
                </c:pt>
                <c:pt idx="171">
                  <c:v>221.54771198</c:v>
                </c:pt>
                <c:pt idx="172">
                  <c:v>221.54788014</c:v>
                </c:pt>
                <c:pt idx="173">
                  <c:v>221.33973177</c:v>
                </c:pt>
                <c:pt idx="174">
                  <c:v>221.36265555</c:v>
                </c:pt>
                <c:pt idx="175">
                  <c:v>221.34927158</c:v>
                </c:pt>
                <c:pt idx="176">
                  <c:v>221.24645898</c:v>
                </c:pt>
                <c:pt idx="177">
                  <c:v>221.5678976</c:v>
                </c:pt>
                <c:pt idx="178">
                  <c:v>221.57515251</c:v>
                </c:pt>
                <c:pt idx="179">
                  <c:v>221.44821719</c:v>
                </c:pt>
                <c:pt idx="180">
                  <c:v>221.62364056</c:v>
                </c:pt>
                <c:pt idx="181">
                  <c:v>221.29551688</c:v>
                </c:pt>
                <c:pt idx="182">
                  <c:v>221.42180373</c:v>
                </c:pt>
                <c:pt idx="183">
                  <c:v>221.35103253</c:v>
                </c:pt>
                <c:pt idx="184">
                  <c:v>221.20835535</c:v>
                </c:pt>
                <c:pt idx="185">
                  <c:v>221.29095258</c:v>
                </c:pt>
                <c:pt idx="186">
                  <c:v>221.08521669</c:v>
                </c:pt>
                <c:pt idx="187">
                  <c:v>220.89263327</c:v>
                </c:pt>
                <c:pt idx="188">
                  <c:v>220.74889084</c:v>
                </c:pt>
                <c:pt idx="189">
                  <c:v>220.80172627</c:v>
                </c:pt>
                <c:pt idx="190">
                  <c:v>220.93175949</c:v>
                </c:pt>
                <c:pt idx="191">
                  <c:v>220.86348483</c:v>
                </c:pt>
                <c:pt idx="192">
                  <c:v>220.86148932</c:v>
                </c:pt>
                <c:pt idx="193">
                  <c:v>221.10156192</c:v>
                </c:pt>
                <c:pt idx="194">
                  <c:v>220.95831413</c:v>
                </c:pt>
                <c:pt idx="195">
                  <c:v>220.60871216</c:v>
                </c:pt>
                <c:pt idx="196">
                  <c:v>220.66890555</c:v>
                </c:pt>
                <c:pt idx="197">
                  <c:v>220.62663307</c:v>
                </c:pt>
                <c:pt idx="198">
                  <c:v>220.57941928</c:v>
                </c:pt>
                <c:pt idx="199">
                  <c:v>220.59667128</c:v>
                </c:pt>
                <c:pt idx="200">
                  <c:v>220.5443479</c:v>
                </c:pt>
                <c:pt idx="201">
                  <c:v>220.35811919</c:v>
                </c:pt>
                <c:pt idx="202">
                  <c:v>220.42865295</c:v>
                </c:pt>
                <c:pt idx="203">
                  <c:v>220.40127032</c:v>
                </c:pt>
                <c:pt idx="204">
                  <c:v>220.57061751</c:v>
                </c:pt>
                <c:pt idx="205">
                  <c:v>220.41615186</c:v>
                </c:pt>
                <c:pt idx="206">
                  <c:v>220.42580919</c:v>
                </c:pt>
                <c:pt idx="207">
                  <c:v>220.46337425</c:v>
                </c:pt>
                <c:pt idx="208">
                  <c:v>220.22438077</c:v>
                </c:pt>
                <c:pt idx="209">
                  <c:v>220.07789194</c:v>
                </c:pt>
                <c:pt idx="210">
                  <c:v>219.95395421</c:v>
                </c:pt>
                <c:pt idx="211">
                  <c:v>219.97503951</c:v>
                </c:pt>
                <c:pt idx="212">
                  <c:v>219.99623837</c:v>
                </c:pt>
                <c:pt idx="213">
                  <c:v>219.92810234</c:v>
                </c:pt>
                <c:pt idx="214">
                  <c:v>219.8309126</c:v>
                </c:pt>
                <c:pt idx="215">
                  <c:v>219.92634061</c:v>
                </c:pt>
                <c:pt idx="216">
                  <c:v>219.8001891</c:v>
                </c:pt>
                <c:pt idx="217">
                  <c:v>220.04985875</c:v>
                </c:pt>
                <c:pt idx="218">
                  <c:v>219.79077042</c:v>
                </c:pt>
                <c:pt idx="219">
                  <c:v>219.87117187</c:v>
                </c:pt>
                <c:pt idx="220">
                  <c:v>219.80956775</c:v>
                </c:pt>
                <c:pt idx="221">
                  <c:v>219.82866318</c:v>
                </c:pt>
                <c:pt idx="222">
                  <c:v>219.78149272</c:v>
                </c:pt>
                <c:pt idx="223">
                  <c:v>219.65164308</c:v>
                </c:pt>
                <c:pt idx="224">
                  <c:v>219.75013132</c:v>
                </c:pt>
                <c:pt idx="225">
                  <c:v>219.55245334</c:v>
                </c:pt>
                <c:pt idx="226">
                  <c:v>219.43446573</c:v>
                </c:pt>
                <c:pt idx="227">
                  <c:v>219.63022464</c:v>
                </c:pt>
                <c:pt idx="228">
                  <c:v>219.43285149</c:v>
                </c:pt>
                <c:pt idx="229">
                  <c:v>219.39238632</c:v>
                </c:pt>
                <c:pt idx="230">
                  <c:v>219.45852618</c:v>
                </c:pt>
                <c:pt idx="231">
                  <c:v>219.51092416</c:v>
                </c:pt>
                <c:pt idx="232">
                  <c:v>219.50915614</c:v>
                </c:pt>
                <c:pt idx="233">
                  <c:v>219.39657732</c:v>
                </c:pt>
                <c:pt idx="234">
                  <c:v>219.4516172</c:v>
                </c:pt>
                <c:pt idx="235">
                  <c:v>219.43737875</c:v>
                </c:pt>
                <c:pt idx="236">
                  <c:v>219.27893784</c:v>
                </c:pt>
                <c:pt idx="237">
                  <c:v>219.40264569</c:v>
                </c:pt>
                <c:pt idx="238">
                  <c:v>219.11024034</c:v>
                </c:pt>
                <c:pt idx="239">
                  <c:v>219.20799852</c:v>
                </c:pt>
                <c:pt idx="240">
                  <c:v>219.28367033</c:v>
                </c:pt>
                <c:pt idx="241">
                  <c:v>219.28966061</c:v>
                </c:pt>
                <c:pt idx="242">
                  <c:v>219.17539191</c:v>
                </c:pt>
                <c:pt idx="243">
                  <c:v>219.15434549</c:v>
                </c:pt>
                <c:pt idx="244">
                  <c:v>219.32820407</c:v>
                </c:pt>
                <c:pt idx="245">
                  <c:v>219.24582433</c:v>
                </c:pt>
                <c:pt idx="246">
                  <c:v>219.20465749</c:v>
                </c:pt>
                <c:pt idx="247">
                  <c:v>219.18703653</c:v>
                </c:pt>
                <c:pt idx="248">
                  <c:v>219.26546678</c:v>
                </c:pt>
                <c:pt idx="249">
                  <c:v>219.36312787</c:v>
                </c:pt>
                <c:pt idx="250">
                  <c:v>219.30696458</c:v>
                </c:pt>
                <c:pt idx="251">
                  <c:v>219.11352904</c:v>
                </c:pt>
                <c:pt idx="252">
                  <c:v>219.27335849</c:v>
                </c:pt>
                <c:pt idx="253">
                  <c:v>219.31895718</c:v>
                </c:pt>
                <c:pt idx="254">
                  <c:v>219.12248938</c:v>
                </c:pt>
                <c:pt idx="255">
                  <c:v>219.34751773</c:v>
                </c:pt>
                <c:pt idx="256">
                  <c:v>219.29124088</c:v>
                </c:pt>
                <c:pt idx="257">
                  <c:v>219.32998515</c:v>
                </c:pt>
                <c:pt idx="258">
                  <c:v>219.31892188</c:v>
                </c:pt>
                <c:pt idx="259">
                  <c:v>219.21791277</c:v>
                </c:pt>
                <c:pt idx="260">
                  <c:v>219.36017088</c:v>
                </c:pt>
                <c:pt idx="261">
                  <c:v>219.16281332</c:v>
                </c:pt>
                <c:pt idx="262">
                  <c:v>219.26754808</c:v>
                </c:pt>
                <c:pt idx="263">
                  <c:v>219.23073149</c:v>
                </c:pt>
                <c:pt idx="264">
                  <c:v>219.24424301</c:v>
                </c:pt>
                <c:pt idx="265">
                  <c:v>219.13107707</c:v>
                </c:pt>
                <c:pt idx="266">
                  <c:v>219.24538472</c:v>
                </c:pt>
                <c:pt idx="267">
                  <c:v>219.25608948</c:v>
                </c:pt>
                <c:pt idx="268">
                  <c:v>219.29824129</c:v>
                </c:pt>
                <c:pt idx="269">
                  <c:v>219.12740538</c:v>
                </c:pt>
                <c:pt idx="270">
                  <c:v>219.25566785</c:v>
                </c:pt>
                <c:pt idx="271">
                  <c:v>219.14085446</c:v>
                </c:pt>
                <c:pt idx="272">
                  <c:v>219.23025514</c:v>
                </c:pt>
                <c:pt idx="273">
                  <c:v>219.25492</c:v>
                </c:pt>
                <c:pt idx="274">
                  <c:v>219.03184705</c:v>
                </c:pt>
                <c:pt idx="275">
                  <c:v>219.04943761</c:v>
                </c:pt>
                <c:pt idx="276">
                  <c:v>219.29674352</c:v>
                </c:pt>
                <c:pt idx="277">
                  <c:v>219.05690764</c:v>
                </c:pt>
                <c:pt idx="278">
                  <c:v>219.11813936</c:v>
                </c:pt>
                <c:pt idx="279">
                  <c:v>219.26097711</c:v>
                </c:pt>
                <c:pt idx="280">
                  <c:v>219.15170772</c:v>
                </c:pt>
                <c:pt idx="281">
                  <c:v>219.41502292</c:v>
                </c:pt>
                <c:pt idx="282">
                  <c:v>219.24721524</c:v>
                </c:pt>
                <c:pt idx="283">
                  <c:v>219.31910074</c:v>
                </c:pt>
                <c:pt idx="284">
                  <c:v>219.1835455</c:v>
                </c:pt>
                <c:pt idx="285">
                  <c:v>219.23474731</c:v>
                </c:pt>
                <c:pt idx="286">
                  <c:v>219.30585378</c:v>
                </c:pt>
                <c:pt idx="287">
                  <c:v>219.3465835</c:v>
                </c:pt>
                <c:pt idx="288">
                  <c:v>219.23679385</c:v>
                </c:pt>
                <c:pt idx="289">
                  <c:v>219.24428641</c:v>
                </c:pt>
                <c:pt idx="290">
                  <c:v>219.24079672</c:v>
                </c:pt>
                <c:pt idx="291">
                  <c:v>219.21226805</c:v>
                </c:pt>
                <c:pt idx="292">
                  <c:v>219.20168541</c:v>
                </c:pt>
                <c:pt idx="293">
                  <c:v>219.33657426</c:v>
                </c:pt>
                <c:pt idx="294">
                  <c:v>219.26787506</c:v>
                </c:pt>
                <c:pt idx="295">
                  <c:v>219.3139985</c:v>
                </c:pt>
                <c:pt idx="296">
                  <c:v>219.14137305</c:v>
                </c:pt>
                <c:pt idx="297">
                  <c:v>219.31995514</c:v>
                </c:pt>
                <c:pt idx="298">
                  <c:v>219.14841924</c:v>
                </c:pt>
                <c:pt idx="299">
                  <c:v>219.11913797</c:v>
                </c:pt>
                <c:pt idx="300">
                  <c:v>219.20416574</c:v>
                </c:pt>
                <c:pt idx="301">
                  <c:v>219.25735378</c:v>
                </c:pt>
                <c:pt idx="302">
                  <c:v>219.42097057</c:v>
                </c:pt>
                <c:pt idx="303">
                  <c:v>219.01783815</c:v>
                </c:pt>
                <c:pt idx="304">
                  <c:v>219.34770175</c:v>
                </c:pt>
                <c:pt idx="305">
                  <c:v>219.44504866</c:v>
                </c:pt>
                <c:pt idx="306">
                  <c:v>219.29499803</c:v>
                </c:pt>
                <c:pt idx="307">
                  <c:v>219.37650429</c:v>
                </c:pt>
                <c:pt idx="308">
                  <c:v>219.32098822</c:v>
                </c:pt>
                <c:pt idx="309">
                  <c:v>219.30818739</c:v>
                </c:pt>
                <c:pt idx="310">
                  <c:v>219.49388222</c:v>
                </c:pt>
                <c:pt idx="311">
                  <c:v>219.36970879</c:v>
                </c:pt>
                <c:pt idx="312">
                  <c:v>219.38130254</c:v>
                </c:pt>
                <c:pt idx="313">
                  <c:v>219.39649583</c:v>
                </c:pt>
                <c:pt idx="314">
                  <c:v>219.51475758</c:v>
                </c:pt>
                <c:pt idx="315">
                  <c:v>219.41647583</c:v>
                </c:pt>
                <c:pt idx="316">
                  <c:v>219.42503217</c:v>
                </c:pt>
                <c:pt idx="317">
                  <c:v>219.41724464</c:v>
                </c:pt>
                <c:pt idx="318">
                  <c:v>219.50221535</c:v>
                </c:pt>
                <c:pt idx="319">
                  <c:v>219.51430736</c:v>
                </c:pt>
                <c:pt idx="320">
                  <c:v>219.48565195</c:v>
                </c:pt>
                <c:pt idx="321">
                  <c:v>219.38414206</c:v>
                </c:pt>
                <c:pt idx="322">
                  <c:v>219.43487393</c:v>
                </c:pt>
                <c:pt idx="323">
                  <c:v>219.50615919</c:v>
                </c:pt>
                <c:pt idx="324">
                  <c:v>219.44435703</c:v>
                </c:pt>
                <c:pt idx="325">
                  <c:v>219.42032169</c:v>
                </c:pt>
                <c:pt idx="326">
                  <c:v>219.44568451</c:v>
                </c:pt>
                <c:pt idx="327">
                  <c:v>219.37434563</c:v>
                </c:pt>
                <c:pt idx="328">
                  <c:v>219.20385745</c:v>
                </c:pt>
                <c:pt idx="329">
                  <c:v>219.27091412</c:v>
                </c:pt>
                <c:pt idx="330">
                  <c:v>219.30796486</c:v>
                </c:pt>
                <c:pt idx="331">
                  <c:v>219.38876489</c:v>
                </c:pt>
                <c:pt idx="332">
                  <c:v>219.3611367</c:v>
                </c:pt>
                <c:pt idx="333">
                  <c:v>219.17461928</c:v>
                </c:pt>
                <c:pt idx="334">
                  <c:v>219.32879756</c:v>
                </c:pt>
                <c:pt idx="335">
                  <c:v>219.25241924</c:v>
                </c:pt>
                <c:pt idx="336">
                  <c:v>219.31914558</c:v>
                </c:pt>
                <c:pt idx="337">
                  <c:v>219.43447778</c:v>
                </c:pt>
                <c:pt idx="338">
                  <c:v>219.27803093</c:v>
                </c:pt>
                <c:pt idx="339">
                  <c:v>219.28134393</c:v>
                </c:pt>
                <c:pt idx="340">
                  <c:v>219.3241963</c:v>
                </c:pt>
                <c:pt idx="341">
                  <c:v>219.45624434</c:v>
                </c:pt>
                <c:pt idx="342">
                  <c:v>219.03776575</c:v>
                </c:pt>
                <c:pt idx="343">
                  <c:v>219.25771634</c:v>
                </c:pt>
                <c:pt idx="344">
                  <c:v>219.20931067</c:v>
                </c:pt>
                <c:pt idx="345">
                  <c:v>219.17314583</c:v>
                </c:pt>
                <c:pt idx="346">
                  <c:v>219.15951692</c:v>
                </c:pt>
                <c:pt idx="347">
                  <c:v>218.99501961</c:v>
                </c:pt>
                <c:pt idx="348">
                  <c:v>219.09931972</c:v>
                </c:pt>
                <c:pt idx="349">
                  <c:v>219.03429327</c:v>
                </c:pt>
                <c:pt idx="350">
                  <c:v>219.08521193</c:v>
                </c:pt>
                <c:pt idx="351">
                  <c:v>219.03609276</c:v>
                </c:pt>
                <c:pt idx="352">
                  <c:v>218.92672575</c:v>
                </c:pt>
                <c:pt idx="353">
                  <c:v>218.96539919</c:v>
                </c:pt>
                <c:pt idx="354">
                  <c:v>218.89211853</c:v>
                </c:pt>
                <c:pt idx="355">
                  <c:v>219.00190704</c:v>
                </c:pt>
                <c:pt idx="356">
                  <c:v>218.99984744</c:v>
                </c:pt>
                <c:pt idx="357">
                  <c:v>218.88220084</c:v>
                </c:pt>
                <c:pt idx="358">
                  <c:v>219.05469902</c:v>
                </c:pt>
                <c:pt idx="359">
                  <c:v>218.92539275</c:v>
                </c:pt>
                <c:pt idx="360">
                  <c:v>218.83527257</c:v>
                </c:pt>
                <c:pt idx="361">
                  <c:v>218.89932076</c:v>
                </c:pt>
                <c:pt idx="362">
                  <c:v>218.89160327</c:v>
                </c:pt>
                <c:pt idx="363">
                  <c:v>219.21618996</c:v>
                </c:pt>
                <c:pt idx="364">
                  <c:v>218.94299434</c:v>
                </c:pt>
                <c:pt idx="365">
                  <c:v>219.01122937</c:v>
                </c:pt>
                <c:pt idx="366">
                  <c:v>218.9906414</c:v>
                </c:pt>
                <c:pt idx="367">
                  <c:v>219.04329146</c:v>
                </c:pt>
                <c:pt idx="368">
                  <c:v>218.96546411</c:v>
                </c:pt>
                <c:pt idx="369">
                  <c:v>218.66435291</c:v>
                </c:pt>
                <c:pt idx="370">
                  <c:v>218.78692075</c:v>
                </c:pt>
                <c:pt idx="371">
                  <c:v>218.91025929</c:v>
                </c:pt>
                <c:pt idx="372">
                  <c:v>218.93311795</c:v>
                </c:pt>
                <c:pt idx="373">
                  <c:v>218.76609834</c:v>
                </c:pt>
                <c:pt idx="374">
                  <c:v>218.77790186</c:v>
                </c:pt>
                <c:pt idx="375">
                  <c:v>218.68944112</c:v>
                </c:pt>
                <c:pt idx="376">
                  <c:v>218.71733929</c:v>
                </c:pt>
                <c:pt idx="377">
                  <c:v>218.92047278</c:v>
                </c:pt>
                <c:pt idx="378">
                  <c:v>218.83411295</c:v>
                </c:pt>
                <c:pt idx="379">
                  <c:v>218.79061594</c:v>
                </c:pt>
                <c:pt idx="380">
                  <c:v>218.71912758</c:v>
                </c:pt>
                <c:pt idx="381">
                  <c:v>218.58933817</c:v>
                </c:pt>
                <c:pt idx="382">
                  <c:v>218.76248241</c:v>
                </c:pt>
                <c:pt idx="383">
                  <c:v>218.69482457</c:v>
                </c:pt>
                <c:pt idx="384">
                  <c:v>218.75454152</c:v>
                </c:pt>
                <c:pt idx="385">
                  <c:v>218.82770172</c:v>
                </c:pt>
                <c:pt idx="386">
                  <c:v>218.87587228</c:v>
                </c:pt>
                <c:pt idx="387">
                  <c:v>218.79573676</c:v>
                </c:pt>
                <c:pt idx="388">
                  <c:v>218.8327357</c:v>
                </c:pt>
                <c:pt idx="389">
                  <c:v>218.7123652</c:v>
                </c:pt>
                <c:pt idx="390">
                  <c:v>218.86562718</c:v>
                </c:pt>
                <c:pt idx="391">
                  <c:v>218.72547075</c:v>
                </c:pt>
                <c:pt idx="392">
                  <c:v>218.73120795</c:v>
                </c:pt>
                <c:pt idx="393">
                  <c:v>218.82642171</c:v>
                </c:pt>
                <c:pt idx="394">
                  <c:v>218.91510173</c:v>
                </c:pt>
                <c:pt idx="395">
                  <c:v>218.93406355</c:v>
                </c:pt>
                <c:pt idx="396">
                  <c:v>218.5668385</c:v>
                </c:pt>
                <c:pt idx="397">
                  <c:v>218.86892586</c:v>
                </c:pt>
                <c:pt idx="398">
                  <c:v>218.79105371</c:v>
                </c:pt>
                <c:pt idx="399">
                  <c:v>218.86744804</c:v>
                </c:pt>
                <c:pt idx="400">
                  <c:v>218.71605011</c:v>
                </c:pt>
                <c:pt idx="401">
                  <c:v>218.85562033</c:v>
                </c:pt>
                <c:pt idx="402">
                  <c:v>218.70976399</c:v>
                </c:pt>
                <c:pt idx="403">
                  <c:v>218.71454633</c:v>
                </c:pt>
                <c:pt idx="404">
                  <c:v>218.72433862</c:v>
                </c:pt>
                <c:pt idx="405">
                  <c:v>218.80993578</c:v>
                </c:pt>
                <c:pt idx="406">
                  <c:v>218.64999702</c:v>
                </c:pt>
                <c:pt idx="407">
                  <c:v>218.71957115</c:v>
                </c:pt>
                <c:pt idx="408">
                  <c:v>218.71690688</c:v>
                </c:pt>
                <c:pt idx="409">
                  <c:v>218.45675894</c:v>
                </c:pt>
                <c:pt idx="410">
                  <c:v>218.73990897</c:v>
                </c:pt>
                <c:pt idx="411">
                  <c:v>218.74293417</c:v>
                </c:pt>
                <c:pt idx="412">
                  <c:v>218.69806259</c:v>
                </c:pt>
                <c:pt idx="413">
                  <c:v>218.6929048</c:v>
                </c:pt>
                <c:pt idx="414">
                  <c:v>218.76743295</c:v>
                </c:pt>
                <c:pt idx="415">
                  <c:v>218.89878409</c:v>
                </c:pt>
                <c:pt idx="416">
                  <c:v>218.93299265</c:v>
                </c:pt>
                <c:pt idx="417">
                  <c:v>218.73136519</c:v>
                </c:pt>
                <c:pt idx="418">
                  <c:v>218.89825282</c:v>
                </c:pt>
                <c:pt idx="419">
                  <c:v>218.88358556</c:v>
                </c:pt>
                <c:pt idx="420">
                  <c:v>218.78229872</c:v>
                </c:pt>
                <c:pt idx="421">
                  <c:v>218.82245998</c:v>
                </c:pt>
                <c:pt idx="422">
                  <c:v>218.91532068</c:v>
                </c:pt>
                <c:pt idx="423">
                  <c:v>218.99242636</c:v>
                </c:pt>
                <c:pt idx="424">
                  <c:v>218.9191953</c:v>
                </c:pt>
                <c:pt idx="425">
                  <c:v>219.0340407</c:v>
                </c:pt>
                <c:pt idx="426">
                  <c:v>218.72245709</c:v>
                </c:pt>
                <c:pt idx="427">
                  <c:v>218.73795952</c:v>
                </c:pt>
                <c:pt idx="428">
                  <c:v>218.7206608</c:v>
                </c:pt>
                <c:pt idx="429">
                  <c:v>218.76465041</c:v>
                </c:pt>
                <c:pt idx="430">
                  <c:v>218.75643213</c:v>
                </c:pt>
                <c:pt idx="431">
                  <c:v>218.81352562</c:v>
                </c:pt>
                <c:pt idx="432">
                  <c:v>218.79080469</c:v>
                </c:pt>
                <c:pt idx="433">
                  <c:v>218.78793117</c:v>
                </c:pt>
                <c:pt idx="434">
                  <c:v>218.75668558</c:v>
                </c:pt>
                <c:pt idx="435">
                  <c:v>218.81717348</c:v>
                </c:pt>
                <c:pt idx="436">
                  <c:v>218.70231264</c:v>
                </c:pt>
                <c:pt idx="437">
                  <c:v>218.76574861</c:v>
                </c:pt>
                <c:pt idx="438">
                  <c:v>218.8771683</c:v>
                </c:pt>
                <c:pt idx="439">
                  <c:v>218.64553014</c:v>
                </c:pt>
                <c:pt idx="440">
                  <c:v>218.63194749</c:v>
                </c:pt>
                <c:pt idx="441">
                  <c:v>218.71655792</c:v>
                </c:pt>
                <c:pt idx="442">
                  <c:v>218.61143263</c:v>
                </c:pt>
                <c:pt idx="443">
                  <c:v>218.47388251</c:v>
                </c:pt>
                <c:pt idx="444">
                  <c:v>218.75133148</c:v>
                </c:pt>
                <c:pt idx="445">
                  <c:v>218.58190396</c:v>
                </c:pt>
                <c:pt idx="446">
                  <c:v>218.70052837</c:v>
                </c:pt>
                <c:pt idx="447">
                  <c:v>218.82509941</c:v>
                </c:pt>
                <c:pt idx="448">
                  <c:v>218.65513063</c:v>
                </c:pt>
                <c:pt idx="449">
                  <c:v>218.77458975</c:v>
                </c:pt>
                <c:pt idx="450">
                  <c:v>218.5054646</c:v>
                </c:pt>
                <c:pt idx="451">
                  <c:v>218.72420349</c:v>
                </c:pt>
                <c:pt idx="452">
                  <c:v>218.8152623</c:v>
                </c:pt>
                <c:pt idx="453">
                  <c:v>218.80104799</c:v>
                </c:pt>
                <c:pt idx="454">
                  <c:v>218.75251042</c:v>
                </c:pt>
                <c:pt idx="455">
                  <c:v>218.7235612</c:v>
                </c:pt>
                <c:pt idx="456">
                  <c:v>218.79147353</c:v>
                </c:pt>
                <c:pt idx="457">
                  <c:v>218.78227409</c:v>
                </c:pt>
                <c:pt idx="458">
                  <c:v>218.59572807</c:v>
                </c:pt>
                <c:pt idx="459">
                  <c:v>218.5798112</c:v>
                </c:pt>
                <c:pt idx="460">
                  <c:v>218.73634633</c:v>
                </c:pt>
                <c:pt idx="461">
                  <c:v>218.82399081</c:v>
                </c:pt>
                <c:pt idx="462">
                  <c:v>218.74199809</c:v>
                </c:pt>
                <c:pt idx="463">
                  <c:v>218.5751519</c:v>
                </c:pt>
                <c:pt idx="464">
                  <c:v>218.70139384</c:v>
                </c:pt>
                <c:pt idx="465">
                  <c:v>218.65777817</c:v>
                </c:pt>
                <c:pt idx="466">
                  <c:v>218.60602795</c:v>
                </c:pt>
                <c:pt idx="467">
                  <c:v>218.57447517</c:v>
                </c:pt>
                <c:pt idx="468">
                  <c:v>218.70637524</c:v>
                </c:pt>
                <c:pt idx="469">
                  <c:v>218.56313353</c:v>
                </c:pt>
                <c:pt idx="470">
                  <c:v>218.66980293</c:v>
                </c:pt>
                <c:pt idx="471">
                  <c:v>218.68212778</c:v>
                </c:pt>
                <c:pt idx="472">
                  <c:v>218.64362505</c:v>
                </c:pt>
                <c:pt idx="473">
                  <c:v>218.67276396</c:v>
                </c:pt>
                <c:pt idx="474">
                  <c:v>218.72389833</c:v>
                </c:pt>
                <c:pt idx="475">
                  <c:v>218.54624104</c:v>
                </c:pt>
                <c:pt idx="476">
                  <c:v>218.58184161</c:v>
                </c:pt>
                <c:pt idx="477">
                  <c:v>218.43706895</c:v>
                </c:pt>
                <c:pt idx="478">
                  <c:v>218.52882416</c:v>
                </c:pt>
                <c:pt idx="479">
                  <c:v>218.57245198</c:v>
                </c:pt>
                <c:pt idx="480">
                  <c:v>218.59408449</c:v>
                </c:pt>
                <c:pt idx="481">
                  <c:v>218.51248567</c:v>
                </c:pt>
                <c:pt idx="482">
                  <c:v>218.59574287</c:v>
                </c:pt>
                <c:pt idx="483">
                  <c:v>218.51867384</c:v>
                </c:pt>
                <c:pt idx="484">
                  <c:v>218.39689365</c:v>
                </c:pt>
                <c:pt idx="485">
                  <c:v>218.417978</c:v>
                </c:pt>
                <c:pt idx="486">
                  <c:v>218.50498926</c:v>
                </c:pt>
                <c:pt idx="487">
                  <c:v>218.2781815</c:v>
                </c:pt>
                <c:pt idx="488">
                  <c:v>218.3607014</c:v>
                </c:pt>
                <c:pt idx="489">
                  <c:v>218.49121458</c:v>
                </c:pt>
                <c:pt idx="490">
                  <c:v>218.42307568</c:v>
                </c:pt>
                <c:pt idx="491">
                  <c:v>218.29422035</c:v>
                </c:pt>
                <c:pt idx="492">
                  <c:v>218.40955035</c:v>
                </c:pt>
                <c:pt idx="493">
                  <c:v>218.24607263</c:v>
                </c:pt>
                <c:pt idx="494">
                  <c:v>218.16573708</c:v>
                </c:pt>
                <c:pt idx="495">
                  <c:v>218.13259099</c:v>
                </c:pt>
                <c:pt idx="496">
                  <c:v>218.22601428</c:v>
                </c:pt>
                <c:pt idx="497">
                  <c:v>218.37175771</c:v>
                </c:pt>
                <c:pt idx="498">
                  <c:v>218.12803397</c:v>
                </c:pt>
                <c:pt idx="499">
                  <c:v>218.38541113</c:v>
                </c:pt>
                <c:pt idx="500">
                  <c:v>218.16861487</c:v>
                </c:pt>
                <c:pt idx="501">
                  <c:v>218.08194882</c:v>
                </c:pt>
                <c:pt idx="502">
                  <c:v>218.15681534</c:v>
                </c:pt>
                <c:pt idx="503">
                  <c:v>218.04116014</c:v>
                </c:pt>
                <c:pt idx="504">
                  <c:v>218.20712849</c:v>
                </c:pt>
                <c:pt idx="505">
                  <c:v>218.34538298</c:v>
                </c:pt>
                <c:pt idx="506">
                  <c:v>218.09530986</c:v>
                </c:pt>
                <c:pt idx="507">
                  <c:v>218.00249806</c:v>
                </c:pt>
                <c:pt idx="508">
                  <c:v>218.11050716</c:v>
                </c:pt>
                <c:pt idx="509">
                  <c:v>218.13349815</c:v>
                </c:pt>
                <c:pt idx="510">
                  <c:v>218.09704199</c:v>
                </c:pt>
                <c:pt idx="511">
                  <c:v>218.07604156</c:v>
                </c:pt>
                <c:pt idx="512">
                  <c:v>218.05744258</c:v>
                </c:pt>
                <c:pt idx="513">
                  <c:v>217.90499472</c:v>
                </c:pt>
                <c:pt idx="514">
                  <c:v>218.19002853</c:v>
                </c:pt>
                <c:pt idx="515">
                  <c:v>218.17406247</c:v>
                </c:pt>
                <c:pt idx="516">
                  <c:v>217.90883954</c:v>
                </c:pt>
                <c:pt idx="517">
                  <c:v>218.07288997</c:v>
                </c:pt>
                <c:pt idx="518">
                  <c:v>218.13607965</c:v>
                </c:pt>
                <c:pt idx="519">
                  <c:v>218.12195172</c:v>
                </c:pt>
                <c:pt idx="520">
                  <c:v>217.91423589</c:v>
                </c:pt>
                <c:pt idx="521">
                  <c:v>217.89931477</c:v>
                </c:pt>
                <c:pt idx="522">
                  <c:v>217.93223201</c:v>
                </c:pt>
                <c:pt idx="523">
                  <c:v>217.78961089</c:v>
                </c:pt>
                <c:pt idx="524">
                  <c:v>217.99698982</c:v>
                </c:pt>
                <c:pt idx="525">
                  <c:v>217.95222388</c:v>
                </c:pt>
                <c:pt idx="526">
                  <c:v>217.8626433</c:v>
                </c:pt>
                <c:pt idx="527">
                  <c:v>217.62792642</c:v>
                </c:pt>
                <c:pt idx="528">
                  <c:v>217.78312135</c:v>
                </c:pt>
                <c:pt idx="529">
                  <c:v>217.79414642</c:v>
                </c:pt>
                <c:pt idx="530">
                  <c:v>217.68412248</c:v>
                </c:pt>
                <c:pt idx="531">
                  <c:v>217.6977339</c:v>
                </c:pt>
                <c:pt idx="532">
                  <c:v>217.75173776</c:v>
                </c:pt>
                <c:pt idx="533">
                  <c:v>217.74687415</c:v>
                </c:pt>
                <c:pt idx="534">
                  <c:v>217.67978336</c:v>
                </c:pt>
                <c:pt idx="535">
                  <c:v>217.64392529</c:v>
                </c:pt>
                <c:pt idx="536">
                  <c:v>217.53428307</c:v>
                </c:pt>
                <c:pt idx="537">
                  <c:v>217.6481378</c:v>
                </c:pt>
                <c:pt idx="538">
                  <c:v>217.60995924</c:v>
                </c:pt>
                <c:pt idx="539">
                  <c:v>217.54663683</c:v>
                </c:pt>
                <c:pt idx="540">
                  <c:v>217.54969574</c:v>
                </c:pt>
                <c:pt idx="541">
                  <c:v>217.57496268</c:v>
                </c:pt>
                <c:pt idx="542">
                  <c:v>217.48562384</c:v>
                </c:pt>
                <c:pt idx="543">
                  <c:v>217.64959782</c:v>
                </c:pt>
                <c:pt idx="544">
                  <c:v>217.51114491</c:v>
                </c:pt>
                <c:pt idx="545">
                  <c:v>217.49633586</c:v>
                </c:pt>
                <c:pt idx="546">
                  <c:v>217.70645976</c:v>
                </c:pt>
                <c:pt idx="547">
                  <c:v>217.49485454</c:v>
                </c:pt>
                <c:pt idx="548">
                  <c:v>217.53068211</c:v>
                </c:pt>
                <c:pt idx="549">
                  <c:v>217.5037498</c:v>
                </c:pt>
                <c:pt idx="550">
                  <c:v>217.57890608</c:v>
                </c:pt>
                <c:pt idx="551">
                  <c:v>217.36155664</c:v>
                </c:pt>
                <c:pt idx="552">
                  <c:v>217.40988428</c:v>
                </c:pt>
                <c:pt idx="553">
                  <c:v>217.38033945</c:v>
                </c:pt>
                <c:pt idx="554">
                  <c:v>217.3814668</c:v>
                </c:pt>
                <c:pt idx="555">
                  <c:v>217.38629756</c:v>
                </c:pt>
                <c:pt idx="556">
                  <c:v>217.38650964</c:v>
                </c:pt>
                <c:pt idx="557">
                  <c:v>217.5103382</c:v>
                </c:pt>
                <c:pt idx="558">
                  <c:v>217.5855938</c:v>
                </c:pt>
                <c:pt idx="559">
                  <c:v>217.41948911</c:v>
                </c:pt>
                <c:pt idx="560">
                  <c:v>217.4357699</c:v>
                </c:pt>
                <c:pt idx="561">
                  <c:v>217.314955</c:v>
                </c:pt>
                <c:pt idx="562">
                  <c:v>217.34535876</c:v>
                </c:pt>
                <c:pt idx="563">
                  <c:v>217.24763908</c:v>
                </c:pt>
                <c:pt idx="564">
                  <c:v>217.59716052</c:v>
                </c:pt>
                <c:pt idx="565">
                  <c:v>217.41630992</c:v>
                </c:pt>
                <c:pt idx="566">
                  <c:v>217.50888483</c:v>
                </c:pt>
                <c:pt idx="567">
                  <c:v>217.36891789</c:v>
                </c:pt>
                <c:pt idx="568">
                  <c:v>217.56302066</c:v>
                </c:pt>
                <c:pt idx="569">
                  <c:v>217.33468137</c:v>
                </c:pt>
                <c:pt idx="570">
                  <c:v>217.43534488</c:v>
                </c:pt>
                <c:pt idx="571">
                  <c:v>217.4813998</c:v>
                </c:pt>
                <c:pt idx="572">
                  <c:v>217.35569571</c:v>
                </c:pt>
                <c:pt idx="573">
                  <c:v>217.26399654</c:v>
                </c:pt>
                <c:pt idx="574">
                  <c:v>217.21911932</c:v>
                </c:pt>
                <c:pt idx="575">
                  <c:v>217.36433952</c:v>
                </c:pt>
                <c:pt idx="576">
                  <c:v>217.26916734</c:v>
                </c:pt>
                <c:pt idx="577">
                  <c:v>217.23691267</c:v>
                </c:pt>
                <c:pt idx="578">
                  <c:v>217.51637431</c:v>
                </c:pt>
                <c:pt idx="579">
                  <c:v>217.2875188</c:v>
                </c:pt>
                <c:pt idx="580">
                  <c:v>217.49520888</c:v>
                </c:pt>
                <c:pt idx="581">
                  <c:v>217.23136134</c:v>
                </c:pt>
                <c:pt idx="582">
                  <c:v>217.30746696</c:v>
                </c:pt>
                <c:pt idx="583">
                  <c:v>217.33893253</c:v>
                </c:pt>
                <c:pt idx="584">
                  <c:v>217.53700255</c:v>
                </c:pt>
                <c:pt idx="585">
                  <c:v>217.39602769</c:v>
                </c:pt>
                <c:pt idx="586">
                  <c:v>217.42447086</c:v>
                </c:pt>
                <c:pt idx="587">
                  <c:v>217.5028512</c:v>
                </c:pt>
                <c:pt idx="588">
                  <c:v>217.54750912</c:v>
                </c:pt>
                <c:pt idx="589">
                  <c:v>217.42795345</c:v>
                </c:pt>
                <c:pt idx="590">
                  <c:v>217.56715332</c:v>
                </c:pt>
                <c:pt idx="591">
                  <c:v>217.37521185</c:v>
                </c:pt>
                <c:pt idx="592">
                  <c:v>217.61842014</c:v>
                </c:pt>
                <c:pt idx="593">
                  <c:v>217.51556592</c:v>
                </c:pt>
                <c:pt idx="594">
                  <c:v>217.45336526</c:v>
                </c:pt>
                <c:pt idx="595">
                  <c:v>217.59552113</c:v>
                </c:pt>
                <c:pt idx="596">
                  <c:v>217.53129367</c:v>
                </c:pt>
                <c:pt idx="597">
                  <c:v>217.51296628</c:v>
                </c:pt>
                <c:pt idx="598">
                  <c:v>217.57330368</c:v>
                </c:pt>
                <c:pt idx="599">
                  <c:v>217.4106825</c:v>
                </c:pt>
                <c:pt idx="600">
                  <c:v>217.41736777</c:v>
                </c:pt>
                <c:pt idx="601">
                  <c:v>217.4528795</c:v>
                </c:pt>
                <c:pt idx="602">
                  <c:v>217.37493402</c:v>
                </c:pt>
                <c:pt idx="603">
                  <c:v>217.34601604</c:v>
                </c:pt>
                <c:pt idx="604">
                  <c:v>217.3673606</c:v>
                </c:pt>
                <c:pt idx="605">
                  <c:v>217.36706485</c:v>
                </c:pt>
                <c:pt idx="606">
                  <c:v>217.34613745</c:v>
                </c:pt>
                <c:pt idx="607">
                  <c:v>217.28258307</c:v>
                </c:pt>
                <c:pt idx="608">
                  <c:v>217.39111104</c:v>
                </c:pt>
                <c:pt idx="609">
                  <c:v>217.24175623</c:v>
                </c:pt>
                <c:pt idx="610">
                  <c:v>217.51522127</c:v>
                </c:pt>
                <c:pt idx="611">
                  <c:v>217.49884375</c:v>
                </c:pt>
                <c:pt idx="612">
                  <c:v>217.36566197</c:v>
                </c:pt>
                <c:pt idx="613">
                  <c:v>217.42602299</c:v>
                </c:pt>
                <c:pt idx="614">
                  <c:v>217.41907468</c:v>
                </c:pt>
                <c:pt idx="615">
                  <c:v>217.54569884</c:v>
                </c:pt>
                <c:pt idx="616">
                  <c:v>217.35726912</c:v>
                </c:pt>
                <c:pt idx="617">
                  <c:v>217.25540683</c:v>
                </c:pt>
                <c:pt idx="618">
                  <c:v>217.29851076</c:v>
                </c:pt>
                <c:pt idx="619">
                  <c:v>217.27397772</c:v>
                </c:pt>
                <c:pt idx="620">
                  <c:v>217.44051065</c:v>
                </c:pt>
                <c:pt idx="621">
                  <c:v>217.28251567</c:v>
                </c:pt>
                <c:pt idx="622">
                  <c:v>217.25955449</c:v>
                </c:pt>
                <c:pt idx="623">
                  <c:v>217.29345036</c:v>
                </c:pt>
                <c:pt idx="624">
                  <c:v>217.20565411</c:v>
                </c:pt>
                <c:pt idx="625">
                  <c:v>217.35397333</c:v>
                </c:pt>
                <c:pt idx="626">
                  <c:v>217.331019</c:v>
                </c:pt>
                <c:pt idx="627">
                  <c:v>217.35710812</c:v>
                </c:pt>
                <c:pt idx="628">
                  <c:v>217.17066121</c:v>
                </c:pt>
                <c:pt idx="629">
                  <c:v>217.34504205</c:v>
                </c:pt>
                <c:pt idx="630">
                  <c:v>217.28151524</c:v>
                </c:pt>
                <c:pt idx="631">
                  <c:v>217.23211153</c:v>
                </c:pt>
                <c:pt idx="632">
                  <c:v>217.36211505</c:v>
                </c:pt>
                <c:pt idx="633">
                  <c:v>217.30367264</c:v>
                </c:pt>
                <c:pt idx="634">
                  <c:v>217.33779468</c:v>
                </c:pt>
                <c:pt idx="635">
                  <c:v>217.33749942</c:v>
                </c:pt>
                <c:pt idx="636">
                  <c:v>217.22883926</c:v>
                </c:pt>
                <c:pt idx="637">
                  <c:v>217.39379477</c:v>
                </c:pt>
                <c:pt idx="638">
                  <c:v>217.26317532</c:v>
                </c:pt>
                <c:pt idx="639">
                  <c:v>217.44923398</c:v>
                </c:pt>
                <c:pt idx="640">
                  <c:v>217.34251137</c:v>
                </c:pt>
                <c:pt idx="641">
                  <c:v>217.3533461</c:v>
                </c:pt>
                <c:pt idx="642">
                  <c:v>217.36147385</c:v>
                </c:pt>
                <c:pt idx="643">
                  <c:v>217.3050076</c:v>
                </c:pt>
                <c:pt idx="644">
                  <c:v>217.37969357</c:v>
                </c:pt>
                <c:pt idx="645">
                  <c:v>217.46790523</c:v>
                </c:pt>
                <c:pt idx="646">
                  <c:v>217.31348711</c:v>
                </c:pt>
                <c:pt idx="647">
                  <c:v>217.4863071</c:v>
                </c:pt>
                <c:pt idx="648">
                  <c:v>217.28775847</c:v>
                </c:pt>
                <c:pt idx="649">
                  <c:v>217.51136749</c:v>
                </c:pt>
                <c:pt idx="650">
                  <c:v>217.49494791</c:v>
                </c:pt>
                <c:pt idx="651">
                  <c:v>217.52632007</c:v>
                </c:pt>
                <c:pt idx="652">
                  <c:v>217.47614034</c:v>
                </c:pt>
                <c:pt idx="653">
                  <c:v>217.40682881</c:v>
                </c:pt>
                <c:pt idx="654">
                  <c:v>217.40099199</c:v>
                </c:pt>
                <c:pt idx="655">
                  <c:v>217.36847957</c:v>
                </c:pt>
                <c:pt idx="656">
                  <c:v>217.41360774</c:v>
                </c:pt>
                <c:pt idx="657">
                  <c:v>217.40587564</c:v>
                </c:pt>
                <c:pt idx="658">
                  <c:v>217.61544051</c:v>
                </c:pt>
                <c:pt idx="659">
                  <c:v>217.32325058</c:v>
                </c:pt>
                <c:pt idx="660">
                  <c:v>217.56123959</c:v>
                </c:pt>
                <c:pt idx="661">
                  <c:v>217.36657768</c:v>
                </c:pt>
                <c:pt idx="662">
                  <c:v>217.60635289</c:v>
                </c:pt>
                <c:pt idx="663">
                  <c:v>217.52633652</c:v>
                </c:pt>
                <c:pt idx="664">
                  <c:v>217.52366635</c:v>
                </c:pt>
                <c:pt idx="665">
                  <c:v>217.66253</c:v>
                </c:pt>
                <c:pt idx="666">
                  <c:v>217.60921916</c:v>
                </c:pt>
                <c:pt idx="667">
                  <c:v>217.43382794</c:v>
                </c:pt>
                <c:pt idx="668">
                  <c:v>217.42751956</c:v>
                </c:pt>
                <c:pt idx="669">
                  <c:v>217.69691589</c:v>
                </c:pt>
                <c:pt idx="670">
                  <c:v>217.43860852</c:v>
                </c:pt>
                <c:pt idx="671">
                  <c:v>217.5543582</c:v>
                </c:pt>
                <c:pt idx="672">
                  <c:v>217.69505783</c:v>
                </c:pt>
                <c:pt idx="673">
                  <c:v>217.49110251</c:v>
                </c:pt>
                <c:pt idx="674">
                  <c:v>217.65047093</c:v>
                </c:pt>
                <c:pt idx="675">
                  <c:v>217.55517485</c:v>
                </c:pt>
                <c:pt idx="676">
                  <c:v>217.32152992</c:v>
                </c:pt>
                <c:pt idx="677">
                  <c:v>217.41083351</c:v>
                </c:pt>
                <c:pt idx="678">
                  <c:v>217.56538129</c:v>
                </c:pt>
                <c:pt idx="679">
                  <c:v>217.65313489</c:v>
                </c:pt>
                <c:pt idx="680">
                  <c:v>217.30766502</c:v>
                </c:pt>
                <c:pt idx="681">
                  <c:v>217.40116179</c:v>
                </c:pt>
                <c:pt idx="682">
                  <c:v>217.57330402</c:v>
                </c:pt>
                <c:pt idx="683">
                  <c:v>217.61477715</c:v>
                </c:pt>
                <c:pt idx="684">
                  <c:v>217.41294099</c:v>
                </c:pt>
                <c:pt idx="685">
                  <c:v>217.47634401</c:v>
                </c:pt>
                <c:pt idx="686">
                  <c:v>217.43073222</c:v>
                </c:pt>
                <c:pt idx="687">
                  <c:v>217.38360614</c:v>
                </c:pt>
                <c:pt idx="688">
                  <c:v>217.42712347</c:v>
                </c:pt>
                <c:pt idx="689">
                  <c:v>217.44070229</c:v>
                </c:pt>
                <c:pt idx="690">
                  <c:v>217.38828189</c:v>
                </c:pt>
                <c:pt idx="691">
                  <c:v>217.30581694</c:v>
                </c:pt>
                <c:pt idx="692">
                  <c:v>217.42799287</c:v>
                </c:pt>
                <c:pt idx="693">
                  <c:v>217.3912881</c:v>
                </c:pt>
                <c:pt idx="694">
                  <c:v>217.33000078</c:v>
                </c:pt>
                <c:pt idx="695">
                  <c:v>217.15972881</c:v>
                </c:pt>
                <c:pt idx="696">
                  <c:v>217.1875472</c:v>
                </c:pt>
                <c:pt idx="697">
                  <c:v>217.08299666</c:v>
                </c:pt>
                <c:pt idx="698">
                  <c:v>217.26335121</c:v>
                </c:pt>
                <c:pt idx="699">
                  <c:v>217.21357416</c:v>
                </c:pt>
                <c:pt idx="700">
                  <c:v>217.02264828</c:v>
                </c:pt>
                <c:pt idx="701">
                  <c:v>217.06938814</c:v>
                </c:pt>
                <c:pt idx="702">
                  <c:v>217.09661366</c:v>
                </c:pt>
                <c:pt idx="703">
                  <c:v>217.24058961</c:v>
                </c:pt>
                <c:pt idx="704">
                  <c:v>217.1433663</c:v>
                </c:pt>
                <c:pt idx="705">
                  <c:v>217.11072729</c:v>
                </c:pt>
                <c:pt idx="706">
                  <c:v>217.15541592</c:v>
                </c:pt>
                <c:pt idx="707">
                  <c:v>216.97612642</c:v>
                </c:pt>
                <c:pt idx="708">
                  <c:v>217.07112994</c:v>
                </c:pt>
                <c:pt idx="709">
                  <c:v>217.03586478</c:v>
                </c:pt>
                <c:pt idx="710">
                  <c:v>216.95939215</c:v>
                </c:pt>
                <c:pt idx="711">
                  <c:v>217.17607587</c:v>
                </c:pt>
                <c:pt idx="712">
                  <c:v>217.03765921</c:v>
                </c:pt>
                <c:pt idx="713">
                  <c:v>216.99618388</c:v>
                </c:pt>
                <c:pt idx="714">
                  <c:v>217.12406706</c:v>
                </c:pt>
                <c:pt idx="715">
                  <c:v>217.06710655</c:v>
                </c:pt>
                <c:pt idx="716">
                  <c:v>217.09337909</c:v>
                </c:pt>
                <c:pt idx="717">
                  <c:v>217.05086818</c:v>
                </c:pt>
                <c:pt idx="718">
                  <c:v>216.86084338</c:v>
                </c:pt>
                <c:pt idx="719">
                  <c:v>217.05790605</c:v>
                </c:pt>
                <c:pt idx="720">
                  <c:v>217.16447537</c:v>
                </c:pt>
                <c:pt idx="721">
                  <c:v>216.8840475</c:v>
                </c:pt>
                <c:pt idx="722">
                  <c:v>217.08787946</c:v>
                </c:pt>
                <c:pt idx="723">
                  <c:v>216.70121678</c:v>
                </c:pt>
                <c:pt idx="724">
                  <c:v>216.84506763</c:v>
                </c:pt>
                <c:pt idx="725">
                  <c:v>216.92639337</c:v>
                </c:pt>
                <c:pt idx="726">
                  <c:v>216.96893288</c:v>
                </c:pt>
                <c:pt idx="727">
                  <c:v>216.9144798</c:v>
                </c:pt>
                <c:pt idx="728">
                  <c:v>217.10220581</c:v>
                </c:pt>
                <c:pt idx="729">
                  <c:v>216.92256013</c:v>
                </c:pt>
                <c:pt idx="730">
                  <c:v>216.76777284</c:v>
                </c:pt>
                <c:pt idx="731">
                  <c:v>216.81006598</c:v>
                </c:pt>
                <c:pt idx="732">
                  <c:v>216.70812762</c:v>
                </c:pt>
                <c:pt idx="733">
                  <c:v>216.95055844</c:v>
                </c:pt>
                <c:pt idx="734">
                  <c:v>216.92827765</c:v>
                </c:pt>
                <c:pt idx="735">
                  <c:v>216.83139896</c:v>
                </c:pt>
                <c:pt idx="736">
                  <c:v>216.9693087</c:v>
                </c:pt>
                <c:pt idx="737">
                  <c:v>216.64086302</c:v>
                </c:pt>
                <c:pt idx="738">
                  <c:v>216.66334251</c:v>
                </c:pt>
                <c:pt idx="739">
                  <c:v>216.96922214</c:v>
                </c:pt>
                <c:pt idx="740">
                  <c:v>216.73014546</c:v>
                </c:pt>
                <c:pt idx="741">
                  <c:v>216.68261777</c:v>
                </c:pt>
                <c:pt idx="742">
                  <c:v>216.69589677</c:v>
                </c:pt>
                <c:pt idx="743">
                  <c:v>216.8066498</c:v>
                </c:pt>
                <c:pt idx="744">
                  <c:v>216.81305</c:v>
                </c:pt>
                <c:pt idx="745">
                  <c:v>216.76200328</c:v>
                </c:pt>
                <c:pt idx="746">
                  <c:v>216.64623019</c:v>
                </c:pt>
                <c:pt idx="747">
                  <c:v>216.77163492</c:v>
                </c:pt>
                <c:pt idx="748">
                  <c:v>216.69708813</c:v>
                </c:pt>
                <c:pt idx="749">
                  <c:v>216.75776888</c:v>
                </c:pt>
                <c:pt idx="750">
                  <c:v>216.71089375</c:v>
                </c:pt>
                <c:pt idx="751">
                  <c:v>216.64742169</c:v>
                </c:pt>
                <c:pt idx="752">
                  <c:v>216.79723537</c:v>
                </c:pt>
                <c:pt idx="753">
                  <c:v>216.72898647</c:v>
                </c:pt>
                <c:pt idx="754">
                  <c:v>216.82612366</c:v>
                </c:pt>
                <c:pt idx="755">
                  <c:v>216.65005083</c:v>
                </c:pt>
                <c:pt idx="756">
                  <c:v>216.61721851</c:v>
                </c:pt>
                <c:pt idx="757">
                  <c:v>216.74722775</c:v>
                </c:pt>
                <c:pt idx="758">
                  <c:v>216.67771098</c:v>
                </c:pt>
                <c:pt idx="759">
                  <c:v>216.82029797</c:v>
                </c:pt>
                <c:pt idx="760">
                  <c:v>216.8425815</c:v>
                </c:pt>
                <c:pt idx="761">
                  <c:v>216.74643872</c:v>
                </c:pt>
                <c:pt idx="762">
                  <c:v>216.81910249</c:v>
                </c:pt>
                <c:pt idx="763">
                  <c:v>216.79084554</c:v>
                </c:pt>
                <c:pt idx="764">
                  <c:v>216.71851001</c:v>
                </c:pt>
                <c:pt idx="765">
                  <c:v>216.75235435</c:v>
                </c:pt>
                <c:pt idx="766">
                  <c:v>216.63970842</c:v>
                </c:pt>
                <c:pt idx="767">
                  <c:v>216.63812866</c:v>
                </c:pt>
                <c:pt idx="768">
                  <c:v>216.69031323</c:v>
                </c:pt>
                <c:pt idx="769">
                  <c:v>216.59033899</c:v>
                </c:pt>
                <c:pt idx="770">
                  <c:v>216.69210274</c:v>
                </c:pt>
                <c:pt idx="771">
                  <c:v>216.68855441</c:v>
                </c:pt>
                <c:pt idx="772">
                  <c:v>216.60559889</c:v>
                </c:pt>
                <c:pt idx="773">
                  <c:v>216.62655698</c:v>
                </c:pt>
                <c:pt idx="774">
                  <c:v>216.62340892</c:v>
                </c:pt>
                <c:pt idx="775">
                  <c:v>216.73971255</c:v>
                </c:pt>
                <c:pt idx="776">
                  <c:v>216.73808453</c:v>
                </c:pt>
                <c:pt idx="777">
                  <c:v>216.68829509</c:v>
                </c:pt>
                <c:pt idx="778">
                  <c:v>216.77685393</c:v>
                </c:pt>
                <c:pt idx="779">
                  <c:v>216.84971078</c:v>
                </c:pt>
                <c:pt idx="780">
                  <c:v>216.62045218</c:v>
                </c:pt>
                <c:pt idx="781">
                  <c:v>216.81440814</c:v>
                </c:pt>
                <c:pt idx="782">
                  <c:v>216.74140659</c:v>
                </c:pt>
                <c:pt idx="783">
                  <c:v>216.67330896</c:v>
                </c:pt>
                <c:pt idx="784">
                  <c:v>216.6696505</c:v>
                </c:pt>
                <c:pt idx="785">
                  <c:v>216.76992186</c:v>
                </c:pt>
                <c:pt idx="786">
                  <c:v>216.73799332</c:v>
                </c:pt>
                <c:pt idx="787">
                  <c:v>216.75647862</c:v>
                </c:pt>
                <c:pt idx="788">
                  <c:v>216.6950914</c:v>
                </c:pt>
                <c:pt idx="789">
                  <c:v>216.56434499</c:v>
                </c:pt>
                <c:pt idx="790">
                  <c:v>216.84529765</c:v>
                </c:pt>
                <c:pt idx="791">
                  <c:v>216.71569666</c:v>
                </c:pt>
                <c:pt idx="792">
                  <c:v>216.75940274</c:v>
                </c:pt>
                <c:pt idx="793">
                  <c:v>216.84466647</c:v>
                </c:pt>
                <c:pt idx="794">
                  <c:v>216.80161949</c:v>
                </c:pt>
                <c:pt idx="795">
                  <c:v>216.62641946</c:v>
                </c:pt>
                <c:pt idx="796">
                  <c:v>216.81932947</c:v>
                </c:pt>
                <c:pt idx="797">
                  <c:v>216.60697366</c:v>
                </c:pt>
                <c:pt idx="798">
                  <c:v>216.66757742</c:v>
                </c:pt>
                <c:pt idx="799">
                  <c:v>216.50774232</c:v>
                </c:pt>
                <c:pt idx="800">
                  <c:v>216.59565727</c:v>
                </c:pt>
                <c:pt idx="801">
                  <c:v>216.69301872</c:v>
                </c:pt>
                <c:pt idx="802">
                  <c:v>216.67059868</c:v>
                </c:pt>
                <c:pt idx="803">
                  <c:v>216.65301883</c:v>
                </c:pt>
                <c:pt idx="804">
                  <c:v>216.51752144</c:v>
                </c:pt>
                <c:pt idx="805">
                  <c:v>216.64363905</c:v>
                </c:pt>
                <c:pt idx="806">
                  <c:v>216.56247804</c:v>
                </c:pt>
                <c:pt idx="807">
                  <c:v>216.70289064</c:v>
                </c:pt>
                <c:pt idx="808">
                  <c:v>216.63471092</c:v>
                </c:pt>
                <c:pt idx="809">
                  <c:v>216.71942032</c:v>
                </c:pt>
                <c:pt idx="810">
                  <c:v>216.74906348</c:v>
                </c:pt>
                <c:pt idx="811">
                  <c:v>216.6447054</c:v>
                </c:pt>
                <c:pt idx="812">
                  <c:v>216.58572397</c:v>
                </c:pt>
                <c:pt idx="813">
                  <c:v>216.48912236</c:v>
                </c:pt>
                <c:pt idx="814">
                  <c:v>216.62130969</c:v>
                </c:pt>
                <c:pt idx="815">
                  <c:v>216.70923509</c:v>
                </c:pt>
                <c:pt idx="816">
                  <c:v>216.75441711</c:v>
                </c:pt>
                <c:pt idx="817">
                  <c:v>216.73873245</c:v>
                </c:pt>
                <c:pt idx="818">
                  <c:v>216.80419118</c:v>
                </c:pt>
                <c:pt idx="819">
                  <c:v>216.58218414</c:v>
                </c:pt>
                <c:pt idx="820">
                  <c:v>216.76075113</c:v>
                </c:pt>
                <c:pt idx="821">
                  <c:v>216.68702325</c:v>
                </c:pt>
                <c:pt idx="822">
                  <c:v>216.63917593</c:v>
                </c:pt>
                <c:pt idx="823">
                  <c:v>216.67203946</c:v>
                </c:pt>
                <c:pt idx="824">
                  <c:v>216.53409232</c:v>
                </c:pt>
                <c:pt idx="825">
                  <c:v>216.70180434</c:v>
                </c:pt>
                <c:pt idx="826">
                  <c:v>216.57135081</c:v>
                </c:pt>
                <c:pt idx="827">
                  <c:v>216.6551765</c:v>
                </c:pt>
                <c:pt idx="828">
                  <c:v>216.56029239</c:v>
                </c:pt>
                <c:pt idx="829">
                  <c:v>216.63335413</c:v>
                </c:pt>
                <c:pt idx="830">
                  <c:v>216.64497319</c:v>
                </c:pt>
                <c:pt idx="831">
                  <c:v>216.72311618</c:v>
                </c:pt>
                <c:pt idx="832">
                  <c:v>216.61311702</c:v>
                </c:pt>
                <c:pt idx="833">
                  <c:v>216.59626311</c:v>
                </c:pt>
                <c:pt idx="834">
                  <c:v>216.54412241</c:v>
                </c:pt>
                <c:pt idx="835">
                  <c:v>216.54905078</c:v>
                </c:pt>
                <c:pt idx="836">
                  <c:v>216.85059416</c:v>
                </c:pt>
                <c:pt idx="837">
                  <c:v>216.65175807</c:v>
                </c:pt>
                <c:pt idx="838">
                  <c:v>216.72954138</c:v>
                </c:pt>
                <c:pt idx="839">
                  <c:v>216.56127119</c:v>
                </c:pt>
                <c:pt idx="840">
                  <c:v>216.73222009</c:v>
                </c:pt>
                <c:pt idx="841">
                  <c:v>216.70494582</c:v>
                </c:pt>
                <c:pt idx="842">
                  <c:v>216.60847427</c:v>
                </c:pt>
                <c:pt idx="843">
                  <c:v>216.6715872</c:v>
                </c:pt>
                <c:pt idx="844">
                  <c:v>216.5470674</c:v>
                </c:pt>
                <c:pt idx="845">
                  <c:v>216.68598068</c:v>
                </c:pt>
                <c:pt idx="846">
                  <c:v>216.71113541</c:v>
                </c:pt>
                <c:pt idx="847">
                  <c:v>216.68205284</c:v>
                </c:pt>
                <c:pt idx="848">
                  <c:v>216.81573146</c:v>
                </c:pt>
                <c:pt idx="849">
                  <c:v>216.76357504</c:v>
                </c:pt>
                <c:pt idx="850">
                  <c:v>216.6796169</c:v>
                </c:pt>
                <c:pt idx="851">
                  <c:v>216.62511406</c:v>
                </c:pt>
                <c:pt idx="852">
                  <c:v>216.66952432</c:v>
                </c:pt>
                <c:pt idx="853">
                  <c:v>216.51919319</c:v>
                </c:pt>
                <c:pt idx="854">
                  <c:v>216.47947476</c:v>
                </c:pt>
                <c:pt idx="855">
                  <c:v>216.77677119</c:v>
                </c:pt>
                <c:pt idx="856">
                  <c:v>216.67581306</c:v>
                </c:pt>
                <c:pt idx="857">
                  <c:v>216.62382921</c:v>
                </c:pt>
                <c:pt idx="858">
                  <c:v>216.6179351</c:v>
                </c:pt>
                <c:pt idx="859">
                  <c:v>216.54719289</c:v>
                </c:pt>
                <c:pt idx="860">
                  <c:v>216.61830927</c:v>
                </c:pt>
                <c:pt idx="861">
                  <c:v>216.46697238</c:v>
                </c:pt>
                <c:pt idx="862">
                  <c:v>216.57952255</c:v>
                </c:pt>
                <c:pt idx="863">
                  <c:v>216.57394154</c:v>
                </c:pt>
                <c:pt idx="864">
                  <c:v>216.74914215</c:v>
                </c:pt>
                <c:pt idx="865">
                  <c:v>216.49373166</c:v>
                </c:pt>
                <c:pt idx="866">
                  <c:v>216.54578847</c:v>
                </c:pt>
                <c:pt idx="867">
                  <c:v>216.59230098</c:v>
                </c:pt>
                <c:pt idx="868">
                  <c:v>216.66430345</c:v>
                </c:pt>
                <c:pt idx="869">
                  <c:v>216.58324295</c:v>
                </c:pt>
                <c:pt idx="870">
                  <c:v>216.48395676</c:v>
                </c:pt>
                <c:pt idx="871">
                  <c:v>216.56784261</c:v>
                </c:pt>
                <c:pt idx="872">
                  <c:v>216.45308022</c:v>
                </c:pt>
                <c:pt idx="873">
                  <c:v>216.68091599</c:v>
                </c:pt>
                <c:pt idx="874">
                  <c:v>216.34342154</c:v>
                </c:pt>
                <c:pt idx="875">
                  <c:v>216.41709674</c:v>
                </c:pt>
                <c:pt idx="876">
                  <c:v>216.38964305</c:v>
                </c:pt>
                <c:pt idx="877">
                  <c:v>216.34295366</c:v>
                </c:pt>
                <c:pt idx="878">
                  <c:v>216.42274664</c:v>
                </c:pt>
                <c:pt idx="879">
                  <c:v>216.31292938</c:v>
                </c:pt>
                <c:pt idx="880">
                  <c:v>216.33899086</c:v>
                </c:pt>
                <c:pt idx="881">
                  <c:v>216.38956302</c:v>
                </c:pt>
                <c:pt idx="882">
                  <c:v>216.58009125</c:v>
                </c:pt>
                <c:pt idx="883">
                  <c:v>216.41147195</c:v>
                </c:pt>
                <c:pt idx="884">
                  <c:v>216.48664734</c:v>
                </c:pt>
                <c:pt idx="885">
                  <c:v>216.36623022</c:v>
                </c:pt>
                <c:pt idx="886">
                  <c:v>216.42436288</c:v>
                </c:pt>
                <c:pt idx="887">
                  <c:v>216.3128942</c:v>
                </c:pt>
                <c:pt idx="888">
                  <c:v>216.28205606</c:v>
                </c:pt>
                <c:pt idx="889">
                  <c:v>216.39702046</c:v>
                </c:pt>
                <c:pt idx="890">
                  <c:v>216.36123785</c:v>
                </c:pt>
                <c:pt idx="891">
                  <c:v>216.33218973</c:v>
                </c:pt>
                <c:pt idx="892">
                  <c:v>216.58131158</c:v>
                </c:pt>
                <c:pt idx="893">
                  <c:v>216.2500369</c:v>
                </c:pt>
                <c:pt idx="894">
                  <c:v>216.47664725</c:v>
                </c:pt>
                <c:pt idx="895">
                  <c:v>216.40756271</c:v>
                </c:pt>
                <c:pt idx="896">
                  <c:v>216.26331511</c:v>
                </c:pt>
                <c:pt idx="897">
                  <c:v>216.29471329</c:v>
                </c:pt>
                <c:pt idx="898">
                  <c:v>216.24824113</c:v>
                </c:pt>
                <c:pt idx="899">
                  <c:v>216.43326836</c:v>
                </c:pt>
                <c:pt idx="900">
                  <c:v>216.26255013</c:v>
                </c:pt>
                <c:pt idx="901">
                  <c:v>216.34720369</c:v>
                </c:pt>
                <c:pt idx="902">
                  <c:v>216.39641844</c:v>
                </c:pt>
                <c:pt idx="903">
                  <c:v>216.52868976</c:v>
                </c:pt>
                <c:pt idx="904">
                  <c:v>216.23830263</c:v>
                </c:pt>
                <c:pt idx="905">
                  <c:v>216.45304335</c:v>
                </c:pt>
                <c:pt idx="906">
                  <c:v>216.45985779</c:v>
                </c:pt>
                <c:pt idx="907">
                  <c:v>216.37839639</c:v>
                </c:pt>
                <c:pt idx="908">
                  <c:v>216.17254851</c:v>
                </c:pt>
                <c:pt idx="909">
                  <c:v>216.42720476</c:v>
                </c:pt>
                <c:pt idx="910">
                  <c:v>216.30349652</c:v>
                </c:pt>
                <c:pt idx="911">
                  <c:v>216.35706941</c:v>
                </c:pt>
                <c:pt idx="912">
                  <c:v>216.27106755</c:v>
                </c:pt>
                <c:pt idx="913">
                  <c:v>216.2109579</c:v>
                </c:pt>
                <c:pt idx="914">
                  <c:v>216.41427574</c:v>
                </c:pt>
                <c:pt idx="915">
                  <c:v>216.29678421</c:v>
                </c:pt>
                <c:pt idx="916">
                  <c:v>216.38923401</c:v>
                </c:pt>
                <c:pt idx="917">
                  <c:v>216.41822435</c:v>
                </c:pt>
                <c:pt idx="918">
                  <c:v>216.35319089</c:v>
                </c:pt>
                <c:pt idx="919">
                  <c:v>216.26831232</c:v>
                </c:pt>
                <c:pt idx="920">
                  <c:v>216.33823106</c:v>
                </c:pt>
                <c:pt idx="921">
                  <c:v>216.46988824</c:v>
                </c:pt>
                <c:pt idx="922">
                  <c:v>216.5460419</c:v>
                </c:pt>
                <c:pt idx="923">
                  <c:v>216.37910963</c:v>
                </c:pt>
                <c:pt idx="924">
                  <c:v>216.46284621</c:v>
                </c:pt>
                <c:pt idx="925">
                  <c:v>216.51652426</c:v>
                </c:pt>
                <c:pt idx="926">
                  <c:v>216.27913472</c:v>
                </c:pt>
                <c:pt idx="927">
                  <c:v>216.50836905</c:v>
                </c:pt>
                <c:pt idx="928">
                  <c:v>216.4828875</c:v>
                </c:pt>
                <c:pt idx="929">
                  <c:v>216.32836537</c:v>
                </c:pt>
                <c:pt idx="930">
                  <c:v>216.39661554</c:v>
                </c:pt>
                <c:pt idx="931">
                  <c:v>216.41866576</c:v>
                </c:pt>
                <c:pt idx="932">
                  <c:v>216.31625197</c:v>
                </c:pt>
                <c:pt idx="933">
                  <c:v>216.41393976</c:v>
                </c:pt>
                <c:pt idx="934">
                  <c:v>216.17162062</c:v>
                </c:pt>
                <c:pt idx="935">
                  <c:v>216.36956158</c:v>
                </c:pt>
                <c:pt idx="936">
                  <c:v>216.3378987</c:v>
                </c:pt>
                <c:pt idx="937">
                  <c:v>216.52652359</c:v>
                </c:pt>
                <c:pt idx="938">
                  <c:v>216.35189662</c:v>
                </c:pt>
                <c:pt idx="939">
                  <c:v>216.55322137</c:v>
                </c:pt>
                <c:pt idx="940">
                  <c:v>216.50881245</c:v>
                </c:pt>
                <c:pt idx="941">
                  <c:v>216.36421617</c:v>
                </c:pt>
                <c:pt idx="942">
                  <c:v>216.3505489</c:v>
                </c:pt>
                <c:pt idx="943">
                  <c:v>216.48272147</c:v>
                </c:pt>
                <c:pt idx="944">
                  <c:v>216.34116991</c:v>
                </c:pt>
                <c:pt idx="945">
                  <c:v>216.36846965</c:v>
                </c:pt>
                <c:pt idx="946">
                  <c:v>216.34983035</c:v>
                </c:pt>
                <c:pt idx="947">
                  <c:v>216.35885164</c:v>
                </c:pt>
                <c:pt idx="948">
                  <c:v>216.29786725</c:v>
                </c:pt>
                <c:pt idx="949">
                  <c:v>216.38956111</c:v>
                </c:pt>
                <c:pt idx="950">
                  <c:v>216.35586075</c:v>
                </c:pt>
                <c:pt idx="951">
                  <c:v>216.4009494</c:v>
                </c:pt>
                <c:pt idx="952">
                  <c:v>216.30939069</c:v>
                </c:pt>
                <c:pt idx="953">
                  <c:v>216.34743002</c:v>
                </c:pt>
                <c:pt idx="954">
                  <c:v>216.30740192</c:v>
                </c:pt>
                <c:pt idx="955">
                  <c:v>216.49564001</c:v>
                </c:pt>
                <c:pt idx="956">
                  <c:v>216.37529968</c:v>
                </c:pt>
                <c:pt idx="957">
                  <c:v>216.18496712</c:v>
                </c:pt>
                <c:pt idx="958">
                  <c:v>216.44742075</c:v>
                </c:pt>
                <c:pt idx="959">
                  <c:v>216.2903268</c:v>
                </c:pt>
                <c:pt idx="960">
                  <c:v>216.45327322</c:v>
                </c:pt>
                <c:pt idx="961">
                  <c:v>216.23567427</c:v>
                </c:pt>
                <c:pt idx="962">
                  <c:v>216.31141048</c:v>
                </c:pt>
                <c:pt idx="963">
                  <c:v>216.26687679</c:v>
                </c:pt>
                <c:pt idx="964">
                  <c:v>216.30945486</c:v>
                </c:pt>
                <c:pt idx="965">
                  <c:v>216.27970328</c:v>
                </c:pt>
                <c:pt idx="966">
                  <c:v>216.14503268</c:v>
                </c:pt>
                <c:pt idx="967">
                  <c:v>216.16313544</c:v>
                </c:pt>
                <c:pt idx="968">
                  <c:v>216.41546989</c:v>
                </c:pt>
                <c:pt idx="969">
                  <c:v>216.29448351</c:v>
                </c:pt>
                <c:pt idx="970">
                  <c:v>216.44593013</c:v>
                </c:pt>
                <c:pt idx="971">
                  <c:v>216.42394548</c:v>
                </c:pt>
                <c:pt idx="972">
                  <c:v>216.28805872</c:v>
                </c:pt>
                <c:pt idx="973">
                  <c:v>216.16413828</c:v>
                </c:pt>
                <c:pt idx="974">
                  <c:v>216.28375594</c:v>
                </c:pt>
                <c:pt idx="975">
                  <c:v>216.55437099</c:v>
                </c:pt>
                <c:pt idx="976">
                  <c:v>216.5217778</c:v>
                </c:pt>
                <c:pt idx="977">
                  <c:v>216.44481712</c:v>
                </c:pt>
                <c:pt idx="978">
                  <c:v>216.4065209</c:v>
                </c:pt>
                <c:pt idx="979">
                  <c:v>216.3951181</c:v>
                </c:pt>
                <c:pt idx="980">
                  <c:v>216.20700896</c:v>
                </c:pt>
                <c:pt idx="981">
                  <c:v>216.41703738</c:v>
                </c:pt>
                <c:pt idx="982">
                  <c:v>216.34218697</c:v>
                </c:pt>
                <c:pt idx="983">
                  <c:v>216.48960919</c:v>
                </c:pt>
                <c:pt idx="984">
                  <c:v>216.34152165</c:v>
                </c:pt>
                <c:pt idx="985">
                  <c:v>216.16075758</c:v>
                </c:pt>
                <c:pt idx="986">
                  <c:v>216.49493185</c:v>
                </c:pt>
                <c:pt idx="987">
                  <c:v>216.36894577</c:v>
                </c:pt>
                <c:pt idx="988">
                  <c:v>216.48256245</c:v>
                </c:pt>
                <c:pt idx="989">
                  <c:v>216.3968532</c:v>
                </c:pt>
                <c:pt idx="990">
                  <c:v>216.41999156</c:v>
                </c:pt>
                <c:pt idx="991">
                  <c:v>216.51595313</c:v>
                </c:pt>
                <c:pt idx="992">
                  <c:v>216.36411858</c:v>
                </c:pt>
                <c:pt idx="993">
                  <c:v>216.52110931</c:v>
                </c:pt>
                <c:pt idx="994">
                  <c:v>216.4519202</c:v>
                </c:pt>
                <c:pt idx="995">
                  <c:v>216.48654219</c:v>
                </c:pt>
                <c:pt idx="996">
                  <c:v>216.3252328</c:v>
                </c:pt>
                <c:pt idx="997">
                  <c:v>216.31362227</c:v>
                </c:pt>
                <c:pt idx="998">
                  <c:v>216.24347743</c:v>
                </c:pt>
                <c:pt idx="999">
                  <c:v>216.31460489</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8DFE7"/>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10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Host updates (thousands)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25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plotArea>
      <c:scatterChart>
        <c:scatterStyle val="line"/>
        <c:ser>
          <c:idx val="0"/>
          <c:order val="0"/>
          <c:tx>
            <c:v>Host</c:v>
          </c:tx>
          <c:spPr>
            <a:ln xmlns:a="http://schemas.openxmlformats.org/drawingml/2006/main" w="15240">
              <a:solidFill>
                <a:srgbClr val="20365C"/>
              </a:solidFill>
            </a:ln>
          </c:spPr>
          <c:marker>
            <c:symbol val="none"/>
          </c:marker>
          <c:xVal>
            <c:numRef>
              <c:f>'Chart Data'!$A$2:$A$1001</c:f>
              <c:numCache>
                <c:formatCode>General</c:formatCode>
                <c:ptCount val="10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numCache>
            </c:numRef>
          </c:xVal>
          <c:yVal>
            <c:numRef>
              <c:f>'Chart Data'!$B$2:$B$1001</c:f>
              <c:numCache>
                <c:formatCode>General</c:formatCode>
                <c:ptCount val="1000"/>
                <c:pt idx="0">
                  <c:v>0.38799532</c:v>
                </c:pt>
                <c:pt idx="1">
                  <c:v>1.01594133</c:v>
                </c:pt>
                <c:pt idx="2">
                  <c:v>2.10948488</c:v>
                </c:pt>
                <c:pt idx="3">
                  <c:v>2.99547691</c:v>
                </c:pt>
                <c:pt idx="4">
                  <c:v>3.74981664</c:v>
                </c:pt>
                <c:pt idx="5">
                  <c:v>4.20565565</c:v>
                </c:pt>
                <c:pt idx="6">
                  <c:v>4.75441144</c:v>
                </c:pt>
                <c:pt idx="7">
                  <c:v>5.23619291</c:v>
                </c:pt>
                <c:pt idx="8">
                  <c:v>5.69119876</c:v>
                </c:pt>
                <c:pt idx="9">
                  <c:v>6.39454489</c:v>
                </c:pt>
                <c:pt idx="10">
                  <c:v>7.22078588</c:v>
                </c:pt>
                <c:pt idx="11">
                  <c:v>7.66764762</c:v>
                </c:pt>
                <c:pt idx="12">
                  <c:v>8.60208848</c:v>
                </c:pt>
                <c:pt idx="13">
                  <c:v>9.55710351</c:v>
                </c:pt>
                <c:pt idx="14">
                  <c:v>10.65515867</c:v>
                </c:pt>
                <c:pt idx="15">
                  <c:v>11.7480878</c:v>
                </c:pt>
                <c:pt idx="16">
                  <c:v>12.95633985</c:v>
                </c:pt>
                <c:pt idx="17">
                  <c:v>13.95485399</c:v>
                </c:pt>
                <c:pt idx="18">
                  <c:v>14.44635947</c:v>
                </c:pt>
                <c:pt idx="19">
                  <c:v>15.85236745</c:v>
                </c:pt>
                <c:pt idx="20">
                  <c:v>16.52415582</c:v>
                </c:pt>
                <c:pt idx="21">
                  <c:v>17.29238044</c:v>
                </c:pt>
                <c:pt idx="22">
                  <c:v>18.70304213</c:v>
                </c:pt>
                <c:pt idx="23">
                  <c:v>18.9419798</c:v>
                </c:pt>
                <c:pt idx="24">
                  <c:v>19.90076275</c:v>
                </c:pt>
                <c:pt idx="25">
                  <c:v>20.92828751</c:v>
                </c:pt>
                <c:pt idx="26">
                  <c:v>21.19530965</c:v>
                </c:pt>
                <c:pt idx="27">
                  <c:v>22.25951365</c:v>
                </c:pt>
                <c:pt idx="28">
                  <c:v>22.91560781</c:v>
                </c:pt>
                <c:pt idx="29">
                  <c:v>23.56121076</c:v>
                </c:pt>
                <c:pt idx="30">
                  <c:v>24.66381427</c:v>
                </c:pt>
                <c:pt idx="31">
                  <c:v>24.70959018</c:v>
                </c:pt>
                <c:pt idx="32">
                  <c:v>25.68953915</c:v>
                </c:pt>
                <c:pt idx="33">
                  <c:v>26.20921191</c:v>
                </c:pt>
                <c:pt idx="34">
                  <c:v>26.97092132</c:v>
                </c:pt>
                <c:pt idx="35">
                  <c:v>27.77979772</c:v>
                </c:pt>
                <c:pt idx="36">
                  <c:v>28.44876753</c:v>
                </c:pt>
                <c:pt idx="37">
                  <c:v>29.15454565</c:v>
                </c:pt>
                <c:pt idx="38">
                  <c:v>29.67751263</c:v>
                </c:pt>
                <c:pt idx="39">
                  <c:v>30.54625637</c:v>
                </c:pt>
                <c:pt idx="40">
                  <c:v>30.83513016</c:v>
                </c:pt>
                <c:pt idx="41">
                  <c:v>32.0841892</c:v>
                </c:pt>
                <c:pt idx="42">
                  <c:v>33.05651847</c:v>
                </c:pt>
                <c:pt idx="43">
                  <c:v>33.18613632</c:v>
                </c:pt>
                <c:pt idx="44">
                  <c:v>34.07868173</c:v>
                </c:pt>
                <c:pt idx="45">
                  <c:v>34.2309152</c:v>
                </c:pt>
                <c:pt idx="46">
                  <c:v>34.5583508</c:v>
                </c:pt>
                <c:pt idx="47">
                  <c:v>34.95545314</c:v>
                </c:pt>
                <c:pt idx="48">
                  <c:v>35.46527727</c:v>
                </c:pt>
                <c:pt idx="49">
                  <c:v>35.06847466</c:v>
                </c:pt>
                <c:pt idx="50">
                  <c:v>36.1491981</c:v>
                </c:pt>
                <c:pt idx="51">
                  <c:v>36.71618873</c:v>
                </c:pt>
                <c:pt idx="52">
                  <c:v>37.18882459</c:v>
                </c:pt>
                <c:pt idx="53">
                  <c:v>36.9984918</c:v>
                </c:pt>
                <c:pt idx="54">
                  <c:v>37.18866161</c:v>
                </c:pt>
                <c:pt idx="55">
                  <c:v>37.50322224</c:v>
                </c:pt>
                <c:pt idx="56">
                  <c:v>37.88998979</c:v>
                </c:pt>
                <c:pt idx="57">
                  <c:v>37.45109683</c:v>
                </c:pt>
                <c:pt idx="58">
                  <c:v>37.69648967</c:v>
                </c:pt>
                <c:pt idx="59">
                  <c:v>38.29702186</c:v>
                </c:pt>
                <c:pt idx="60">
                  <c:v>38.28532498</c:v>
                </c:pt>
                <c:pt idx="61">
                  <c:v>37.96462149</c:v>
                </c:pt>
                <c:pt idx="62">
                  <c:v>38.21303426</c:v>
                </c:pt>
                <c:pt idx="63">
                  <c:v>37.98342997</c:v>
                </c:pt>
                <c:pt idx="64">
                  <c:v>38.88507257</c:v>
                </c:pt>
                <c:pt idx="65">
                  <c:v>38.76534329</c:v>
                </c:pt>
                <c:pt idx="66">
                  <c:v>38.92782095</c:v>
                </c:pt>
                <c:pt idx="67">
                  <c:v>38.363755</c:v>
                </c:pt>
                <c:pt idx="68">
                  <c:v>39.09476731</c:v>
                </c:pt>
                <c:pt idx="69">
                  <c:v>38.78735674</c:v>
                </c:pt>
                <c:pt idx="70">
                  <c:v>38.96203496</c:v>
                </c:pt>
                <c:pt idx="71">
                  <c:v>38.28859289</c:v>
                </c:pt>
                <c:pt idx="72">
                  <c:v>39.00639758</c:v>
                </c:pt>
                <c:pt idx="73">
                  <c:v>38.37867447</c:v>
                </c:pt>
                <c:pt idx="74">
                  <c:v>38.38437268</c:v>
                </c:pt>
                <c:pt idx="75">
                  <c:v>38.37116465</c:v>
                </c:pt>
                <c:pt idx="76">
                  <c:v>37.89785596</c:v>
                </c:pt>
                <c:pt idx="77">
                  <c:v>38.47743068</c:v>
                </c:pt>
                <c:pt idx="78">
                  <c:v>38.03317317</c:v>
                </c:pt>
                <c:pt idx="79">
                  <c:v>37.40568982</c:v>
                </c:pt>
                <c:pt idx="80">
                  <c:v>37.37214046</c:v>
                </c:pt>
                <c:pt idx="81">
                  <c:v>37.78264902</c:v>
                </c:pt>
                <c:pt idx="82">
                  <c:v>37.61307227</c:v>
                </c:pt>
                <c:pt idx="83">
                  <c:v>37.6940071</c:v>
                </c:pt>
                <c:pt idx="84">
                  <c:v>36.92507609</c:v>
                </c:pt>
                <c:pt idx="85">
                  <c:v>36.91460571</c:v>
                </c:pt>
                <c:pt idx="86">
                  <c:v>36.48359406</c:v>
                </c:pt>
                <c:pt idx="87">
                  <c:v>37.24707455</c:v>
                </c:pt>
                <c:pt idx="88">
                  <c:v>37.37945291</c:v>
                </c:pt>
                <c:pt idx="89">
                  <c:v>36.25522988</c:v>
                </c:pt>
                <c:pt idx="90">
                  <c:v>36.56234612</c:v>
                </c:pt>
                <c:pt idx="91">
                  <c:v>36.64350912</c:v>
                </c:pt>
                <c:pt idx="92">
                  <c:v>36.52726523</c:v>
                </c:pt>
                <c:pt idx="93">
                  <c:v>36.04781203</c:v>
                </c:pt>
                <c:pt idx="94">
                  <c:v>36.55315196</c:v>
                </c:pt>
                <c:pt idx="95">
                  <c:v>36.11438763</c:v>
                </c:pt>
                <c:pt idx="96">
                  <c:v>36.168924</c:v>
                </c:pt>
                <c:pt idx="97">
                  <c:v>36.41186093</c:v>
                </c:pt>
                <c:pt idx="98">
                  <c:v>35.38212802</c:v>
                </c:pt>
                <c:pt idx="99">
                  <c:v>36.02082629</c:v>
                </c:pt>
                <c:pt idx="100">
                  <c:v>35.82535426</c:v>
                </c:pt>
                <c:pt idx="101">
                  <c:v>35.79727955</c:v>
                </c:pt>
                <c:pt idx="102">
                  <c:v>36.07097764</c:v>
                </c:pt>
                <c:pt idx="103">
                  <c:v>36.02465913</c:v>
                </c:pt>
                <c:pt idx="104">
                  <c:v>35.36508194</c:v>
                </c:pt>
                <c:pt idx="105">
                  <c:v>35.56817851</c:v>
                </c:pt>
                <c:pt idx="106">
                  <c:v>35.73580488</c:v>
                </c:pt>
                <c:pt idx="107">
                  <c:v>35.06447324</c:v>
                </c:pt>
                <c:pt idx="108">
                  <c:v>34.65273233</c:v>
                </c:pt>
                <c:pt idx="109">
                  <c:v>34.90822638</c:v>
                </c:pt>
                <c:pt idx="110">
                  <c:v>34.62020506</c:v>
                </c:pt>
                <c:pt idx="111">
                  <c:v>34.42973688</c:v>
                </c:pt>
                <c:pt idx="112">
                  <c:v>34.25997626</c:v>
                </c:pt>
                <c:pt idx="113">
                  <c:v>33.9976603</c:v>
                </c:pt>
                <c:pt idx="114">
                  <c:v>34.53579562</c:v>
                </c:pt>
                <c:pt idx="115">
                  <c:v>34.0402621</c:v>
                </c:pt>
                <c:pt idx="116">
                  <c:v>33.93898875</c:v>
                </c:pt>
                <c:pt idx="117">
                  <c:v>34.40811982</c:v>
                </c:pt>
                <c:pt idx="118">
                  <c:v>34.48129932</c:v>
                </c:pt>
                <c:pt idx="119">
                  <c:v>33.20634026</c:v>
                </c:pt>
                <c:pt idx="120">
                  <c:v>32.99199857</c:v>
                </c:pt>
                <c:pt idx="121">
                  <c:v>33.14391772</c:v>
                </c:pt>
                <c:pt idx="122">
                  <c:v>33.04530119</c:v>
                </c:pt>
                <c:pt idx="123">
                  <c:v>33.33292597</c:v>
                </c:pt>
                <c:pt idx="124">
                  <c:v>32.78507296</c:v>
                </c:pt>
                <c:pt idx="125">
                  <c:v>32.83203018</c:v>
                </c:pt>
                <c:pt idx="126">
                  <c:v>32.91320233</c:v>
                </c:pt>
                <c:pt idx="127">
                  <c:v>32.60422915</c:v>
                </c:pt>
                <c:pt idx="128">
                  <c:v>32.86093773</c:v>
                </c:pt>
                <c:pt idx="129">
                  <c:v>31.90449363</c:v>
                </c:pt>
                <c:pt idx="130">
                  <c:v>32.64152764</c:v>
                </c:pt>
                <c:pt idx="131">
                  <c:v>31.89704734</c:v>
                </c:pt>
                <c:pt idx="132">
                  <c:v>32.01552178</c:v>
                </c:pt>
                <c:pt idx="133">
                  <c:v>31.94272743</c:v>
                </c:pt>
                <c:pt idx="134">
                  <c:v>32.56286572</c:v>
                </c:pt>
                <c:pt idx="135">
                  <c:v>31.6573707</c:v>
                </c:pt>
                <c:pt idx="136">
                  <c:v>32.09455813</c:v>
                </c:pt>
                <c:pt idx="137">
                  <c:v>31.39027877</c:v>
                </c:pt>
                <c:pt idx="138">
                  <c:v>31.90636177</c:v>
                </c:pt>
                <c:pt idx="139">
                  <c:v>31.49138152</c:v>
                </c:pt>
                <c:pt idx="140">
                  <c:v>31.7118194</c:v>
                </c:pt>
                <c:pt idx="141">
                  <c:v>31.13688824</c:v>
                </c:pt>
                <c:pt idx="142">
                  <c:v>31.72109893</c:v>
                </c:pt>
                <c:pt idx="143">
                  <c:v>31.54331508</c:v>
                </c:pt>
                <c:pt idx="144">
                  <c:v>31.04436543</c:v>
                </c:pt>
                <c:pt idx="145">
                  <c:v>31.11816195</c:v>
                </c:pt>
                <c:pt idx="146">
                  <c:v>30.59884977</c:v>
                </c:pt>
                <c:pt idx="147">
                  <c:v>31.322784</c:v>
                </c:pt>
                <c:pt idx="148">
                  <c:v>30.40596031</c:v>
                </c:pt>
                <c:pt idx="149">
                  <c:v>30.8498105</c:v>
                </c:pt>
                <c:pt idx="150">
                  <c:v>30.50114842</c:v>
                </c:pt>
                <c:pt idx="151">
                  <c:v>30.32371608</c:v>
                </c:pt>
                <c:pt idx="152">
                  <c:v>30.4989369</c:v>
                </c:pt>
                <c:pt idx="153">
                  <c:v>30.52952134</c:v>
                </c:pt>
                <c:pt idx="154">
                  <c:v>30.48189338</c:v>
                </c:pt>
                <c:pt idx="155">
                  <c:v>29.8952444</c:v>
                </c:pt>
                <c:pt idx="156">
                  <c:v>29.82673155</c:v>
                </c:pt>
                <c:pt idx="157">
                  <c:v>29.95195033</c:v>
                </c:pt>
                <c:pt idx="158">
                  <c:v>29.80503798</c:v>
                </c:pt>
                <c:pt idx="159">
                  <c:v>29.50824962</c:v>
                </c:pt>
                <c:pt idx="160">
                  <c:v>29.85842136</c:v>
                </c:pt>
                <c:pt idx="161">
                  <c:v>29.39056322</c:v>
                </c:pt>
                <c:pt idx="162">
                  <c:v>29.4138643</c:v>
                </c:pt>
                <c:pt idx="163">
                  <c:v>29.3821525</c:v>
                </c:pt>
                <c:pt idx="164">
                  <c:v>29.79686389</c:v>
                </c:pt>
                <c:pt idx="165">
                  <c:v>28.87929387</c:v>
                </c:pt>
                <c:pt idx="166">
                  <c:v>29.20632535</c:v>
                </c:pt>
                <c:pt idx="167">
                  <c:v>28.50109932</c:v>
                </c:pt>
                <c:pt idx="168">
                  <c:v>28.82795204</c:v>
                </c:pt>
                <c:pt idx="169">
                  <c:v>29.10306177</c:v>
                </c:pt>
                <c:pt idx="170">
                  <c:v>29.15160189</c:v>
                </c:pt>
                <c:pt idx="171">
                  <c:v>28.21700913</c:v>
                </c:pt>
                <c:pt idx="172">
                  <c:v>28.51681493</c:v>
                </c:pt>
                <c:pt idx="173">
                  <c:v>28.78842108</c:v>
                </c:pt>
                <c:pt idx="174">
                  <c:v>28.49898087</c:v>
                </c:pt>
                <c:pt idx="175">
                  <c:v>28.65001127</c:v>
                </c:pt>
                <c:pt idx="176">
                  <c:v>28.72977246</c:v>
                </c:pt>
                <c:pt idx="177">
                  <c:v>28.10876374</c:v>
                </c:pt>
                <c:pt idx="178">
                  <c:v>28.47586518</c:v>
                </c:pt>
                <c:pt idx="179">
                  <c:v>28.37001688</c:v>
                </c:pt>
                <c:pt idx="180">
                  <c:v>28.34672378</c:v>
                </c:pt>
                <c:pt idx="181">
                  <c:v>28.35411932</c:v>
                </c:pt>
                <c:pt idx="182">
                  <c:v>28.04313029</c:v>
                </c:pt>
                <c:pt idx="183">
                  <c:v>27.89757108</c:v>
                </c:pt>
                <c:pt idx="184">
                  <c:v>27.80857601</c:v>
                </c:pt>
                <c:pt idx="185">
                  <c:v>27.99927608</c:v>
                </c:pt>
                <c:pt idx="186">
                  <c:v>27.68385706</c:v>
                </c:pt>
                <c:pt idx="187">
                  <c:v>27.59042207</c:v>
                </c:pt>
                <c:pt idx="188">
                  <c:v>27.93299829</c:v>
                </c:pt>
                <c:pt idx="189">
                  <c:v>27.64086066</c:v>
                </c:pt>
                <c:pt idx="190">
                  <c:v>27.80449319</c:v>
                </c:pt>
                <c:pt idx="191">
                  <c:v>27.30356768</c:v>
                </c:pt>
                <c:pt idx="192">
                  <c:v>27.28090275</c:v>
                </c:pt>
                <c:pt idx="193">
                  <c:v>27.49915526</c:v>
                </c:pt>
                <c:pt idx="194">
                  <c:v>27.23926816</c:v>
                </c:pt>
                <c:pt idx="195">
                  <c:v>27.12496444</c:v>
                </c:pt>
                <c:pt idx="196">
                  <c:v>27.15309145</c:v>
                </c:pt>
                <c:pt idx="197">
                  <c:v>27.17944017</c:v>
                </c:pt>
                <c:pt idx="198">
                  <c:v>27.85434773</c:v>
                </c:pt>
                <c:pt idx="199">
                  <c:v>26.90096929</c:v>
                </c:pt>
                <c:pt idx="200">
                  <c:v>26.94854878</c:v>
                </c:pt>
                <c:pt idx="201">
                  <c:v>27.06543941</c:v>
                </c:pt>
                <c:pt idx="202">
                  <c:v>27.02971642</c:v>
                </c:pt>
                <c:pt idx="203">
                  <c:v>27.12833006</c:v>
                </c:pt>
                <c:pt idx="204">
                  <c:v>27.13046655</c:v>
                </c:pt>
                <c:pt idx="205">
                  <c:v>26.56990284</c:v>
                </c:pt>
                <c:pt idx="206">
                  <c:v>26.89683444</c:v>
                </c:pt>
                <c:pt idx="207">
                  <c:v>26.23929292</c:v>
                </c:pt>
                <c:pt idx="208">
                  <c:v>26.74218826</c:v>
                </c:pt>
                <c:pt idx="209">
                  <c:v>26.84439893</c:v>
                </c:pt>
                <c:pt idx="210">
                  <c:v>26.61860082</c:v>
                </c:pt>
                <c:pt idx="211">
                  <c:v>26.71788612</c:v>
                </c:pt>
                <c:pt idx="212">
                  <c:v>26.74813671</c:v>
                </c:pt>
                <c:pt idx="213">
                  <c:v>26.34967886</c:v>
                </c:pt>
                <c:pt idx="214">
                  <c:v>26.36408223</c:v>
                </c:pt>
                <c:pt idx="215">
                  <c:v>26.84318256</c:v>
                </c:pt>
                <c:pt idx="216">
                  <c:v>26.62220732</c:v>
                </c:pt>
                <c:pt idx="217">
                  <c:v>26.64045585</c:v>
                </c:pt>
                <c:pt idx="218">
                  <c:v>26.43403091</c:v>
                </c:pt>
                <c:pt idx="219">
                  <c:v>26.41990086</c:v>
                </c:pt>
                <c:pt idx="220">
                  <c:v>26.49993298</c:v>
                </c:pt>
                <c:pt idx="221">
                  <c:v>26.04362255</c:v>
                </c:pt>
                <c:pt idx="222">
                  <c:v>26.49174523</c:v>
                </c:pt>
                <c:pt idx="223">
                  <c:v>26.41629602</c:v>
                </c:pt>
                <c:pt idx="224">
                  <c:v>26.16694553</c:v>
                </c:pt>
                <c:pt idx="225">
                  <c:v>26.01128322</c:v>
                </c:pt>
                <c:pt idx="226">
                  <c:v>25.88142664</c:v>
                </c:pt>
                <c:pt idx="227">
                  <c:v>26.19288316</c:v>
                </c:pt>
                <c:pt idx="228">
                  <c:v>26.14966845</c:v>
                </c:pt>
                <c:pt idx="229">
                  <c:v>25.49537014</c:v>
                </c:pt>
                <c:pt idx="230">
                  <c:v>25.86866691</c:v>
                </c:pt>
                <c:pt idx="231">
                  <c:v>26.08174019</c:v>
                </c:pt>
                <c:pt idx="232">
                  <c:v>25.93751121</c:v>
                </c:pt>
                <c:pt idx="233">
                  <c:v>25.94443171</c:v>
                </c:pt>
                <c:pt idx="234">
                  <c:v>25.54065841</c:v>
                </c:pt>
                <c:pt idx="235">
                  <c:v>25.46268603</c:v>
                </c:pt>
                <c:pt idx="236">
                  <c:v>25.84337255</c:v>
                </c:pt>
                <c:pt idx="237">
                  <c:v>25.35064095</c:v>
                </c:pt>
                <c:pt idx="238">
                  <c:v>25.72131886</c:v>
                </c:pt>
                <c:pt idx="239">
                  <c:v>25.50768224</c:v>
                </c:pt>
                <c:pt idx="240">
                  <c:v>25.58768998</c:v>
                </c:pt>
                <c:pt idx="241">
                  <c:v>25.40496862</c:v>
                </c:pt>
                <c:pt idx="242">
                  <c:v>25.44663586</c:v>
                </c:pt>
                <c:pt idx="243">
                  <c:v>25.32740255</c:v>
                </c:pt>
                <c:pt idx="244">
                  <c:v>25.36137059</c:v>
                </c:pt>
                <c:pt idx="245">
                  <c:v>25.15427345</c:v>
                </c:pt>
                <c:pt idx="246">
                  <c:v>25.11495421</c:v>
                </c:pt>
                <c:pt idx="247">
                  <c:v>25.44338519</c:v>
                </c:pt>
                <c:pt idx="248">
                  <c:v>25.17893489</c:v>
                </c:pt>
                <c:pt idx="249">
                  <c:v>25.25046719</c:v>
                </c:pt>
                <c:pt idx="250">
                  <c:v>25.38926482</c:v>
                </c:pt>
                <c:pt idx="251">
                  <c:v>24.83253295</c:v>
                </c:pt>
                <c:pt idx="252">
                  <c:v>24.86975665</c:v>
                </c:pt>
                <c:pt idx="253">
                  <c:v>25.21422377</c:v>
                </c:pt>
                <c:pt idx="254">
                  <c:v>24.75788001</c:v>
                </c:pt>
                <c:pt idx="255">
                  <c:v>24.79701447</c:v>
                </c:pt>
                <c:pt idx="256">
                  <c:v>24.56442918</c:v>
                </c:pt>
                <c:pt idx="257">
                  <c:v>24.67259815</c:v>
                </c:pt>
                <c:pt idx="258">
                  <c:v>24.89015694</c:v>
                </c:pt>
                <c:pt idx="259">
                  <c:v>25.02663096</c:v>
                </c:pt>
                <c:pt idx="260">
                  <c:v>24.46091175</c:v>
                </c:pt>
                <c:pt idx="261">
                  <c:v>24.40966388</c:v>
                </c:pt>
                <c:pt idx="262">
                  <c:v>24.80267169</c:v>
                </c:pt>
                <c:pt idx="263">
                  <c:v>24.2178798</c:v>
                </c:pt>
                <c:pt idx="264">
                  <c:v>24.16435674</c:v>
                </c:pt>
                <c:pt idx="265">
                  <c:v>24.47654296</c:v>
                </c:pt>
                <c:pt idx="266">
                  <c:v>24.42495876</c:v>
                </c:pt>
                <c:pt idx="267">
                  <c:v>24.43658483</c:v>
                </c:pt>
                <c:pt idx="268">
                  <c:v>24.45540333</c:v>
                </c:pt>
                <c:pt idx="269">
                  <c:v>24.52501877</c:v>
                </c:pt>
                <c:pt idx="270">
                  <c:v>24.25819051</c:v>
                </c:pt>
                <c:pt idx="271">
                  <c:v>24.19834626</c:v>
                </c:pt>
                <c:pt idx="272">
                  <c:v>24.24051089</c:v>
                </c:pt>
                <c:pt idx="273">
                  <c:v>24.32079049</c:v>
                </c:pt>
                <c:pt idx="274">
                  <c:v>24.00012466</c:v>
                </c:pt>
                <c:pt idx="275">
                  <c:v>23.95152861</c:v>
                </c:pt>
                <c:pt idx="276">
                  <c:v>24.23497536</c:v>
                </c:pt>
                <c:pt idx="277">
                  <c:v>23.82632853</c:v>
                </c:pt>
                <c:pt idx="278">
                  <c:v>23.84752225</c:v>
                </c:pt>
                <c:pt idx="279">
                  <c:v>23.85368799</c:v>
                </c:pt>
                <c:pt idx="280">
                  <c:v>24.31901154</c:v>
                </c:pt>
                <c:pt idx="281">
                  <c:v>23.87997418</c:v>
                </c:pt>
                <c:pt idx="282">
                  <c:v>23.93378815</c:v>
                </c:pt>
                <c:pt idx="283">
                  <c:v>23.9058733</c:v>
                </c:pt>
                <c:pt idx="284">
                  <c:v>23.6767805</c:v>
                </c:pt>
                <c:pt idx="285">
                  <c:v>23.69968063</c:v>
                </c:pt>
                <c:pt idx="286">
                  <c:v>23.97483898</c:v>
                </c:pt>
                <c:pt idx="287">
                  <c:v>23.83915444</c:v>
                </c:pt>
                <c:pt idx="288">
                  <c:v>23.90643876</c:v>
                </c:pt>
                <c:pt idx="289">
                  <c:v>23.5097455</c:v>
                </c:pt>
                <c:pt idx="290">
                  <c:v>23.7110244</c:v>
                </c:pt>
                <c:pt idx="291">
                  <c:v>23.72510094</c:v>
                </c:pt>
                <c:pt idx="292">
                  <c:v>23.96347051</c:v>
                </c:pt>
                <c:pt idx="293">
                  <c:v>23.37220344</c:v>
                </c:pt>
                <c:pt idx="294">
                  <c:v>23.5618908</c:v>
                </c:pt>
                <c:pt idx="295">
                  <c:v>23.4408393</c:v>
                </c:pt>
                <c:pt idx="296">
                  <c:v>23.71859841</c:v>
                </c:pt>
                <c:pt idx="297">
                  <c:v>23.39229131</c:v>
                </c:pt>
                <c:pt idx="298">
                  <c:v>23.4011876</c:v>
                </c:pt>
                <c:pt idx="299">
                  <c:v>23.38378646</c:v>
                </c:pt>
                <c:pt idx="300">
                  <c:v>23.37334039</c:v>
                </c:pt>
                <c:pt idx="301">
                  <c:v>23.44800127</c:v>
                </c:pt>
                <c:pt idx="302">
                  <c:v>23.13380573</c:v>
                </c:pt>
                <c:pt idx="303">
                  <c:v>23.50010759</c:v>
                </c:pt>
                <c:pt idx="304">
                  <c:v>23.19632156</c:v>
                </c:pt>
                <c:pt idx="305">
                  <c:v>23.03871659</c:v>
                </c:pt>
                <c:pt idx="306">
                  <c:v>23.51695661</c:v>
                </c:pt>
                <c:pt idx="307">
                  <c:v>23.29480873</c:v>
                </c:pt>
                <c:pt idx="308">
                  <c:v>23.12082034</c:v>
                </c:pt>
                <c:pt idx="309">
                  <c:v>22.97738009</c:v>
                </c:pt>
                <c:pt idx="310">
                  <c:v>22.92284621</c:v>
                </c:pt>
                <c:pt idx="311">
                  <c:v>23.01048998</c:v>
                </c:pt>
                <c:pt idx="312">
                  <c:v>22.94653014</c:v>
                </c:pt>
                <c:pt idx="313">
                  <c:v>22.90804462</c:v>
                </c:pt>
                <c:pt idx="314">
                  <c:v>23.05737885</c:v>
                </c:pt>
                <c:pt idx="315">
                  <c:v>23.00176237</c:v>
                </c:pt>
                <c:pt idx="316">
                  <c:v>22.86316607</c:v>
                </c:pt>
                <c:pt idx="317">
                  <c:v>22.54431748</c:v>
                </c:pt>
                <c:pt idx="318">
                  <c:v>22.93179706</c:v>
                </c:pt>
                <c:pt idx="319">
                  <c:v>22.84523869</c:v>
                </c:pt>
                <c:pt idx="320">
                  <c:v>22.85744011</c:v>
                </c:pt>
                <c:pt idx="321">
                  <c:v>22.8439752</c:v>
                </c:pt>
                <c:pt idx="322">
                  <c:v>22.84170498</c:v>
                </c:pt>
                <c:pt idx="323">
                  <c:v>22.75253319</c:v>
                </c:pt>
                <c:pt idx="324">
                  <c:v>22.73393562</c:v>
                </c:pt>
                <c:pt idx="325">
                  <c:v>22.7595654</c:v>
                </c:pt>
                <c:pt idx="326">
                  <c:v>22.75556294</c:v>
                </c:pt>
                <c:pt idx="327">
                  <c:v>22.89776032</c:v>
                </c:pt>
                <c:pt idx="328">
                  <c:v>22.68991112</c:v>
                </c:pt>
                <c:pt idx="329">
                  <c:v>22.76677807</c:v>
                </c:pt>
                <c:pt idx="330">
                  <c:v>22.88375233</c:v>
                </c:pt>
                <c:pt idx="331">
                  <c:v>22.80738679</c:v>
                </c:pt>
                <c:pt idx="332">
                  <c:v>22.54566387</c:v>
                </c:pt>
                <c:pt idx="333">
                  <c:v>22.44134175</c:v>
                </c:pt>
                <c:pt idx="334">
                  <c:v>22.7043639</c:v>
                </c:pt>
                <c:pt idx="335">
                  <c:v>22.52886182</c:v>
                </c:pt>
                <c:pt idx="336">
                  <c:v>22.58429473</c:v>
                </c:pt>
                <c:pt idx="337">
                  <c:v>22.46744061</c:v>
                </c:pt>
                <c:pt idx="338">
                  <c:v>22.56564436</c:v>
                </c:pt>
                <c:pt idx="339">
                  <c:v>22.59930006</c:v>
                </c:pt>
                <c:pt idx="340">
                  <c:v>22.67282453</c:v>
                </c:pt>
                <c:pt idx="341">
                  <c:v>22.40171633</c:v>
                </c:pt>
                <c:pt idx="342">
                  <c:v>22.60580532</c:v>
                </c:pt>
                <c:pt idx="343">
                  <c:v>22.81617751</c:v>
                </c:pt>
                <c:pt idx="344">
                  <c:v>22.46639901</c:v>
                </c:pt>
                <c:pt idx="345">
                  <c:v>22.33184382</c:v>
                </c:pt>
                <c:pt idx="346">
                  <c:v>22.47939995</c:v>
                </c:pt>
                <c:pt idx="347">
                  <c:v>22.46261489</c:v>
                </c:pt>
                <c:pt idx="348">
                  <c:v>22.40882962</c:v>
                </c:pt>
                <c:pt idx="349">
                  <c:v>22.19490962</c:v>
                </c:pt>
                <c:pt idx="350">
                  <c:v>22.4576449</c:v>
                </c:pt>
                <c:pt idx="351">
                  <c:v>22.30076263</c:v>
                </c:pt>
                <c:pt idx="352">
                  <c:v>22.91061331</c:v>
                </c:pt>
                <c:pt idx="353">
                  <c:v>22.6210316</c:v>
                </c:pt>
                <c:pt idx="354">
                  <c:v>22.4774592</c:v>
                </c:pt>
                <c:pt idx="355">
                  <c:v>22.16282489</c:v>
                </c:pt>
                <c:pt idx="356">
                  <c:v>22.49248642</c:v>
                </c:pt>
                <c:pt idx="357">
                  <c:v>22.21744144</c:v>
                </c:pt>
                <c:pt idx="358">
                  <c:v>22.49371152</c:v>
                </c:pt>
                <c:pt idx="359">
                  <c:v>22.37075127</c:v>
                </c:pt>
                <c:pt idx="360">
                  <c:v>22.16947906</c:v>
                </c:pt>
                <c:pt idx="361">
                  <c:v>22.21980077</c:v>
                </c:pt>
                <c:pt idx="362">
                  <c:v>22.30494402</c:v>
                </c:pt>
                <c:pt idx="363">
                  <c:v>22.21811186</c:v>
                </c:pt>
                <c:pt idx="364">
                  <c:v>22.0886151</c:v>
                </c:pt>
                <c:pt idx="365">
                  <c:v>22.20450414</c:v>
                </c:pt>
                <c:pt idx="366">
                  <c:v>22.41667868</c:v>
                </c:pt>
                <c:pt idx="367">
                  <c:v>22.32130181</c:v>
                </c:pt>
                <c:pt idx="368">
                  <c:v>22.47137034</c:v>
                </c:pt>
                <c:pt idx="369">
                  <c:v>22.2469212</c:v>
                </c:pt>
                <c:pt idx="370">
                  <c:v>22.24401975</c:v>
                </c:pt>
                <c:pt idx="371">
                  <c:v>22.37871758</c:v>
                </c:pt>
                <c:pt idx="372">
                  <c:v>22.18689203</c:v>
                </c:pt>
                <c:pt idx="373">
                  <c:v>22.05418444</c:v>
                </c:pt>
                <c:pt idx="374">
                  <c:v>22.10175386</c:v>
                </c:pt>
                <c:pt idx="375">
                  <c:v>21.8075376</c:v>
                </c:pt>
                <c:pt idx="376">
                  <c:v>22.07361085</c:v>
                </c:pt>
                <c:pt idx="377">
                  <c:v>22.03727686</c:v>
                </c:pt>
                <c:pt idx="378">
                  <c:v>21.98282476</c:v>
                </c:pt>
                <c:pt idx="379">
                  <c:v>22.11283229</c:v>
                </c:pt>
                <c:pt idx="380">
                  <c:v>21.80119047</c:v>
                </c:pt>
                <c:pt idx="381">
                  <c:v>21.86566328</c:v>
                </c:pt>
                <c:pt idx="382">
                  <c:v>22.01437565</c:v>
                </c:pt>
                <c:pt idx="383">
                  <c:v>22.04147774</c:v>
                </c:pt>
                <c:pt idx="384">
                  <c:v>21.98865275</c:v>
                </c:pt>
                <c:pt idx="385">
                  <c:v>22.06119196</c:v>
                </c:pt>
                <c:pt idx="386">
                  <c:v>21.92606523</c:v>
                </c:pt>
                <c:pt idx="387">
                  <c:v>21.75651546</c:v>
                </c:pt>
                <c:pt idx="388">
                  <c:v>21.8214082</c:v>
                </c:pt>
                <c:pt idx="389">
                  <c:v>22.22974035</c:v>
                </c:pt>
                <c:pt idx="390">
                  <c:v>21.92311474</c:v>
                </c:pt>
                <c:pt idx="391">
                  <c:v>21.99125437</c:v>
                </c:pt>
                <c:pt idx="392">
                  <c:v>22.05452976</c:v>
                </c:pt>
                <c:pt idx="393">
                  <c:v>21.87058205</c:v>
                </c:pt>
                <c:pt idx="394">
                  <c:v>21.94482969</c:v>
                </c:pt>
                <c:pt idx="395">
                  <c:v>21.84935298</c:v>
                </c:pt>
                <c:pt idx="396">
                  <c:v>21.89340992</c:v>
                </c:pt>
                <c:pt idx="397">
                  <c:v>21.99810933</c:v>
                </c:pt>
                <c:pt idx="398">
                  <c:v>21.95924622</c:v>
                </c:pt>
                <c:pt idx="399">
                  <c:v>21.79639622</c:v>
                </c:pt>
                <c:pt idx="400">
                  <c:v>21.81991194</c:v>
                </c:pt>
                <c:pt idx="401">
                  <c:v>21.95674808</c:v>
                </c:pt>
                <c:pt idx="402">
                  <c:v>21.85877034</c:v>
                </c:pt>
                <c:pt idx="403">
                  <c:v>21.78205251</c:v>
                </c:pt>
                <c:pt idx="404">
                  <c:v>21.86822029</c:v>
                </c:pt>
                <c:pt idx="405">
                  <c:v>21.84995392</c:v>
                </c:pt>
                <c:pt idx="406">
                  <c:v>21.86069121</c:v>
                </c:pt>
                <c:pt idx="407">
                  <c:v>21.88706536</c:v>
                </c:pt>
                <c:pt idx="408">
                  <c:v>21.75736684</c:v>
                </c:pt>
                <c:pt idx="409">
                  <c:v>21.86727562</c:v>
                </c:pt>
                <c:pt idx="410">
                  <c:v>21.83401989</c:v>
                </c:pt>
                <c:pt idx="411">
                  <c:v>21.79715765</c:v>
                </c:pt>
                <c:pt idx="412">
                  <c:v>21.87684315</c:v>
                </c:pt>
                <c:pt idx="413">
                  <c:v>21.92354289</c:v>
                </c:pt>
                <c:pt idx="414">
                  <c:v>21.73170077</c:v>
                </c:pt>
                <c:pt idx="415">
                  <c:v>21.49866159</c:v>
                </c:pt>
                <c:pt idx="416">
                  <c:v>21.5744869</c:v>
                </c:pt>
                <c:pt idx="417">
                  <c:v>21.54628773</c:v>
                </c:pt>
                <c:pt idx="418">
                  <c:v>21.65172168</c:v>
                </c:pt>
                <c:pt idx="419">
                  <c:v>21.59863775</c:v>
                </c:pt>
                <c:pt idx="420">
                  <c:v>21.59830962</c:v>
                </c:pt>
                <c:pt idx="421">
                  <c:v>21.66411718</c:v>
                </c:pt>
                <c:pt idx="422">
                  <c:v>21.62744342</c:v>
                </c:pt>
                <c:pt idx="423">
                  <c:v>21.90211563</c:v>
                </c:pt>
                <c:pt idx="424">
                  <c:v>21.7359398</c:v>
                </c:pt>
                <c:pt idx="425">
                  <c:v>21.85466518</c:v>
                </c:pt>
                <c:pt idx="426">
                  <c:v>21.64435999</c:v>
                </c:pt>
                <c:pt idx="427">
                  <c:v>21.69881544</c:v>
                </c:pt>
                <c:pt idx="428">
                  <c:v>21.71290751</c:v>
                </c:pt>
                <c:pt idx="429">
                  <c:v>21.7680889</c:v>
                </c:pt>
                <c:pt idx="430">
                  <c:v>21.64955519</c:v>
                </c:pt>
                <c:pt idx="431">
                  <c:v>21.89211053</c:v>
                </c:pt>
                <c:pt idx="432">
                  <c:v>21.69284849</c:v>
                </c:pt>
                <c:pt idx="433">
                  <c:v>21.72569516</c:v>
                </c:pt>
                <c:pt idx="434">
                  <c:v>21.71446888</c:v>
                </c:pt>
                <c:pt idx="435">
                  <c:v>21.53618671</c:v>
                </c:pt>
                <c:pt idx="436">
                  <c:v>21.64629281</c:v>
                </c:pt>
                <c:pt idx="437">
                  <c:v>21.80963135</c:v>
                </c:pt>
                <c:pt idx="438">
                  <c:v>21.60488311</c:v>
                </c:pt>
                <c:pt idx="439">
                  <c:v>21.66559958</c:v>
                </c:pt>
                <c:pt idx="440">
                  <c:v>21.37360184</c:v>
                </c:pt>
                <c:pt idx="441">
                  <c:v>21.82433945</c:v>
                </c:pt>
                <c:pt idx="442">
                  <c:v>21.79470461</c:v>
                </c:pt>
                <c:pt idx="443">
                  <c:v>21.70655194</c:v>
                </c:pt>
                <c:pt idx="444">
                  <c:v>21.53805952</c:v>
                </c:pt>
                <c:pt idx="445">
                  <c:v>21.49242521</c:v>
                </c:pt>
                <c:pt idx="446">
                  <c:v>21.53605286</c:v>
                </c:pt>
                <c:pt idx="447">
                  <c:v>21.7212926</c:v>
                </c:pt>
                <c:pt idx="448">
                  <c:v>21.6497641</c:v>
                </c:pt>
                <c:pt idx="449">
                  <c:v>21.52179632</c:v>
                </c:pt>
                <c:pt idx="450">
                  <c:v>21.62891882</c:v>
                </c:pt>
                <c:pt idx="451">
                  <c:v>21.61762881</c:v>
                </c:pt>
                <c:pt idx="452">
                  <c:v>21.72055606</c:v>
                </c:pt>
                <c:pt idx="453">
                  <c:v>21.56515137</c:v>
                </c:pt>
                <c:pt idx="454">
                  <c:v>21.63101517</c:v>
                </c:pt>
                <c:pt idx="455">
                  <c:v>21.95633243</c:v>
                </c:pt>
                <c:pt idx="456">
                  <c:v>21.69403834</c:v>
                </c:pt>
                <c:pt idx="457">
                  <c:v>21.51856857</c:v>
                </c:pt>
                <c:pt idx="458">
                  <c:v>21.57423956</c:v>
                </c:pt>
                <c:pt idx="459">
                  <c:v>21.43175381</c:v>
                </c:pt>
                <c:pt idx="460">
                  <c:v>21.69215478</c:v>
                </c:pt>
                <c:pt idx="461">
                  <c:v>21.62120982</c:v>
                </c:pt>
                <c:pt idx="462">
                  <c:v>21.72396248</c:v>
                </c:pt>
                <c:pt idx="463">
                  <c:v>21.77655965</c:v>
                </c:pt>
                <c:pt idx="464">
                  <c:v>21.60855599</c:v>
                </c:pt>
                <c:pt idx="465">
                  <c:v>21.7054999</c:v>
                </c:pt>
                <c:pt idx="466">
                  <c:v>21.91123288</c:v>
                </c:pt>
                <c:pt idx="467">
                  <c:v>21.62686387</c:v>
                </c:pt>
                <c:pt idx="468">
                  <c:v>21.84751379</c:v>
                </c:pt>
                <c:pt idx="469">
                  <c:v>21.78734791</c:v>
                </c:pt>
                <c:pt idx="470">
                  <c:v>21.6228189</c:v>
                </c:pt>
                <c:pt idx="471">
                  <c:v>21.86977742</c:v>
                </c:pt>
                <c:pt idx="472">
                  <c:v>21.60849125</c:v>
                </c:pt>
                <c:pt idx="473">
                  <c:v>21.71626344</c:v>
                </c:pt>
                <c:pt idx="474">
                  <c:v>21.6380798</c:v>
                </c:pt>
                <c:pt idx="475">
                  <c:v>21.48523228</c:v>
                </c:pt>
                <c:pt idx="476">
                  <c:v>21.65314378</c:v>
                </c:pt>
                <c:pt idx="477">
                  <c:v>21.69955887</c:v>
                </c:pt>
                <c:pt idx="478">
                  <c:v>21.4227945</c:v>
                </c:pt>
                <c:pt idx="479">
                  <c:v>21.71715413</c:v>
                </c:pt>
                <c:pt idx="480">
                  <c:v>21.71896025</c:v>
                </c:pt>
                <c:pt idx="481">
                  <c:v>21.74400726</c:v>
                </c:pt>
                <c:pt idx="482">
                  <c:v>21.60582721</c:v>
                </c:pt>
                <c:pt idx="483">
                  <c:v>21.56723768</c:v>
                </c:pt>
                <c:pt idx="484">
                  <c:v>21.80200988</c:v>
                </c:pt>
                <c:pt idx="485">
                  <c:v>21.45540039</c:v>
                </c:pt>
                <c:pt idx="486">
                  <c:v>21.58485723</c:v>
                </c:pt>
                <c:pt idx="487">
                  <c:v>21.42721288</c:v>
                </c:pt>
                <c:pt idx="488">
                  <c:v>21.54297655</c:v>
                </c:pt>
                <c:pt idx="489">
                  <c:v>21.60442188</c:v>
                </c:pt>
                <c:pt idx="490">
                  <c:v>21.51658963</c:v>
                </c:pt>
                <c:pt idx="491">
                  <c:v>21.71956428</c:v>
                </c:pt>
                <c:pt idx="492">
                  <c:v>21.50574265</c:v>
                </c:pt>
                <c:pt idx="493">
                  <c:v>21.69163988</c:v>
                </c:pt>
                <c:pt idx="494">
                  <c:v>21.91213508</c:v>
                </c:pt>
                <c:pt idx="495">
                  <c:v>21.77273324</c:v>
                </c:pt>
                <c:pt idx="496">
                  <c:v>21.79567116</c:v>
                </c:pt>
                <c:pt idx="497">
                  <c:v>21.61606307</c:v>
                </c:pt>
                <c:pt idx="498">
                  <c:v>21.8145552</c:v>
                </c:pt>
                <c:pt idx="499">
                  <c:v>21.82331984</c:v>
                </c:pt>
                <c:pt idx="500">
                  <c:v>21.62247727</c:v>
                </c:pt>
                <c:pt idx="501">
                  <c:v>21.80693421</c:v>
                </c:pt>
                <c:pt idx="502">
                  <c:v>21.8174216</c:v>
                </c:pt>
                <c:pt idx="503">
                  <c:v>21.68949814</c:v>
                </c:pt>
                <c:pt idx="504">
                  <c:v>21.75290447</c:v>
                </c:pt>
                <c:pt idx="505">
                  <c:v>21.68827749</c:v>
                </c:pt>
                <c:pt idx="506">
                  <c:v>21.64372513</c:v>
                </c:pt>
                <c:pt idx="507">
                  <c:v>21.63559872</c:v>
                </c:pt>
                <c:pt idx="508">
                  <c:v>21.85890784</c:v>
                </c:pt>
                <c:pt idx="509">
                  <c:v>21.81788958</c:v>
                </c:pt>
                <c:pt idx="510">
                  <c:v>21.64085559</c:v>
                </c:pt>
                <c:pt idx="511">
                  <c:v>21.53123528</c:v>
                </c:pt>
                <c:pt idx="512">
                  <c:v>21.67976767</c:v>
                </c:pt>
                <c:pt idx="513">
                  <c:v>21.74990281</c:v>
                </c:pt>
                <c:pt idx="514">
                  <c:v>21.59068737</c:v>
                </c:pt>
                <c:pt idx="515">
                  <c:v>21.9204431</c:v>
                </c:pt>
                <c:pt idx="516">
                  <c:v>21.68057432</c:v>
                </c:pt>
                <c:pt idx="517">
                  <c:v>21.44940568</c:v>
                </c:pt>
                <c:pt idx="518">
                  <c:v>21.63012908</c:v>
                </c:pt>
                <c:pt idx="519">
                  <c:v>21.61484415</c:v>
                </c:pt>
                <c:pt idx="520">
                  <c:v>21.93365231</c:v>
                </c:pt>
                <c:pt idx="521">
                  <c:v>21.66567774</c:v>
                </c:pt>
                <c:pt idx="522">
                  <c:v>21.71600059</c:v>
                </c:pt>
                <c:pt idx="523">
                  <c:v>21.78862717</c:v>
                </c:pt>
                <c:pt idx="524">
                  <c:v>21.7815051</c:v>
                </c:pt>
                <c:pt idx="525">
                  <c:v>21.73947514</c:v>
                </c:pt>
                <c:pt idx="526">
                  <c:v>21.61644751</c:v>
                </c:pt>
                <c:pt idx="527">
                  <c:v>21.86375795</c:v>
                </c:pt>
                <c:pt idx="528">
                  <c:v>21.73096757</c:v>
                </c:pt>
                <c:pt idx="529">
                  <c:v>21.58700324</c:v>
                </c:pt>
                <c:pt idx="530">
                  <c:v>21.84680721</c:v>
                </c:pt>
                <c:pt idx="531">
                  <c:v>21.85348478</c:v>
                </c:pt>
                <c:pt idx="532">
                  <c:v>21.70581828</c:v>
                </c:pt>
                <c:pt idx="533">
                  <c:v>21.56936461</c:v>
                </c:pt>
                <c:pt idx="534">
                  <c:v>21.65216109</c:v>
                </c:pt>
                <c:pt idx="535">
                  <c:v>21.59236826</c:v>
                </c:pt>
                <c:pt idx="536">
                  <c:v>21.55507728</c:v>
                </c:pt>
                <c:pt idx="537">
                  <c:v>21.60596066</c:v>
                </c:pt>
                <c:pt idx="538">
                  <c:v>21.5193192</c:v>
                </c:pt>
                <c:pt idx="539">
                  <c:v>21.53400248</c:v>
                </c:pt>
                <c:pt idx="540">
                  <c:v>21.3646832</c:v>
                </c:pt>
                <c:pt idx="541">
                  <c:v>21.71634162</c:v>
                </c:pt>
                <c:pt idx="542">
                  <c:v>21.48712469</c:v>
                </c:pt>
                <c:pt idx="543">
                  <c:v>21.37189933</c:v>
                </c:pt>
                <c:pt idx="544">
                  <c:v>21.65902534</c:v>
                </c:pt>
                <c:pt idx="545">
                  <c:v>21.59488863</c:v>
                </c:pt>
                <c:pt idx="546">
                  <c:v>21.5437836</c:v>
                </c:pt>
                <c:pt idx="547">
                  <c:v>21.63727609</c:v>
                </c:pt>
                <c:pt idx="548">
                  <c:v>21.56688879</c:v>
                </c:pt>
                <c:pt idx="549">
                  <c:v>21.4956763</c:v>
                </c:pt>
                <c:pt idx="550">
                  <c:v>21.35168921</c:v>
                </c:pt>
                <c:pt idx="551">
                  <c:v>21.60844137</c:v>
                </c:pt>
                <c:pt idx="552">
                  <c:v>21.78941541</c:v>
                </c:pt>
                <c:pt idx="553">
                  <c:v>21.39352211</c:v>
                </c:pt>
                <c:pt idx="554">
                  <c:v>21.39437622</c:v>
                </c:pt>
                <c:pt idx="555">
                  <c:v>21.66332822</c:v>
                </c:pt>
                <c:pt idx="556">
                  <c:v>21.50354596</c:v>
                </c:pt>
                <c:pt idx="557">
                  <c:v>21.37116283</c:v>
                </c:pt>
                <c:pt idx="558">
                  <c:v>21.3122899</c:v>
                </c:pt>
                <c:pt idx="559">
                  <c:v>21.34946397</c:v>
                </c:pt>
                <c:pt idx="560">
                  <c:v>21.43129659</c:v>
                </c:pt>
                <c:pt idx="561">
                  <c:v>21.50377835</c:v>
                </c:pt>
                <c:pt idx="562">
                  <c:v>21.33327086</c:v>
                </c:pt>
                <c:pt idx="563">
                  <c:v>21.31015496</c:v>
                </c:pt>
                <c:pt idx="564">
                  <c:v>21.20983462</c:v>
                </c:pt>
                <c:pt idx="565">
                  <c:v>21.5855311</c:v>
                </c:pt>
                <c:pt idx="566">
                  <c:v>21.31387863</c:v>
                </c:pt>
                <c:pt idx="567">
                  <c:v>21.2502862</c:v>
                </c:pt>
                <c:pt idx="568">
                  <c:v>21.31323562</c:v>
                </c:pt>
                <c:pt idx="569">
                  <c:v>21.34704043</c:v>
                </c:pt>
                <c:pt idx="570">
                  <c:v>21.245171</c:v>
                </c:pt>
                <c:pt idx="571">
                  <c:v>21.33891377</c:v>
                </c:pt>
                <c:pt idx="572">
                  <c:v>21.3741572</c:v>
                </c:pt>
                <c:pt idx="573">
                  <c:v>21.24154236</c:v>
                </c:pt>
                <c:pt idx="574">
                  <c:v>21.38016758</c:v>
                </c:pt>
                <c:pt idx="575">
                  <c:v>21.19922692</c:v>
                </c:pt>
                <c:pt idx="576">
                  <c:v>21.31748065</c:v>
                </c:pt>
                <c:pt idx="577">
                  <c:v>21.38880997</c:v>
                </c:pt>
                <c:pt idx="578">
                  <c:v>20.93269484</c:v>
                </c:pt>
                <c:pt idx="579">
                  <c:v>21.32840187</c:v>
                </c:pt>
                <c:pt idx="580">
                  <c:v>21.08003607</c:v>
                </c:pt>
                <c:pt idx="581">
                  <c:v>21.30073417</c:v>
                </c:pt>
                <c:pt idx="582">
                  <c:v>20.94225403</c:v>
                </c:pt>
                <c:pt idx="583">
                  <c:v>21.23703107</c:v>
                </c:pt>
                <c:pt idx="584">
                  <c:v>21.27483259</c:v>
                </c:pt>
                <c:pt idx="585">
                  <c:v>21.13118712</c:v>
                </c:pt>
                <c:pt idx="586">
                  <c:v>21.20565356</c:v>
                </c:pt>
                <c:pt idx="587">
                  <c:v>21.14624026</c:v>
                </c:pt>
                <c:pt idx="588">
                  <c:v>21.12606718</c:v>
                </c:pt>
                <c:pt idx="589">
                  <c:v>21.46770341</c:v>
                </c:pt>
                <c:pt idx="590">
                  <c:v>21.20065396</c:v>
                </c:pt>
                <c:pt idx="591">
                  <c:v>21.21029123</c:v>
                </c:pt>
                <c:pt idx="592">
                  <c:v>21.04499245</c:v>
                </c:pt>
                <c:pt idx="593">
                  <c:v>21.09331599</c:v>
                </c:pt>
                <c:pt idx="594">
                  <c:v>21.10517348</c:v>
                </c:pt>
                <c:pt idx="595">
                  <c:v>21.30700364</c:v>
                </c:pt>
                <c:pt idx="596">
                  <c:v>21.14065743</c:v>
                </c:pt>
                <c:pt idx="597">
                  <c:v>21.08992083</c:v>
                </c:pt>
                <c:pt idx="598">
                  <c:v>21.04495948</c:v>
                </c:pt>
                <c:pt idx="599">
                  <c:v>21.01206293</c:v>
                </c:pt>
                <c:pt idx="600">
                  <c:v>20.89974547</c:v>
                </c:pt>
                <c:pt idx="601">
                  <c:v>21.21707765</c:v>
                </c:pt>
                <c:pt idx="602">
                  <c:v>21.04290553</c:v>
                </c:pt>
                <c:pt idx="603">
                  <c:v>21.01825944</c:v>
                </c:pt>
                <c:pt idx="604">
                  <c:v>21.1988299</c:v>
                </c:pt>
                <c:pt idx="605">
                  <c:v>21.04836654</c:v>
                </c:pt>
                <c:pt idx="606">
                  <c:v>21.12040255</c:v>
                </c:pt>
                <c:pt idx="607">
                  <c:v>21.26476189</c:v>
                </c:pt>
                <c:pt idx="608">
                  <c:v>20.99553376</c:v>
                </c:pt>
                <c:pt idx="609">
                  <c:v>21.15618356</c:v>
                </c:pt>
                <c:pt idx="610">
                  <c:v>21.18059324</c:v>
                </c:pt>
                <c:pt idx="611">
                  <c:v>20.94774756</c:v>
                </c:pt>
                <c:pt idx="612">
                  <c:v>21.2370938</c:v>
                </c:pt>
                <c:pt idx="613">
                  <c:v>20.95724575</c:v>
                </c:pt>
                <c:pt idx="614">
                  <c:v>21.21817172</c:v>
                </c:pt>
                <c:pt idx="615">
                  <c:v>21.12768363</c:v>
                </c:pt>
                <c:pt idx="616">
                  <c:v>21.25699557</c:v>
                </c:pt>
                <c:pt idx="617">
                  <c:v>21.08760973</c:v>
                </c:pt>
                <c:pt idx="618">
                  <c:v>21.16467464</c:v>
                </c:pt>
                <c:pt idx="619">
                  <c:v>21.03542623</c:v>
                </c:pt>
                <c:pt idx="620">
                  <c:v>21.36937788</c:v>
                </c:pt>
                <c:pt idx="621">
                  <c:v>21.28027771</c:v>
                </c:pt>
                <c:pt idx="622">
                  <c:v>21.21453824</c:v>
                </c:pt>
                <c:pt idx="623">
                  <c:v>21.16627708</c:v>
                </c:pt>
                <c:pt idx="624">
                  <c:v>21.25305272</c:v>
                </c:pt>
                <c:pt idx="625">
                  <c:v>21.12578832</c:v>
                </c:pt>
                <c:pt idx="626">
                  <c:v>20.99490879</c:v>
                </c:pt>
                <c:pt idx="627">
                  <c:v>21.02804997</c:v>
                </c:pt>
                <c:pt idx="628">
                  <c:v>21.12648026</c:v>
                </c:pt>
                <c:pt idx="629">
                  <c:v>21.12363484</c:v>
                </c:pt>
                <c:pt idx="630">
                  <c:v>21.07784972</c:v>
                </c:pt>
                <c:pt idx="631">
                  <c:v>21.12664288</c:v>
                </c:pt>
                <c:pt idx="632">
                  <c:v>20.96166624</c:v>
                </c:pt>
                <c:pt idx="633">
                  <c:v>21.20771946</c:v>
                </c:pt>
                <c:pt idx="634">
                  <c:v>21.10780331</c:v>
                </c:pt>
                <c:pt idx="635">
                  <c:v>20.97421467</c:v>
                </c:pt>
                <c:pt idx="636">
                  <c:v>21.04408024</c:v>
                </c:pt>
                <c:pt idx="637">
                  <c:v>20.99714024</c:v>
                </c:pt>
                <c:pt idx="638">
                  <c:v>21.17503012</c:v>
                </c:pt>
                <c:pt idx="639">
                  <c:v>21.10092215</c:v>
                </c:pt>
                <c:pt idx="640">
                  <c:v>21.26531346</c:v>
                </c:pt>
                <c:pt idx="641">
                  <c:v>21.12735453</c:v>
                </c:pt>
                <c:pt idx="642">
                  <c:v>21.13682331</c:v>
                </c:pt>
                <c:pt idx="643">
                  <c:v>21.27868379</c:v>
                </c:pt>
                <c:pt idx="644">
                  <c:v>21.03201304</c:v>
                </c:pt>
                <c:pt idx="645">
                  <c:v>20.919501</c:v>
                </c:pt>
                <c:pt idx="646">
                  <c:v>21.01143336</c:v>
                </c:pt>
                <c:pt idx="647">
                  <c:v>20.92884679</c:v>
                </c:pt>
                <c:pt idx="648">
                  <c:v>21.01998754</c:v>
                </c:pt>
                <c:pt idx="649">
                  <c:v>20.91359046</c:v>
                </c:pt>
                <c:pt idx="650">
                  <c:v>21.05063011</c:v>
                </c:pt>
                <c:pt idx="651">
                  <c:v>20.98815386</c:v>
                </c:pt>
                <c:pt idx="652">
                  <c:v>20.88645006</c:v>
                </c:pt>
                <c:pt idx="653">
                  <c:v>20.96296685</c:v>
                </c:pt>
                <c:pt idx="654">
                  <c:v>20.97293914</c:v>
                </c:pt>
                <c:pt idx="655">
                  <c:v>20.9439454</c:v>
                </c:pt>
                <c:pt idx="656">
                  <c:v>21.08070984</c:v>
                </c:pt>
                <c:pt idx="657">
                  <c:v>21.11087564</c:v>
                </c:pt>
                <c:pt idx="658">
                  <c:v>20.94847148</c:v>
                </c:pt>
                <c:pt idx="659">
                  <c:v>20.98885121</c:v>
                </c:pt>
                <c:pt idx="660">
                  <c:v>20.84613889</c:v>
                </c:pt>
                <c:pt idx="661">
                  <c:v>21.07889989</c:v>
                </c:pt>
                <c:pt idx="662">
                  <c:v>20.93778744</c:v>
                </c:pt>
                <c:pt idx="663">
                  <c:v>20.9788688</c:v>
                </c:pt>
                <c:pt idx="664">
                  <c:v>20.93729362</c:v>
                </c:pt>
                <c:pt idx="665">
                  <c:v>20.83779422</c:v>
                </c:pt>
                <c:pt idx="666">
                  <c:v>20.77842967</c:v>
                </c:pt>
                <c:pt idx="667">
                  <c:v>20.89013713</c:v>
                </c:pt>
                <c:pt idx="668">
                  <c:v>20.98457348</c:v>
                </c:pt>
                <c:pt idx="669">
                  <c:v>21.14958277</c:v>
                </c:pt>
                <c:pt idx="670">
                  <c:v>21.03267187</c:v>
                </c:pt>
                <c:pt idx="671">
                  <c:v>21.11506522</c:v>
                </c:pt>
                <c:pt idx="672">
                  <c:v>20.88784842</c:v>
                </c:pt>
                <c:pt idx="673">
                  <c:v>20.87677007</c:v>
                </c:pt>
                <c:pt idx="674">
                  <c:v>20.93389795</c:v>
                </c:pt>
                <c:pt idx="675">
                  <c:v>20.83701029</c:v>
                </c:pt>
                <c:pt idx="676">
                  <c:v>20.93546075</c:v>
                </c:pt>
                <c:pt idx="677">
                  <c:v>20.79650231</c:v>
                </c:pt>
                <c:pt idx="678">
                  <c:v>20.77742372</c:v>
                </c:pt>
                <c:pt idx="679">
                  <c:v>20.89913103</c:v>
                </c:pt>
                <c:pt idx="680">
                  <c:v>20.79690797</c:v>
                </c:pt>
                <c:pt idx="681">
                  <c:v>20.78037191</c:v>
                </c:pt>
                <c:pt idx="682">
                  <c:v>20.57060232</c:v>
                </c:pt>
                <c:pt idx="683">
                  <c:v>20.68907458</c:v>
                </c:pt>
                <c:pt idx="684">
                  <c:v>21.00211415</c:v>
                </c:pt>
                <c:pt idx="685">
                  <c:v>20.81525026</c:v>
                </c:pt>
                <c:pt idx="686">
                  <c:v>20.70648794</c:v>
                </c:pt>
                <c:pt idx="687">
                  <c:v>20.81431668</c:v>
                </c:pt>
                <c:pt idx="688">
                  <c:v>20.63651096</c:v>
                </c:pt>
                <c:pt idx="689">
                  <c:v>20.69250298</c:v>
                </c:pt>
                <c:pt idx="690">
                  <c:v>20.75546704</c:v>
                </c:pt>
                <c:pt idx="691">
                  <c:v>20.51215343</c:v>
                </c:pt>
                <c:pt idx="692">
                  <c:v>20.62915401</c:v>
                </c:pt>
                <c:pt idx="693">
                  <c:v>20.55315903</c:v>
                </c:pt>
                <c:pt idx="694">
                  <c:v>20.58791944</c:v>
                </c:pt>
                <c:pt idx="695">
                  <c:v>20.65919073</c:v>
                </c:pt>
                <c:pt idx="696">
                  <c:v>20.80874004</c:v>
                </c:pt>
                <c:pt idx="697">
                  <c:v>20.70253334</c:v>
                </c:pt>
                <c:pt idx="698">
                  <c:v>20.88515157</c:v>
                </c:pt>
                <c:pt idx="699">
                  <c:v>20.86913791</c:v>
                </c:pt>
                <c:pt idx="700">
                  <c:v>20.65780835</c:v>
                </c:pt>
                <c:pt idx="701">
                  <c:v>20.78648993</c:v>
                </c:pt>
                <c:pt idx="702">
                  <c:v>20.74547822</c:v>
                </c:pt>
                <c:pt idx="703">
                  <c:v>20.85660558</c:v>
                </c:pt>
                <c:pt idx="704">
                  <c:v>20.82015494</c:v>
                </c:pt>
                <c:pt idx="705">
                  <c:v>20.85966475</c:v>
                </c:pt>
                <c:pt idx="706">
                  <c:v>20.79021305</c:v>
                </c:pt>
                <c:pt idx="707">
                  <c:v>20.61024029</c:v>
                </c:pt>
                <c:pt idx="708">
                  <c:v>20.81345479</c:v>
                </c:pt>
                <c:pt idx="709">
                  <c:v>20.80894892</c:v>
                </c:pt>
                <c:pt idx="710">
                  <c:v>20.87373928</c:v>
                </c:pt>
                <c:pt idx="711">
                  <c:v>20.72746827</c:v>
                </c:pt>
                <c:pt idx="712">
                  <c:v>20.76324557</c:v>
                </c:pt>
                <c:pt idx="713">
                  <c:v>21.01778123</c:v>
                </c:pt>
                <c:pt idx="714">
                  <c:v>20.7674692</c:v>
                </c:pt>
                <c:pt idx="715">
                  <c:v>20.7370099</c:v>
                </c:pt>
                <c:pt idx="716">
                  <c:v>20.73574405</c:v>
                </c:pt>
                <c:pt idx="717">
                  <c:v>20.77489328</c:v>
                </c:pt>
                <c:pt idx="718">
                  <c:v>20.64973481</c:v>
                </c:pt>
                <c:pt idx="719">
                  <c:v>20.83985524</c:v>
                </c:pt>
                <c:pt idx="720">
                  <c:v>20.64080506</c:v>
                </c:pt>
                <c:pt idx="721">
                  <c:v>21.02026734</c:v>
                </c:pt>
                <c:pt idx="722">
                  <c:v>20.69569111</c:v>
                </c:pt>
                <c:pt idx="723">
                  <c:v>20.82032209</c:v>
                </c:pt>
                <c:pt idx="724">
                  <c:v>20.78372176</c:v>
                </c:pt>
                <c:pt idx="725">
                  <c:v>20.81520292</c:v>
                </c:pt>
                <c:pt idx="726">
                  <c:v>20.86075592</c:v>
                </c:pt>
                <c:pt idx="727">
                  <c:v>20.81367407</c:v>
                </c:pt>
                <c:pt idx="728">
                  <c:v>20.59134533</c:v>
                </c:pt>
                <c:pt idx="729">
                  <c:v>20.82727966</c:v>
                </c:pt>
                <c:pt idx="730">
                  <c:v>20.69724417</c:v>
                </c:pt>
                <c:pt idx="731">
                  <c:v>20.54815229</c:v>
                </c:pt>
                <c:pt idx="732">
                  <c:v>20.50471364</c:v>
                </c:pt>
                <c:pt idx="733">
                  <c:v>20.80967219</c:v>
                </c:pt>
                <c:pt idx="734">
                  <c:v>20.71524748</c:v>
                </c:pt>
                <c:pt idx="735">
                  <c:v>20.82996517</c:v>
                </c:pt>
                <c:pt idx="736">
                  <c:v>20.50299974</c:v>
                </c:pt>
                <c:pt idx="737">
                  <c:v>20.84589796</c:v>
                </c:pt>
                <c:pt idx="738">
                  <c:v>20.74922068</c:v>
                </c:pt>
                <c:pt idx="739">
                  <c:v>20.39147713</c:v>
                </c:pt>
                <c:pt idx="740">
                  <c:v>20.6304943</c:v>
                </c:pt>
                <c:pt idx="741">
                  <c:v>20.78122261</c:v>
                </c:pt>
                <c:pt idx="742">
                  <c:v>20.57944698</c:v>
                </c:pt>
                <c:pt idx="743">
                  <c:v>20.69695482</c:v>
                </c:pt>
                <c:pt idx="744">
                  <c:v>20.84089612</c:v>
                </c:pt>
                <c:pt idx="745">
                  <c:v>20.8900801</c:v>
                </c:pt>
                <c:pt idx="746">
                  <c:v>20.73489292</c:v>
                </c:pt>
                <c:pt idx="747">
                  <c:v>20.74650155</c:v>
                </c:pt>
                <c:pt idx="748">
                  <c:v>20.70074958</c:v>
                </c:pt>
                <c:pt idx="749">
                  <c:v>20.86408337</c:v>
                </c:pt>
                <c:pt idx="750">
                  <c:v>20.73351725</c:v>
                </c:pt>
                <c:pt idx="751">
                  <c:v>20.83071805</c:v>
                </c:pt>
                <c:pt idx="752">
                  <c:v>20.75574857</c:v>
                </c:pt>
                <c:pt idx="753">
                  <c:v>20.7412376</c:v>
                </c:pt>
                <c:pt idx="754">
                  <c:v>20.63054693</c:v>
                </c:pt>
                <c:pt idx="755">
                  <c:v>20.68446512</c:v>
                </c:pt>
                <c:pt idx="756">
                  <c:v>20.57834193</c:v>
                </c:pt>
                <c:pt idx="757">
                  <c:v>20.69837887</c:v>
                </c:pt>
                <c:pt idx="758">
                  <c:v>20.69466555</c:v>
                </c:pt>
                <c:pt idx="759">
                  <c:v>20.72280059</c:v>
                </c:pt>
                <c:pt idx="760">
                  <c:v>20.44693169</c:v>
                </c:pt>
                <c:pt idx="761">
                  <c:v>20.69334942</c:v>
                </c:pt>
                <c:pt idx="762">
                  <c:v>20.79359883</c:v>
                </c:pt>
                <c:pt idx="763">
                  <c:v>20.75106616</c:v>
                </c:pt>
                <c:pt idx="764">
                  <c:v>20.65062931</c:v>
                </c:pt>
                <c:pt idx="765">
                  <c:v>20.73307408</c:v>
                </c:pt>
                <c:pt idx="766">
                  <c:v>20.76038408</c:v>
                </c:pt>
                <c:pt idx="767">
                  <c:v>20.66077834</c:v>
                </c:pt>
                <c:pt idx="768">
                  <c:v>20.61288039</c:v>
                </c:pt>
                <c:pt idx="769">
                  <c:v>20.84499391</c:v>
                </c:pt>
                <c:pt idx="770">
                  <c:v>20.78545082</c:v>
                </c:pt>
                <c:pt idx="771">
                  <c:v>20.85300636</c:v>
                </c:pt>
                <c:pt idx="772">
                  <c:v>20.92141813</c:v>
                </c:pt>
                <c:pt idx="773">
                  <c:v>20.68057202</c:v>
                </c:pt>
                <c:pt idx="774">
                  <c:v>20.77873417</c:v>
                </c:pt>
                <c:pt idx="775">
                  <c:v>20.73457874</c:v>
                </c:pt>
                <c:pt idx="776">
                  <c:v>20.65203257</c:v>
                </c:pt>
                <c:pt idx="777">
                  <c:v>20.94234799</c:v>
                </c:pt>
                <c:pt idx="778">
                  <c:v>20.82050502</c:v>
                </c:pt>
                <c:pt idx="779">
                  <c:v>20.63916833</c:v>
                </c:pt>
                <c:pt idx="780">
                  <c:v>20.69516954</c:v>
                </c:pt>
                <c:pt idx="781">
                  <c:v>20.705104</c:v>
                </c:pt>
                <c:pt idx="782">
                  <c:v>20.67199904</c:v>
                </c:pt>
                <c:pt idx="783">
                  <c:v>20.6836913</c:v>
                </c:pt>
                <c:pt idx="784">
                  <c:v>20.74836671</c:v>
                </c:pt>
                <c:pt idx="785">
                  <c:v>20.60391832</c:v>
                </c:pt>
                <c:pt idx="786">
                  <c:v>20.71411161</c:v>
                </c:pt>
                <c:pt idx="787">
                  <c:v>20.60233019</c:v>
                </c:pt>
                <c:pt idx="788">
                  <c:v>20.80746971</c:v>
                </c:pt>
                <c:pt idx="789">
                  <c:v>20.7928646</c:v>
                </c:pt>
                <c:pt idx="790">
                  <c:v>20.45645631</c:v>
                </c:pt>
                <c:pt idx="791">
                  <c:v>20.78887203</c:v>
                </c:pt>
                <c:pt idx="792">
                  <c:v>20.55817778</c:v>
                </c:pt>
                <c:pt idx="793">
                  <c:v>20.5816118</c:v>
                </c:pt>
                <c:pt idx="794">
                  <c:v>20.79186016</c:v>
                </c:pt>
                <c:pt idx="795">
                  <c:v>20.72751689</c:v>
                </c:pt>
                <c:pt idx="796">
                  <c:v>20.68313132</c:v>
                </c:pt>
                <c:pt idx="797">
                  <c:v>20.63869495</c:v>
                </c:pt>
                <c:pt idx="798">
                  <c:v>20.65041555</c:v>
                </c:pt>
                <c:pt idx="799">
                  <c:v>20.57358193</c:v>
                </c:pt>
                <c:pt idx="800">
                  <c:v>20.57007388</c:v>
                </c:pt>
                <c:pt idx="801">
                  <c:v>20.54701233</c:v>
                </c:pt>
                <c:pt idx="802">
                  <c:v>20.87521646</c:v>
                </c:pt>
                <c:pt idx="803">
                  <c:v>20.65507392</c:v>
                </c:pt>
                <c:pt idx="804">
                  <c:v>20.72757461</c:v>
                </c:pt>
                <c:pt idx="805">
                  <c:v>20.66872571</c:v>
                </c:pt>
                <c:pt idx="806">
                  <c:v>20.57367395</c:v>
                </c:pt>
                <c:pt idx="807">
                  <c:v>20.5885964</c:v>
                </c:pt>
                <c:pt idx="808">
                  <c:v>20.81553319</c:v>
                </c:pt>
                <c:pt idx="809">
                  <c:v>20.900405</c:v>
                </c:pt>
                <c:pt idx="810">
                  <c:v>20.61417352</c:v>
                </c:pt>
                <c:pt idx="811">
                  <c:v>20.71118867</c:v>
                </c:pt>
                <c:pt idx="812">
                  <c:v>20.60836833</c:v>
                </c:pt>
                <c:pt idx="813">
                  <c:v>20.72948559</c:v>
                </c:pt>
                <c:pt idx="814">
                  <c:v>20.66944642</c:v>
                </c:pt>
                <c:pt idx="815">
                  <c:v>20.53210783</c:v>
                </c:pt>
                <c:pt idx="816">
                  <c:v>20.5691195</c:v>
                </c:pt>
                <c:pt idx="817">
                  <c:v>20.54546822</c:v>
                </c:pt>
                <c:pt idx="818">
                  <c:v>20.4927445</c:v>
                </c:pt>
                <c:pt idx="819">
                  <c:v>20.66988923</c:v>
                </c:pt>
                <c:pt idx="820">
                  <c:v>20.45551515</c:v>
                </c:pt>
                <c:pt idx="821">
                  <c:v>20.43632795</c:v>
                </c:pt>
                <c:pt idx="822">
                  <c:v>20.56710564</c:v>
                </c:pt>
                <c:pt idx="823">
                  <c:v>20.48133397</c:v>
                </c:pt>
                <c:pt idx="824">
                  <c:v>20.38242836</c:v>
                </c:pt>
                <c:pt idx="825">
                  <c:v>20.55779001</c:v>
                </c:pt>
                <c:pt idx="826">
                  <c:v>20.47685396</c:v>
                </c:pt>
                <c:pt idx="827">
                  <c:v>20.53213199</c:v>
                </c:pt>
                <c:pt idx="828">
                  <c:v>20.39969968</c:v>
                </c:pt>
                <c:pt idx="829">
                  <c:v>20.36321967</c:v>
                </c:pt>
                <c:pt idx="830">
                  <c:v>20.82117576</c:v>
                </c:pt>
                <c:pt idx="831">
                  <c:v>20.25588988</c:v>
                </c:pt>
                <c:pt idx="832">
                  <c:v>20.54810591</c:v>
                </c:pt>
                <c:pt idx="833">
                  <c:v>20.54693288</c:v>
                </c:pt>
                <c:pt idx="834">
                  <c:v>20.62649411</c:v>
                </c:pt>
                <c:pt idx="835">
                  <c:v>20.50867736</c:v>
                </c:pt>
                <c:pt idx="836">
                  <c:v>20.39543372</c:v>
                </c:pt>
                <c:pt idx="837">
                  <c:v>20.41779775</c:v>
                </c:pt>
                <c:pt idx="838">
                  <c:v>20.48860102</c:v>
                </c:pt>
                <c:pt idx="839">
                  <c:v>20.55573724</c:v>
                </c:pt>
                <c:pt idx="840">
                  <c:v>20.32753966</c:v>
                </c:pt>
                <c:pt idx="841">
                  <c:v>20.42183777</c:v>
                </c:pt>
                <c:pt idx="842">
                  <c:v>20.50457585</c:v>
                </c:pt>
                <c:pt idx="843">
                  <c:v>20.40902145</c:v>
                </c:pt>
                <c:pt idx="844">
                  <c:v>20.38005415</c:v>
                </c:pt>
                <c:pt idx="845">
                  <c:v>20.53693161</c:v>
                </c:pt>
                <c:pt idx="846">
                  <c:v>20.44675855</c:v>
                </c:pt>
                <c:pt idx="847">
                  <c:v>20.30036013</c:v>
                </c:pt>
                <c:pt idx="848">
                  <c:v>20.47938604</c:v>
                </c:pt>
                <c:pt idx="849">
                  <c:v>20.48031031</c:v>
                </c:pt>
                <c:pt idx="850">
                  <c:v>20.39608373</c:v>
                </c:pt>
                <c:pt idx="851">
                  <c:v>20.29235023</c:v>
                </c:pt>
                <c:pt idx="852">
                  <c:v>20.46432678</c:v>
                </c:pt>
                <c:pt idx="853">
                  <c:v>20.26727638</c:v>
                </c:pt>
                <c:pt idx="854">
                  <c:v>20.32723101</c:v>
                </c:pt>
                <c:pt idx="855">
                  <c:v>20.5381231</c:v>
                </c:pt>
                <c:pt idx="856">
                  <c:v>20.25815146</c:v>
                </c:pt>
                <c:pt idx="857">
                  <c:v>20.40463853</c:v>
                </c:pt>
                <c:pt idx="858">
                  <c:v>20.15241403</c:v>
                </c:pt>
                <c:pt idx="859">
                  <c:v>20.21699423</c:v>
                </c:pt>
                <c:pt idx="860">
                  <c:v>20.42347168</c:v>
                </c:pt>
                <c:pt idx="861">
                  <c:v>20.47281016</c:v>
                </c:pt>
                <c:pt idx="862">
                  <c:v>20.27772751</c:v>
                </c:pt>
                <c:pt idx="863">
                  <c:v>20.08641508</c:v>
                </c:pt>
                <c:pt idx="864">
                  <c:v>20.32190144</c:v>
                </c:pt>
                <c:pt idx="865">
                  <c:v>20.43502721</c:v>
                </c:pt>
                <c:pt idx="866">
                  <c:v>20.34500473</c:v>
                </c:pt>
                <c:pt idx="867">
                  <c:v>20.27051427</c:v>
                </c:pt>
                <c:pt idx="868">
                  <c:v>20.29056894</c:v>
                </c:pt>
                <c:pt idx="869">
                  <c:v>20.34632879</c:v>
                </c:pt>
                <c:pt idx="870">
                  <c:v>20.28470949</c:v>
                </c:pt>
                <c:pt idx="871">
                  <c:v>20.23448706</c:v>
                </c:pt>
                <c:pt idx="872">
                  <c:v>20.3723344</c:v>
                </c:pt>
                <c:pt idx="873">
                  <c:v>20.116636</c:v>
                </c:pt>
                <c:pt idx="874">
                  <c:v>20.3347734</c:v>
                </c:pt>
                <c:pt idx="875">
                  <c:v>20.30421174</c:v>
                </c:pt>
                <c:pt idx="876">
                  <c:v>20.4279819</c:v>
                </c:pt>
                <c:pt idx="877">
                  <c:v>20.19922777</c:v>
                </c:pt>
                <c:pt idx="878">
                  <c:v>20.39472306</c:v>
                </c:pt>
                <c:pt idx="879">
                  <c:v>20.34492848</c:v>
                </c:pt>
                <c:pt idx="880">
                  <c:v>20.2839747</c:v>
                </c:pt>
                <c:pt idx="881">
                  <c:v>20.21165721</c:v>
                </c:pt>
                <c:pt idx="882">
                  <c:v>20.08326847</c:v>
                </c:pt>
                <c:pt idx="883">
                  <c:v>19.95286081</c:v>
                </c:pt>
                <c:pt idx="884">
                  <c:v>20.12200917</c:v>
                </c:pt>
                <c:pt idx="885">
                  <c:v>20.00444941</c:v>
                </c:pt>
                <c:pt idx="886">
                  <c:v>20.32791196</c:v>
                </c:pt>
                <c:pt idx="887">
                  <c:v>20.33825733</c:v>
                </c:pt>
                <c:pt idx="888">
                  <c:v>20.42581201</c:v>
                </c:pt>
                <c:pt idx="889">
                  <c:v>20.19114935</c:v>
                </c:pt>
                <c:pt idx="890">
                  <c:v>20.26847252</c:v>
                </c:pt>
                <c:pt idx="891">
                  <c:v>20.32358329</c:v>
                </c:pt>
                <c:pt idx="892">
                  <c:v>20.2480961</c:v>
                </c:pt>
                <c:pt idx="893">
                  <c:v>20.24256195</c:v>
                </c:pt>
                <c:pt idx="894">
                  <c:v>20.16418169</c:v>
                </c:pt>
                <c:pt idx="895">
                  <c:v>20.19275095</c:v>
                </c:pt>
                <c:pt idx="896">
                  <c:v>20.38074927</c:v>
                </c:pt>
                <c:pt idx="897">
                  <c:v>20.39985402</c:v>
                </c:pt>
                <c:pt idx="898">
                  <c:v>20.29396863</c:v>
                </c:pt>
                <c:pt idx="899">
                  <c:v>20.29262405</c:v>
                </c:pt>
                <c:pt idx="900">
                  <c:v>20.46466333</c:v>
                </c:pt>
                <c:pt idx="901">
                  <c:v>20.27988743</c:v>
                </c:pt>
                <c:pt idx="902">
                  <c:v>20.31880132</c:v>
                </c:pt>
                <c:pt idx="903">
                  <c:v>20.3657779</c:v>
                </c:pt>
                <c:pt idx="904">
                  <c:v>20.25772227</c:v>
                </c:pt>
                <c:pt idx="905">
                  <c:v>20.28182734</c:v>
                </c:pt>
                <c:pt idx="906">
                  <c:v>20.2679654</c:v>
                </c:pt>
                <c:pt idx="907">
                  <c:v>20.09867209</c:v>
                </c:pt>
                <c:pt idx="908">
                  <c:v>20.12190594</c:v>
                </c:pt>
                <c:pt idx="909">
                  <c:v>20.30370312</c:v>
                </c:pt>
                <c:pt idx="910">
                  <c:v>20.39488665</c:v>
                </c:pt>
                <c:pt idx="911">
                  <c:v>20.13561607</c:v>
                </c:pt>
                <c:pt idx="912">
                  <c:v>20.12950095</c:v>
                </c:pt>
                <c:pt idx="913">
                  <c:v>20.25706144</c:v>
                </c:pt>
                <c:pt idx="914">
                  <c:v>20.25601971</c:v>
                </c:pt>
                <c:pt idx="915">
                  <c:v>20.13759185</c:v>
                </c:pt>
                <c:pt idx="916">
                  <c:v>20.25976347</c:v>
                </c:pt>
                <c:pt idx="917">
                  <c:v>20.16762602</c:v>
                </c:pt>
                <c:pt idx="918">
                  <c:v>20.35610242</c:v>
                </c:pt>
                <c:pt idx="919">
                  <c:v>20.40122947</c:v>
                </c:pt>
                <c:pt idx="920">
                  <c:v>20.18688025</c:v>
                </c:pt>
                <c:pt idx="921">
                  <c:v>20.3933464</c:v>
                </c:pt>
                <c:pt idx="922">
                  <c:v>20.1253202</c:v>
                </c:pt>
                <c:pt idx="923">
                  <c:v>20.65063371</c:v>
                </c:pt>
                <c:pt idx="924">
                  <c:v>20.01700118</c:v>
                </c:pt>
                <c:pt idx="925">
                  <c:v>20.36203777</c:v>
                </c:pt>
                <c:pt idx="926">
                  <c:v>20.30523323</c:v>
                </c:pt>
                <c:pt idx="927">
                  <c:v>20.10621024</c:v>
                </c:pt>
                <c:pt idx="928">
                  <c:v>20.32200098</c:v>
                </c:pt>
                <c:pt idx="929">
                  <c:v>20.16893696</c:v>
                </c:pt>
                <c:pt idx="930">
                  <c:v>20.35674332</c:v>
                </c:pt>
                <c:pt idx="931">
                  <c:v>20.3421371</c:v>
                </c:pt>
                <c:pt idx="932">
                  <c:v>20.45642519</c:v>
                </c:pt>
                <c:pt idx="933">
                  <c:v>20.25485285</c:v>
                </c:pt>
                <c:pt idx="934">
                  <c:v>20.70794684</c:v>
                </c:pt>
                <c:pt idx="935">
                  <c:v>20.39977289</c:v>
                </c:pt>
                <c:pt idx="936">
                  <c:v>20.282634</c:v>
                </c:pt>
                <c:pt idx="937">
                  <c:v>20.30199221</c:v>
                </c:pt>
                <c:pt idx="938">
                  <c:v>20.28905422</c:v>
                </c:pt>
                <c:pt idx="939">
                  <c:v>20.22425756</c:v>
                </c:pt>
                <c:pt idx="940">
                  <c:v>20.23444789</c:v>
                </c:pt>
                <c:pt idx="941">
                  <c:v>20.3825636</c:v>
                </c:pt>
                <c:pt idx="942">
                  <c:v>20.46972895</c:v>
                </c:pt>
                <c:pt idx="943">
                  <c:v>20.34362101</c:v>
                </c:pt>
                <c:pt idx="944">
                  <c:v>20.2798498</c:v>
                </c:pt>
                <c:pt idx="945">
                  <c:v>20.40392957</c:v>
                </c:pt>
                <c:pt idx="946">
                  <c:v>20.41498225</c:v>
                </c:pt>
                <c:pt idx="947">
                  <c:v>20.4601853</c:v>
                </c:pt>
                <c:pt idx="948">
                  <c:v>20.28232464</c:v>
                </c:pt>
                <c:pt idx="949">
                  <c:v>20.19997012</c:v>
                </c:pt>
                <c:pt idx="950">
                  <c:v>20.46767528</c:v>
                </c:pt>
                <c:pt idx="951">
                  <c:v>20.37588487</c:v>
                </c:pt>
                <c:pt idx="952">
                  <c:v>20.25492078</c:v>
                </c:pt>
                <c:pt idx="953">
                  <c:v>20.23936351</c:v>
                </c:pt>
                <c:pt idx="954">
                  <c:v>20.23825443</c:v>
                </c:pt>
                <c:pt idx="955">
                  <c:v>20.34093101</c:v>
                </c:pt>
                <c:pt idx="956">
                  <c:v>20.30058993</c:v>
                </c:pt>
                <c:pt idx="957">
                  <c:v>20.33375285</c:v>
                </c:pt>
                <c:pt idx="958">
                  <c:v>20.1870275</c:v>
                </c:pt>
                <c:pt idx="959">
                  <c:v>20.09973166</c:v>
                </c:pt>
                <c:pt idx="960">
                  <c:v>20.33979458</c:v>
                </c:pt>
                <c:pt idx="961">
                  <c:v>20.1511682</c:v>
                </c:pt>
                <c:pt idx="962">
                  <c:v>20.23341646</c:v>
                </c:pt>
                <c:pt idx="963">
                  <c:v>20.11887259</c:v>
                </c:pt>
                <c:pt idx="964">
                  <c:v>20.22751225</c:v>
                </c:pt>
                <c:pt idx="965">
                  <c:v>20.40361857</c:v>
                </c:pt>
                <c:pt idx="966">
                  <c:v>20.36813718</c:v>
                </c:pt>
                <c:pt idx="967">
                  <c:v>20.31595037</c:v>
                </c:pt>
                <c:pt idx="968">
                  <c:v>19.97494273</c:v>
                </c:pt>
                <c:pt idx="969">
                  <c:v>20.18857068</c:v>
                </c:pt>
                <c:pt idx="970">
                  <c:v>20.23223951</c:v>
                </c:pt>
                <c:pt idx="971">
                  <c:v>20.08300793</c:v>
                </c:pt>
                <c:pt idx="972">
                  <c:v>20.05076991</c:v>
                </c:pt>
                <c:pt idx="973">
                  <c:v>20.15721651</c:v>
                </c:pt>
                <c:pt idx="974">
                  <c:v>20.00894418</c:v>
                </c:pt>
                <c:pt idx="975">
                  <c:v>20.13363844</c:v>
                </c:pt>
                <c:pt idx="976">
                  <c:v>20.05996852</c:v>
                </c:pt>
                <c:pt idx="977">
                  <c:v>20.09631233</c:v>
                </c:pt>
                <c:pt idx="978">
                  <c:v>20.02014968</c:v>
                </c:pt>
                <c:pt idx="979">
                  <c:v>20.22323361</c:v>
                </c:pt>
                <c:pt idx="980">
                  <c:v>20.07192936</c:v>
                </c:pt>
                <c:pt idx="981">
                  <c:v>20.17972838</c:v>
                </c:pt>
                <c:pt idx="982">
                  <c:v>20.25255835</c:v>
                </c:pt>
                <c:pt idx="983">
                  <c:v>20.33697182</c:v>
                </c:pt>
                <c:pt idx="984">
                  <c:v>20.19089939</c:v>
                </c:pt>
                <c:pt idx="985">
                  <c:v>20.44567276</c:v>
                </c:pt>
                <c:pt idx="986">
                  <c:v>20.43242918</c:v>
                </c:pt>
                <c:pt idx="987">
                  <c:v>20.28103331</c:v>
                </c:pt>
                <c:pt idx="988">
                  <c:v>20.36579512</c:v>
                </c:pt>
                <c:pt idx="989">
                  <c:v>20.27748517</c:v>
                </c:pt>
                <c:pt idx="990">
                  <c:v>20.23933863</c:v>
                </c:pt>
                <c:pt idx="991">
                  <c:v>20.10794469</c:v>
                </c:pt>
                <c:pt idx="992">
                  <c:v>20.32572666</c:v>
                </c:pt>
                <c:pt idx="993">
                  <c:v>20.23636091</c:v>
                </c:pt>
                <c:pt idx="994">
                  <c:v>20.23751479</c:v>
                </c:pt>
                <c:pt idx="995">
                  <c:v>20.20616249</c:v>
                </c:pt>
                <c:pt idx="996">
                  <c:v>20.26360473</c:v>
                </c:pt>
                <c:pt idx="997">
                  <c:v>20.26682151</c:v>
                </c:pt>
                <c:pt idx="998">
                  <c:v>20.13628346</c:v>
                </c:pt>
                <c:pt idx="999">
                  <c:v>20.29661108</c:v>
                </c:pt>
              </c:numCache>
            </c:numRef>
          </c:yVal>
        </c:ser>
        <c:ser>
          <c:idx val="1"/>
          <c:order val="1"/>
          <c:tx>
            <c:v>BCA</c:v>
          </c:tx>
          <c:spPr>
            <a:ln xmlns:a="http://schemas.openxmlformats.org/drawingml/2006/main" w="15240">
              <a:solidFill>
                <a:srgbClr val="087F8C"/>
              </a:solidFill>
            </a:ln>
          </c:spPr>
          <c:marker>
            <c:symbol val="none"/>
          </c:marker>
          <c:xVal>
            <c:numRef>
              <c:f>'Chart Data'!$C$2:$C$1001</c:f>
              <c:numCache>
                <c:formatCode>General</c:formatCode>
                <c:ptCount val="10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numCache>
            </c:numRef>
          </c:xVal>
          <c:yVal>
            <c:numRef>
              <c:f>'Chart Data'!$D$2:$D$1001</c:f>
              <c:numCache>
                <c:formatCode>General</c:formatCode>
                <c:ptCount val="1000"/>
                <c:pt idx="0">
                  <c:v>0.38816069</c:v>
                </c:pt>
                <c:pt idx="1">
                  <c:v>1.01458689</c:v>
                </c:pt>
                <c:pt idx="2">
                  <c:v>2.11260454</c:v>
                </c:pt>
                <c:pt idx="3">
                  <c:v>3.01600863</c:v>
                </c:pt>
                <c:pt idx="4">
                  <c:v>3.78525282</c:v>
                </c:pt>
                <c:pt idx="5">
                  <c:v>4.24511775</c:v>
                </c:pt>
                <c:pt idx="6">
                  <c:v>4.80004421</c:v>
                </c:pt>
                <c:pt idx="7">
                  <c:v>5.26707812</c:v>
                </c:pt>
                <c:pt idx="8">
                  <c:v>5.71341591</c:v>
                </c:pt>
                <c:pt idx="9">
                  <c:v>6.41000348</c:v>
                </c:pt>
                <c:pt idx="10">
                  <c:v>7.19067932</c:v>
                </c:pt>
                <c:pt idx="11">
                  <c:v>7.92477972</c:v>
                </c:pt>
                <c:pt idx="12">
                  <c:v>8.87867374</c:v>
                </c:pt>
                <c:pt idx="13">
                  <c:v>9.79887026</c:v>
                </c:pt>
                <c:pt idx="14">
                  <c:v>10.88750812</c:v>
                </c:pt>
                <c:pt idx="15">
                  <c:v>11.91942932</c:v>
                </c:pt>
                <c:pt idx="16">
                  <c:v>13.17332534</c:v>
                </c:pt>
                <c:pt idx="17">
                  <c:v>14.3021182</c:v>
                </c:pt>
                <c:pt idx="18">
                  <c:v>14.91821957</c:v>
                </c:pt>
                <c:pt idx="19">
                  <c:v>16.50218041</c:v>
                </c:pt>
                <c:pt idx="20">
                  <c:v>17.02714515</c:v>
                </c:pt>
                <c:pt idx="21">
                  <c:v>17.9256627</c:v>
                </c:pt>
                <c:pt idx="22">
                  <c:v>19.16628003</c:v>
                </c:pt>
                <c:pt idx="23">
                  <c:v>19.90602698</c:v>
                </c:pt>
                <c:pt idx="24">
                  <c:v>20.63189644</c:v>
                </c:pt>
                <c:pt idx="25">
                  <c:v>21.87689167</c:v>
                </c:pt>
                <c:pt idx="26">
                  <c:v>22.35537808</c:v>
                </c:pt>
                <c:pt idx="27">
                  <c:v>23.18672251</c:v>
                </c:pt>
                <c:pt idx="28">
                  <c:v>24.05992014</c:v>
                </c:pt>
                <c:pt idx="29">
                  <c:v>24.71391232</c:v>
                </c:pt>
                <c:pt idx="30">
                  <c:v>25.71461397</c:v>
                </c:pt>
                <c:pt idx="31">
                  <c:v>26.31087996</c:v>
                </c:pt>
                <c:pt idx="32">
                  <c:v>27.39679923</c:v>
                </c:pt>
                <c:pt idx="33">
                  <c:v>28.57874629</c:v>
                </c:pt>
                <c:pt idx="34">
                  <c:v>29.20916437</c:v>
                </c:pt>
                <c:pt idx="35">
                  <c:v>31.69815059</c:v>
                </c:pt>
                <c:pt idx="36">
                  <c:v>33.67296054</c:v>
                </c:pt>
                <c:pt idx="37">
                  <c:v>32.86402065</c:v>
                </c:pt>
                <c:pt idx="38">
                  <c:v>33.35886213</c:v>
                </c:pt>
                <c:pt idx="39">
                  <c:v>34.23704681</c:v>
                </c:pt>
                <c:pt idx="40">
                  <c:v>34.67198938</c:v>
                </c:pt>
                <c:pt idx="41">
                  <c:v>35.71675664</c:v>
                </c:pt>
                <c:pt idx="42">
                  <c:v>36.94083416</c:v>
                </c:pt>
                <c:pt idx="43">
                  <c:v>37.46220458</c:v>
                </c:pt>
                <c:pt idx="44">
                  <c:v>38.32372739</c:v>
                </c:pt>
                <c:pt idx="45">
                  <c:v>38.54639953</c:v>
                </c:pt>
                <c:pt idx="46">
                  <c:v>39.4697295</c:v>
                </c:pt>
                <c:pt idx="47">
                  <c:v>40.06962845</c:v>
                </c:pt>
                <c:pt idx="48">
                  <c:v>40.51043578</c:v>
                </c:pt>
                <c:pt idx="49">
                  <c:v>40.70031006</c:v>
                </c:pt>
                <c:pt idx="50">
                  <c:v>41.22548129</c:v>
                </c:pt>
                <c:pt idx="51">
                  <c:v>41.87093769</c:v>
                </c:pt>
                <c:pt idx="52">
                  <c:v>42.23060651</c:v>
                </c:pt>
                <c:pt idx="53">
                  <c:v>41.58762872</c:v>
                </c:pt>
                <c:pt idx="54">
                  <c:v>42.47617205</c:v>
                </c:pt>
                <c:pt idx="55">
                  <c:v>42.26354097</c:v>
                </c:pt>
                <c:pt idx="56">
                  <c:v>42.39568392</c:v>
                </c:pt>
                <c:pt idx="57">
                  <c:v>42.77413313</c:v>
                </c:pt>
                <c:pt idx="58">
                  <c:v>43.49260672</c:v>
                </c:pt>
                <c:pt idx="59">
                  <c:v>43.72574122</c:v>
                </c:pt>
                <c:pt idx="60">
                  <c:v>44.12439895</c:v>
                </c:pt>
                <c:pt idx="61">
                  <c:v>43.98175175</c:v>
                </c:pt>
                <c:pt idx="62">
                  <c:v>44.17394742</c:v>
                </c:pt>
                <c:pt idx="63">
                  <c:v>46.5044907</c:v>
                </c:pt>
                <c:pt idx="64">
                  <c:v>45.56122493</c:v>
                </c:pt>
                <c:pt idx="65">
                  <c:v>44.77624781</c:v>
                </c:pt>
                <c:pt idx="66">
                  <c:v>44.90909064</c:v>
                </c:pt>
                <c:pt idx="67">
                  <c:v>43.43265952</c:v>
                </c:pt>
                <c:pt idx="68">
                  <c:v>43.60891803</c:v>
                </c:pt>
                <c:pt idx="69">
                  <c:v>43.92838507</c:v>
                </c:pt>
                <c:pt idx="70">
                  <c:v>43.95351859</c:v>
                </c:pt>
                <c:pt idx="71">
                  <c:v>44.38057674</c:v>
                </c:pt>
                <c:pt idx="72">
                  <c:v>44.4569408</c:v>
                </c:pt>
                <c:pt idx="73">
                  <c:v>44.30256752</c:v>
                </c:pt>
                <c:pt idx="74">
                  <c:v>44.11456027</c:v>
                </c:pt>
                <c:pt idx="75">
                  <c:v>45.05296436</c:v>
                </c:pt>
                <c:pt idx="76">
                  <c:v>44.85896074</c:v>
                </c:pt>
                <c:pt idx="77">
                  <c:v>45.36645222</c:v>
                </c:pt>
                <c:pt idx="78">
                  <c:v>44.95268973</c:v>
                </c:pt>
                <c:pt idx="79">
                  <c:v>45.40846343</c:v>
                </c:pt>
                <c:pt idx="80">
                  <c:v>45.59775674</c:v>
                </c:pt>
                <c:pt idx="81">
                  <c:v>45.6689767</c:v>
                </c:pt>
                <c:pt idx="82">
                  <c:v>45.65834285</c:v>
                </c:pt>
                <c:pt idx="83">
                  <c:v>46.55822963</c:v>
                </c:pt>
                <c:pt idx="84">
                  <c:v>46.43184733</c:v>
                </c:pt>
                <c:pt idx="85">
                  <c:v>46.3895313</c:v>
                </c:pt>
                <c:pt idx="86">
                  <c:v>47.86227759</c:v>
                </c:pt>
                <c:pt idx="87">
                  <c:v>46.03007551</c:v>
                </c:pt>
                <c:pt idx="88">
                  <c:v>45.61448005</c:v>
                </c:pt>
                <c:pt idx="89">
                  <c:v>44.41678486</c:v>
                </c:pt>
                <c:pt idx="90">
                  <c:v>44.75684175</c:v>
                </c:pt>
                <c:pt idx="91">
                  <c:v>44.18149853</c:v>
                </c:pt>
                <c:pt idx="92">
                  <c:v>44.73932883</c:v>
                </c:pt>
                <c:pt idx="93">
                  <c:v>44.40473102</c:v>
                </c:pt>
                <c:pt idx="94">
                  <c:v>45.00611299</c:v>
                </c:pt>
                <c:pt idx="95">
                  <c:v>44.68565471</c:v>
                </c:pt>
                <c:pt idx="96">
                  <c:v>44.58609323</c:v>
                </c:pt>
                <c:pt idx="97">
                  <c:v>44.257807</c:v>
                </c:pt>
                <c:pt idx="98">
                  <c:v>44.34123225</c:v>
                </c:pt>
                <c:pt idx="99">
                  <c:v>44.50970568</c:v>
                </c:pt>
                <c:pt idx="100">
                  <c:v>44.27380728</c:v>
                </c:pt>
                <c:pt idx="101">
                  <c:v>44.75901348</c:v>
                </c:pt>
                <c:pt idx="102">
                  <c:v>44.84679766</c:v>
                </c:pt>
                <c:pt idx="103">
                  <c:v>46.71853213</c:v>
                </c:pt>
                <c:pt idx="104">
                  <c:v>45.47191776</c:v>
                </c:pt>
                <c:pt idx="105">
                  <c:v>43.50779969</c:v>
                </c:pt>
                <c:pt idx="106">
                  <c:v>43.19871354</c:v>
                </c:pt>
                <c:pt idx="107">
                  <c:v>41.8628572</c:v>
                </c:pt>
                <c:pt idx="108">
                  <c:v>42.27175851</c:v>
                </c:pt>
                <c:pt idx="109">
                  <c:v>41.93006263</c:v>
                </c:pt>
                <c:pt idx="110">
                  <c:v>41.57787742</c:v>
                </c:pt>
                <c:pt idx="111">
                  <c:v>41.90982883</c:v>
                </c:pt>
                <c:pt idx="112">
                  <c:v>41.40430689</c:v>
                </c:pt>
                <c:pt idx="113">
                  <c:v>41.40553324</c:v>
                </c:pt>
                <c:pt idx="114">
                  <c:v>41.07693905</c:v>
                </c:pt>
                <c:pt idx="115">
                  <c:v>41.13600641</c:v>
                </c:pt>
                <c:pt idx="116">
                  <c:v>41.19415482</c:v>
                </c:pt>
                <c:pt idx="117">
                  <c:v>41.32837875</c:v>
                </c:pt>
                <c:pt idx="118">
                  <c:v>41.5557957</c:v>
                </c:pt>
                <c:pt idx="119">
                  <c:v>42.82123265</c:v>
                </c:pt>
                <c:pt idx="120">
                  <c:v>41.79667016</c:v>
                </c:pt>
                <c:pt idx="121">
                  <c:v>40.19451155</c:v>
                </c:pt>
                <c:pt idx="122">
                  <c:v>39.78815133</c:v>
                </c:pt>
                <c:pt idx="123">
                  <c:v>39.58516326</c:v>
                </c:pt>
                <c:pt idx="124">
                  <c:v>39.20376909</c:v>
                </c:pt>
                <c:pt idx="125">
                  <c:v>38.88241868</c:v>
                </c:pt>
                <c:pt idx="126">
                  <c:v>39.0399983</c:v>
                </c:pt>
                <c:pt idx="127">
                  <c:v>38.72320914</c:v>
                </c:pt>
                <c:pt idx="128">
                  <c:v>38.92542773</c:v>
                </c:pt>
                <c:pt idx="129">
                  <c:v>38.57302746</c:v>
                </c:pt>
                <c:pt idx="130">
                  <c:v>39.14068241</c:v>
                </c:pt>
                <c:pt idx="131">
                  <c:v>38.7256736</c:v>
                </c:pt>
                <c:pt idx="132">
                  <c:v>38.92315875</c:v>
                </c:pt>
                <c:pt idx="133">
                  <c:v>39.09906816</c:v>
                </c:pt>
                <c:pt idx="134">
                  <c:v>39.35085436</c:v>
                </c:pt>
                <c:pt idx="135">
                  <c:v>41.75968751</c:v>
                </c:pt>
                <c:pt idx="136">
                  <c:v>38.38705263</c:v>
                </c:pt>
                <c:pt idx="137">
                  <c:v>37.74560178</c:v>
                </c:pt>
                <c:pt idx="138">
                  <c:v>37.34513988</c:v>
                </c:pt>
                <c:pt idx="139">
                  <c:v>36.78901979</c:v>
                </c:pt>
                <c:pt idx="140">
                  <c:v>36.65515694</c:v>
                </c:pt>
                <c:pt idx="141">
                  <c:v>36.54991938</c:v>
                </c:pt>
                <c:pt idx="142">
                  <c:v>36.62820193</c:v>
                </c:pt>
                <c:pt idx="143">
                  <c:v>36.3480925</c:v>
                </c:pt>
                <c:pt idx="144">
                  <c:v>36.76254148</c:v>
                </c:pt>
                <c:pt idx="145">
                  <c:v>36.55065246</c:v>
                </c:pt>
                <c:pt idx="146">
                  <c:v>36.76725878</c:v>
                </c:pt>
                <c:pt idx="147">
                  <c:v>37.28904685</c:v>
                </c:pt>
                <c:pt idx="148">
                  <c:v>36.78257496</c:v>
                </c:pt>
                <c:pt idx="149">
                  <c:v>38.36496399</c:v>
                </c:pt>
                <c:pt idx="150">
                  <c:v>36.25503912</c:v>
                </c:pt>
                <c:pt idx="151">
                  <c:v>35.95305151</c:v>
                </c:pt>
                <c:pt idx="152">
                  <c:v>35.17011098</c:v>
                </c:pt>
                <c:pt idx="153">
                  <c:v>35.37258438</c:v>
                </c:pt>
                <c:pt idx="154">
                  <c:v>35.06832343</c:v>
                </c:pt>
                <c:pt idx="155">
                  <c:v>34.84809501</c:v>
                </c:pt>
                <c:pt idx="156">
                  <c:v>34.73748236</c:v>
                </c:pt>
                <c:pt idx="157">
                  <c:v>35.21596126</c:v>
                </c:pt>
                <c:pt idx="158">
                  <c:v>34.89912424</c:v>
                </c:pt>
                <c:pt idx="159">
                  <c:v>35.01062043</c:v>
                </c:pt>
                <c:pt idx="160">
                  <c:v>34.87596245</c:v>
                </c:pt>
                <c:pt idx="161">
                  <c:v>35.35838987</c:v>
                </c:pt>
                <c:pt idx="162">
                  <c:v>35.46106606</c:v>
                </c:pt>
                <c:pt idx="163">
                  <c:v>37.1666481</c:v>
                </c:pt>
                <c:pt idx="164">
                  <c:v>35.65343951</c:v>
                </c:pt>
                <c:pt idx="165">
                  <c:v>34.29728263</c:v>
                </c:pt>
                <c:pt idx="166">
                  <c:v>34.41232926</c:v>
                </c:pt>
                <c:pt idx="167">
                  <c:v>33.70944452</c:v>
                </c:pt>
                <c:pt idx="168">
                  <c:v>33.65703846</c:v>
                </c:pt>
                <c:pt idx="169">
                  <c:v>34.09839159</c:v>
                </c:pt>
                <c:pt idx="170">
                  <c:v>33.8628939</c:v>
                </c:pt>
                <c:pt idx="171">
                  <c:v>33.55263588</c:v>
                </c:pt>
                <c:pt idx="172">
                  <c:v>33.70724525</c:v>
                </c:pt>
                <c:pt idx="173">
                  <c:v>33.63813679</c:v>
                </c:pt>
                <c:pt idx="174">
                  <c:v>33.82320476</c:v>
                </c:pt>
                <c:pt idx="175">
                  <c:v>33.88921293</c:v>
                </c:pt>
                <c:pt idx="176">
                  <c:v>34.13846677</c:v>
                </c:pt>
                <c:pt idx="177">
                  <c:v>35.73348298</c:v>
                </c:pt>
                <c:pt idx="178">
                  <c:v>34.1628133</c:v>
                </c:pt>
                <c:pt idx="179">
                  <c:v>32.90932523</c:v>
                </c:pt>
                <c:pt idx="180">
                  <c:v>32.68731391</c:v>
                </c:pt>
                <c:pt idx="181">
                  <c:v>32.84391089</c:v>
                </c:pt>
                <c:pt idx="182">
                  <c:v>32.27058543</c:v>
                </c:pt>
                <c:pt idx="183">
                  <c:v>32.1647912</c:v>
                </c:pt>
                <c:pt idx="184">
                  <c:v>32.21960907</c:v>
                </c:pt>
                <c:pt idx="185">
                  <c:v>32.48290505</c:v>
                </c:pt>
                <c:pt idx="186">
                  <c:v>32.46477451</c:v>
                </c:pt>
                <c:pt idx="187">
                  <c:v>32.91143015</c:v>
                </c:pt>
                <c:pt idx="188">
                  <c:v>33.01673442</c:v>
                </c:pt>
                <c:pt idx="189">
                  <c:v>32.86657003</c:v>
                </c:pt>
                <c:pt idx="190">
                  <c:v>32.86364585</c:v>
                </c:pt>
                <c:pt idx="191">
                  <c:v>34.19802167</c:v>
                </c:pt>
                <c:pt idx="192">
                  <c:v>32.83561921</c:v>
                </c:pt>
                <c:pt idx="193">
                  <c:v>32.0835668</c:v>
                </c:pt>
                <c:pt idx="194">
                  <c:v>31.78327001</c:v>
                </c:pt>
                <c:pt idx="195">
                  <c:v>31.47548906</c:v>
                </c:pt>
                <c:pt idx="196">
                  <c:v>31.62241732</c:v>
                </c:pt>
                <c:pt idx="197">
                  <c:v>31.41588766</c:v>
                </c:pt>
                <c:pt idx="198">
                  <c:v>31.37162786</c:v>
                </c:pt>
                <c:pt idx="199">
                  <c:v>31.10234648</c:v>
                </c:pt>
                <c:pt idx="200">
                  <c:v>31.77552824</c:v>
                </c:pt>
                <c:pt idx="201">
                  <c:v>31.66898651</c:v>
                </c:pt>
                <c:pt idx="202">
                  <c:v>31.85119659</c:v>
                </c:pt>
                <c:pt idx="203">
                  <c:v>33.02847645</c:v>
                </c:pt>
                <c:pt idx="204">
                  <c:v>32.17716223</c:v>
                </c:pt>
                <c:pt idx="205">
                  <c:v>31.49164596</c:v>
                </c:pt>
                <c:pt idx="206">
                  <c:v>31.32219612</c:v>
                </c:pt>
                <c:pt idx="207">
                  <c:v>30.88496021</c:v>
                </c:pt>
                <c:pt idx="208">
                  <c:v>30.90062629</c:v>
                </c:pt>
                <c:pt idx="209">
                  <c:v>30.97237951</c:v>
                </c:pt>
                <c:pt idx="210">
                  <c:v>31.01847056</c:v>
                </c:pt>
                <c:pt idx="211">
                  <c:v>31.1335264</c:v>
                </c:pt>
                <c:pt idx="212">
                  <c:v>30.77283265</c:v>
                </c:pt>
                <c:pt idx="213">
                  <c:v>30.93960314</c:v>
                </c:pt>
                <c:pt idx="214">
                  <c:v>30.74465354</c:v>
                </c:pt>
                <c:pt idx="215">
                  <c:v>31.19061937</c:v>
                </c:pt>
                <c:pt idx="216">
                  <c:v>31.75909423</c:v>
                </c:pt>
                <c:pt idx="217">
                  <c:v>31.66111348</c:v>
                </c:pt>
                <c:pt idx="218">
                  <c:v>30.81286254</c:v>
                </c:pt>
                <c:pt idx="219">
                  <c:v>30.29555039</c:v>
                </c:pt>
                <c:pt idx="220">
                  <c:v>30.74040761</c:v>
                </c:pt>
                <c:pt idx="221">
                  <c:v>30.19847511</c:v>
                </c:pt>
                <c:pt idx="222">
                  <c:v>29.93533284</c:v>
                </c:pt>
                <c:pt idx="223">
                  <c:v>30.17645252</c:v>
                </c:pt>
                <c:pt idx="224">
                  <c:v>30.13279489</c:v>
                </c:pt>
                <c:pt idx="225">
                  <c:v>30.24917319</c:v>
                </c:pt>
                <c:pt idx="226">
                  <c:v>30.25464578</c:v>
                </c:pt>
                <c:pt idx="227">
                  <c:v>30.17632302</c:v>
                </c:pt>
                <c:pt idx="228">
                  <c:v>30.27603502</c:v>
                </c:pt>
                <c:pt idx="229">
                  <c:v>30.90863752</c:v>
                </c:pt>
                <c:pt idx="230">
                  <c:v>31.1246012</c:v>
                </c:pt>
                <c:pt idx="231">
                  <c:v>30.12419952</c:v>
                </c:pt>
                <c:pt idx="232">
                  <c:v>30.05578095</c:v>
                </c:pt>
                <c:pt idx="233">
                  <c:v>30.18856677</c:v>
                </c:pt>
                <c:pt idx="234">
                  <c:v>29.62015658</c:v>
                </c:pt>
                <c:pt idx="235">
                  <c:v>29.47967793</c:v>
                </c:pt>
                <c:pt idx="236">
                  <c:v>29.84608815</c:v>
                </c:pt>
                <c:pt idx="237">
                  <c:v>29.63289109</c:v>
                </c:pt>
                <c:pt idx="238">
                  <c:v>29.49081224</c:v>
                </c:pt>
                <c:pt idx="239">
                  <c:v>29.30213619</c:v>
                </c:pt>
                <c:pt idx="240">
                  <c:v>29.43981852</c:v>
                </c:pt>
                <c:pt idx="241">
                  <c:v>29.23850067</c:v>
                </c:pt>
                <c:pt idx="242">
                  <c:v>29.53042831</c:v>
                </c:pt>
                <c:pt idx="243">
                  <c:v>29.46863762</c:v>
                </c:pt>
                <c:pt idx="244">
                  <c:v>29.27861778</c:v>
                </c:pt>
                <c:pt idx="245">
                  <c:v>29.40742427</c:v>
                </c:pt>
                <c:pt idx="246">
                  <c:v>29.18657409</c:v>
                </c:pt>
                <c:pt idx="247">
                  <c:v>29.08457636</c:v>
                </c:pt>
                <c:pt idx="248">
                  <c:v>29.18101762</c:v>
                </c:pt>
                <c:pt idx="249">
                  <c:v>29.42292782</c:v>
                </c:pt>
                <c:pt idx="250">
                  <c:v>28.83566743</c:v>
                </c:pt>
                <c:pt idx="251">
                  <c:v>29.13152239</c:v>
                </c:pt>
                <c:pt idx="252">
                  <c:v>29.19884601</c:v>
                </c:pt>
                <c:pt idx="253">
                  <c:v>29.11089508</c:v>
                </c:pt>
                <c:pt idx="254">
                  <c:v>29.14346128</c:v>
                </c:pt>
                <c:pt idx="255">
                  <c:v>29.13646012</c:v>
                </c:pt>
                <c:pt idx="256">
                  <c:v>28.98028109</c:v>
                </c:pt>
                <c:pt idx="257">
                  <c:v>28.94689764</c:v>
                </c:pt>
                <c:pt idx="258">
                  <c:v>29.01622015</c:v>
                </c:pt>
                <c:pt idx="259">
                  <c:v>28.6544053</c:v>
                </c:pt>
                <c:pt idx="260">
                  <c:v>28.50652077</c:v>
                </c:pt>
                <c:pt idx="261">
                  <c:v>28.5224911</c:v>
                </c:pt>
                <c:pt idx="262">
                  <c:v>28.60831735</c:v>
                </c:pt>
                <c:pt idx="263">
                  <c:v>28.54256393</c:v>
                </c:pt>
                <c:pt idx="264">
                  <c:v>28.46641131</c:v>
                </c:pt>
                <c:pt idx="265">
                  <c:v>28.49097072</c:v>
                </c:pt>
                <c:pt idx="266">
                  <c:v>28.58648234</c:v>
                </c:pt>
                <c:pt idx="267">
                  <c:v>28.65129083</c:v>
                </c:pt>
                <c:pt idx="268">
                  <c:v>28.79973915</c:v>
                </c:pt>
                <c:pt idx="269">
                  <c:v>28.44317489</c:v>
                </c:pt>
                <c:pt idx="270">
                  <c:v>28.4490638</c:v>
                </c:pt>
                <c:pt idx="271">
                  <c:v>28.38261433</c:v>
                </c:pt>
                <c:pt idx="272">
                  <c:v>28.0155809</c:v>
                </c:pt>
                <c:pt idx="273">
                  <c:v>28.20782302</c:v>
                </c:pt>
                <c:pt idx="274">
                  <c:v>28.3425808</c:v>
                </c:pt>
                <c:pt idx="275">
                  <c:v>28.48479677</c:v>
                </c:pt>
                <c:pt idx="276">
                  <c:v>28.20466026</c:v>
                </c:pt>
                <c:pt idx="277">
                  <c:v>28.37526884</c:v>
                </c:pt>
                <c:pt idx="278">
                  <c:v>28.5603801</c:v>
                </c:pt>
                <c:pt idx="279">
                  <c:v>28.39972902</c:v>
                </c:pt>
                <c:pt idx="280">
                  <c:v>28.37327664</c:v>
                </c:pt>
                <c:pt idx="281">
                  <c:v>28.13080176</c:v>
                </c:pt>
                <c:pt idx="282">
                  <c:v>28.12793665</c:v>
                </c:pt>
                <c:pt idx="283">
                  <c:v>28.2275045</c:v>
                </c:pt>
                <c:pt idx="284">
                  <c:v>27.99022385</c:v>
                </c:pt>
                <c:pt idx="285">
                  <c:v>27.96575241</c:v>
                </c:pt>
                <c:pt idx="286">
                  <c:v>28.08051342</c:v>
                </c:pt>
                <c:pt idx="287">
                  <c:v>28.25552516</c:v>
                </c:pt>
                <c:pt idx="288">
                  <c:v>28.19965294</c:v>
                </c:pt>
                <c:pt idx="289">
                  <c:v>27.64011526</c:v>
                </c:pt>
                <c:pt idx="290">
                  <c:v>27.9234019</c:v>
                </c:pt>
                <c:pt idx="291">
                  <c:v>27.73978008</c:v>
                </c:pt>
                <c:pt idx="292">
                  <c:v>28.20620674</c:v>
                </c:pt>
                <c:pt idx="293">
                  <c:v>27.95738588</c:v>
                </c:pt>
                <c:pt idx="294">
                  <c:v>28.00914508</c:v>
                </c:pt>
                <c:pt idx="295">
                  <c:v>28.07731816</c:v>
                </c:pt>
                <c:pt idx="296">
                  <c:v>27.97627769</c:v>
                </c:pt>
                <c:pt idx="297">
                  <c:v>27.90895302</c:v>
                </c:pt>
                <c:pt idx="298">
                  <c:v>28.1481677</c:v>
                </c:pt>
                <c:pt idx="299">
                  <c:v>27.92534516</c:v>
                </c:pt>
                <c:pt idx="300">
                  <c:v>27.84072536</c:v>
                </c:pt>
                <c:pt idx="301">
                  <c:v>27.87126434</c:v>
                </c:pt>
                <c:pt idx="302">
                  <c:v>27.73546203</c:v>
                </c:pt>
                <c:pt idx="303">
                  <c:v>27.80502521</c:v>
                </c:pt>
                <c:pt idx="304">
                  <c:v>27.92439198</c:v>
                </c:pt>
                <c:pt idx="305">
                  <c:v>27.69104532</c:v>
                </c:pt>
                <c:pt idx="306">
                  <c:v>27.53639346</c:v>
                </c:pt>
                <c:pt idx="307">
                  <c:v>27.88867269</c:v>
                </c:pt>
                <c:pt idx="308">
                  <c:v>27.83070358</c:v>
                </c:pt>
                <c:pt idx="309">
                  <c:v>27.50728043</c:v>
                </c:pt>
                <c:pt idx="310">
                  <c:v>27.52081742</c:v>
                </c:pt>
                <c:pt idx="311">
                  <c:v>27.44244741</c:v>
                </c:pt>
                <c:pt idx="312">
                  <c:v>27.52233546</c:v>
                </c:pt>
                <c:pt idx="313">
                  <c:v>27.34360669</c:v>
                </c:pt>
                <c:pt idx="314">
                  <c:v>27.2740124</c:v>
                </c:pt>
                <c:pt idx="315">
                  <c:v>27.61305823</c:v>
                </c:pt>
                <c:pt idx="316">
                  <c:v>27.28974168</c:v>
                </c:pt>
                <c:pt idx="317">
                  <c:v>27.23970073</c:v>
                </c:pt>
                <c:pt idx="318">
                  <c:v>27.36161637</c:v>
                </c:pt>
                <c:pt idx="319">
                  <c:v>27.81344485</c:v>
                </c:pt>
                <c:pt idx="320">
                  <c:v>27.33208512</c:v>
                </c:pt>
                <c:pt idx="321">
                  <c:v>27.39194589</c:v>
                </c:pt>
                <c:pt idx="322">
                  <c:v>27.35139224</c:v>
                </c:pt>
                <c:pt idx="323">
                  <c:v>27.22103266</c:v>
                </c:pt>
                <c:pt idx="324">
                  <c:v>27.2453737</c:v>
                </c:pt>
                <c:pt idx="325">
                  <c:v>27.59778099</c:v>
                </c:pt>
                <c:pt idx="326">
                  <c:v>27.10227949</c:v>
                </c:pt>
                <c:pt idx="327">
                  <c:v>27.44588928</c:v>
                </c:pt>
                <c:pt idx="328">
                  <c:v>27.29540707</c:v>
                </c:pt>
                <c:pt idx="329">
                  <c:v>27.2913644</c:v>
                </c:pt>
                <c:pt idx="330">
                  <c:v>27.28737091</c:v>
                </c:pt>
                <c:pt idx="331">
                  <c:v>27.30657379</c:v>
                </c:pt>
                <c:pt idx="332">
                  <c:v>26.95280623</c:v>
                </c:pt>
                <c:pt idx="333">
                  <c:v>27.09873957</c:v>
                </c:pt>
                <c:pt idx="334">
                  <c:v>27.30617361</c:v>
                </c:pt>
                <c:pt idx="335">
                  <c:v>27.0091258</c:v>
                </c:pt>
                <c:pt idx="336">
                  <c:v>26.91890618</c:v>
                </c:pt>
                <c:pt idx="337">
                  <c:v>26.92215284</c:v>
                </c:pt>
                <c:pt idx="338">
                  <c:v>27.33385151</c:v>
                </c:pt>
                <c:pt idx="339">
                  <c:v>26.87340728</c:v>
                </c:pt>
                <c:pt idx="340">
                  <c:v>26.81729545</c:v>
                </c:pt>
                <c:pt idx="341">
                  <c:v>26.83337293</c:v>
                </c:pt>
                <c:pt idx="342">
                  <c:v>26.83112094</c:v>
                </c:pt>
                <c:pt idx="343">
                  <c:v>27.04410976</c:v>
                </c:pt>
                <c:pt idx="344">
                  <c:v>26.74884711</c:v>
                </c:pt>
                <c:pt idx="345">
                  <c:v>26.99512163</c:v>
                </c:pt>
                <c:pt idx="346">
                  <c:v>26.79729897</c:v>
                </c:pt>
                <c:pt idx="347">
                  <c:v>26.71706054</c:v>
                </c:pt>
                <c:pt idx="348">
                  <c:v>26.86933377</c:v>
                </c:pt>
                <c:pt idx="349">
                  <c:v>26.92734377</c:v>
                </c:pt>
                <c:pt idx="350">
                  <c:v>26.9101559</c:v>
                </c:pt>
                <c:pt idx="351">
                  <c:v>26.85522133</c:v>
                </c:pt>
                <c:pt idx="352">
                  <c:v>26.8410954</c:v>
                </c:pt>
                <c:pt idx="353">
                  <c:v>26.73401436</c:v>
                </c:pt>
                <c:pt idx="354">
                  <c:v>26.78637</c:v>
                </c:pt>
                <c:pt idx="355">
                  <c:v>26.78649704</c:v>
                </c:pt>
                <c:pt idx="356">
                  <c:v>26.68314434</c:v>
                </c:pt>
                <c:pt idx="357">
                  <c:v>26.82867924</c:v>
                </c:pt>
                <c:pt idx="358">
                  <c:v>26.59734454</c:v>
                </c:pt>
                <c:pt idx="359">
                  <c:v>26.67192255</c:v>
                </c:pt>
                <c:pt idx="360">
                  <c:v>26.52896528</c:v>
                </c:pt>
                <c:pt idx="361">
                  <c:v>26.59786172</c:v>
                </c:pt>
                <c:pt idx="362">
                  <c:v>26.44251608</c:v>
                </c:pt>
                <c:pt idx="363">
                  <c:v>26.56996815</c:v>
                </c:pt>
                <c:pt idx="364">
                  <c:v>26.22706343</c:v>
                </c:pt>
                <c:pt idx="365">
                  <c:v>26.49813853</c:v>
                </c:pt>
                <c:pt idx="366">
                  <c:v>26.17750355</c:v>
                </c:pt>
                <c:pt idx="367">
                  <c:v>26.40433569</c:v>
                </c:pt>
                <c:pt idx="368">
                  <c:v>26.30746996</c:v>
                </c:pt>
                <c:pt idx="369">
                  <c:v>26.40217914</c:v>
                </c:pt>
                <c:pt idx="370">
                  <c:v>26.30858017</c:v>
                </c:pt>
                <c:pt idx="371">
                  <c:v>26.34826073</c:v>
                </c:pt>
                <c:pt idx="372">
                  <c:v>26.20035488</c:v>
                </c:pt>
                <c:pt idx="373">
                  <c:v>26.38955947</c:v>
                </c:pt>
                <c:pt idx="374">
                  <c:v>26.56506739</c:v>
                </c:pt>
                <c:pt idx="375">
                  <c:v>26.28289288</c:v>
                </c:pt>
                <c:pt idx="376">
                  <c:v>26.51445728</c:v>
                </c:pt>
                <c:pt idx="377">
                  <c:v>26.38746172</c:v>
                </c:pt>
                <c:pt idx="378">
                  <c:v>26.41268526</c:v>
                </c:pt>
                <c:pt idx="379">
                  <c:v>26.36088548</c:v>
                </c:pt>
                <c:pt idx="380">
                  <c:v>26.23443438</c:v>
                </c:pt>
                <c:pt idx="381">
                  <c:v>26.37260375</c:v>
                </c:pt>
                <c:pt idx="382">
                  <c:v>26.39638417</c:v>
                </c:pt>
                <c:pt idx="383">
                  <c:v>26.19991168</c:v>
                </c:pt>
                <c:pt idx="384">
                  <c:v>26.26151073</c:v>
                </c:pt>
                <c:pt idx="385">
                  <c:v>26.31225301</c:v>
                </c:pt>
                <c:pt idx="386">
                  <c:v>26.1824953</c:v>
                </c:pt>
                <c:pt idx="387">
                  <c:v>26.19504016</c:v>
                </c:pt>
                <c:pt idx="388">
                  <c:v>26.08540749</c:v>
                </c:pt>
                <c:pt idx="389">
                  <c:v>26.23320562</c:v>
                </c:pt>
                <c:pt idx="390">
                  <c:v>26.30944057</c:v>
                </c:pt>
                <c:pt idx="391">
                  <c:v>26.08931402</c:v>
                </c:pt>
                <c:pt idx="392">
                  <c:v>26.33287576</c:v>
                </c:pt>
                <c:pt idx="393">
                  <c:v>26.13075422</c:v>
                </c:pt>
                <c:pt idx="394">
                  <c:v>26.34324566</c:v>
                </c:pt>
                <c:pt idx="395">
                  <c:v>26.22052901</c:v>
                </c:pt>
                <c:pt idx="396">
                  <c:v>26.09698274</c:v>
                </c:pt>
                <c:pt idx="397">
                  <c:v>26.28271168</c:v>
                </c:pt>
                <c:pt idx="398">
                  <c:v>26.29723091</c:v>
                </c:pt>
                <c:pt idx="399">
                  <c:v>25.96447159</c:v>
                </c:pt>
                <c:pt idx="400">
                  <c:v>26.00669986</c:v>
                </c:pt>
                <c:pt idx="401">
                  <c:v>25.90136375</c:v>
                </c:pt>
                <c:pt idx="402">
                  <c:v>26.07092545</c:v>
                </c:pt>
                <c:pt idx="403">
                  <c:v>25.90891871</c:v>
                </c:pt>
                <c:pt idx="404">
                  <c:v>26.13563278</c:v>
                </c:pt>
                <c:pt idx="405">
                  <c:v>26.23458945</c:v>
                </c:pt>
                <c:pt idx="406">
                  <c:v>25.92670243</c:v>
                </c:pt>
                <c:pt idx="407">
                  <c:v>26.20913875</c:v>
                </c:pt>
                <c:pt idx="408">
                  <c:v>26.04400307</c:v>
                </c:pt>
                <c:pt idx="409">
                  <c:v>26.35125699</c:v>
                </c:pt>
                <c:pt idx="410">
                  <c:v>26.25324713</c:v>
                </c:pt>
                <c:pt idx="411">
                  <c:v>26.09539857</c:v>
                </c:pt>
                <c:pt idx="412">
                  <c:v>26.25912083</c:v>
                </c:pt>
                <c:pt idx="413">
                  <c:v>26.41447765</c:v>
                </c:pt>
                <c:pt idx="414">
                  <c:v>26.68272802</c:v>
                </c:pt>
                <c:pt idx="415">
                  <c:v>26.25340853</c:v>
                </c:pt>
                <c:pt idx="416">
                  <c:v>25.94452057</c:v>
                </c:pt>
                <c:pt idx="417">
                  <c:v>26.06065928</c:v>
                </c:pt>
                <c:pt idx="418">
                  <c:v>26.33098644</c:v>
                </c:pt>
                <c:pt idx="419">
                  <c:v>26.12157144</c:v>
                </c:pt>
                <c:pt idx="420">
                  <c:v>25.91856632</c:v>
                </c:pt>
                <c:pt idx="421">
                  <c:v>26.04845984</c:v>
                </c:pt>
                <c:pt idx="422">
                  <c:v>25.99172068</c:v>
                </c:pt>
                <c:pt idx="423">
                  <c:v>26.29199296</c:v>
                </c:pt>
                <c:pt idx="424">
                  <c:v>26.38982405</c:v>
                </c:pt>
                <c:pt idx="425">
                  <c:v>26.11071083</c:v>
                </c:pt>
                <c:pt idx="426">
                  <c:v>25.95577066</c:v>
                </c:pt>
                <c:pt idx="427">
                  <c:v>26.05406798</c:v>
                </c:pt>
                <c:pt idx="428">
                  <c:v>25.98751605</c:v>
                </c:pt>
                <c:pt idx="429">
                  <c:v>26.19989051</c:v>
                </c:pt>
                <c:pt idx="430">
                  <c:v>26.16266642</c:v>
                </c:pt>
                <c:pt idx="431">
                  <c:v>25.96924871</c:v>
                </c:pt>
                <c:pt idx="432">
                  <c:v>25.77913777</c:v>
                </c:pt>
                <c:pt idx="433">
                  <c:v>25.92752616</c:v>
                </c:pt>
                <c:pt idx="434">
                  <c:v>25.7978269</c:v>
                </c:pt>
                <c:pt idx="435">
                  <c:v>25.94171763</c:v>
                </c:pt>
                <c:pt idx="436">
                  <c:v>26.00534158</c:v>
                </c:pt>
                <c:pt idx="437">
                  <c:v>25.94573968</c:v>
                </c:pt>
                <c:pt idx="438">
                  <c:v>25.94282387</c:v>
                </c:pt>
                <c:pt idx="439">
                  <c:v>26.02927917</c:v>
                </c:pt>
                <c:pt idx="440">
                  <c:v>25.83245499</c:v>
                </c:pt>
                <c:pt idx="441">
                  <c:v>26.07299867</c:v>
                </c:pt>
                <c:pt idx="442">
                  <c:v>26.0443779</c:v>
                </c:pt>
                <c:pt idx="443">
                  <c:v>25.90531905</c:v>
                </c:pt>
                <c:pt idx="444">
                  <c:v>25.82002547</c:v>
                </c:pt>
                <c:pt idx="445">
                  <c:v>25.90863032</c:v>
                </c:pt>
                <c:pt idx="446">
                  <c:v>26.13702948</c:v>
                </c:pt>
                <c:pt idx="447">
                  <c:v>25.89925341</c:v>
                </c:pt>
                <c:pt idx="448">
                  <c:v>26.20723524</c:v>
                </c:pt>
                <c:pt idx="449">
                  <c:v>26.23637663</c:v>
                </c:pt>
                <c:pt idx="450">
                  <c:v>26.12289736</c:v>
                </c:pt>
                <c:pt idx="451">
                  <c:v>26.08854422</c:v>
                </c:pt>
                <c:pt idx="452">
                  <c:v>26.11810197</c:v>
                </c:pt>
                <c:pt idx="453">
                  <c:v>25.80635297</c:v>
                </c:pt>
                <c:pt idx="454">
                  <c:v>25.95908841</c:v>
                </c:pt>
                <c:pt idx="455">
                  <c:v>25.83962402</c:v>
                </c:pt>
                <c:pt idx="456">
                  <c:v>25.84790837</c:v>
                </c:pt>
                <c:pt idx="457">
                  <c:v>25.74182625</c:v>
                </c:pt>
                <c:pt idx="458">
                  <c:v>25.95674269</c:v>
                </c:pt>
                <c:pt idx="459">
                  <c:v>26.17512665</c:v>
                </c:pt>
                <c:pt idx="460">
                  <c:v>25.98395272</c:v>
                </c:pt>
                <c:pt idx="461">
                  <c:v>25.9937183</c:v>
                </c:pt>
                <c:pt idx="462">
                  <c:v>25.85988531</c:v>
                </c:pt>
                <c:pt idx="463">
                  <c:v>26.17201971</c:v>
                </c:pt>
                <c:pt idx="464">
                  <c:v>25.95129926</c:v>
                </c:pt>
                <c:pt idx="465">
                  <c:v>25.94855375</c:v>
                </c:pt>
                <c:pt idx="466">
                  <c:v>26.12636631</c:v>
                </c:pt>
                <c:pt idx="467">
                  <c:v>25.82832908</c:v>
                </c:pt>
                <c:pt idx="468">
                  <c:v>25.99080795</c:v>
                </c:pt>
                <c:pt idx="469">
                  <c:v>25.89263213</c:v>
                </c:pt>
                <c:pt idx="470">
                  <c:v>25.7732</c:v>
                </c:pt>
                <c:pt idx="471">
                  <c:v>26.05152912</c:v>
                </c:pt>
                <c:pt idx="472">
                  <c:v>25.91846774</c:v>
                </c:pt>
                <c:pt idx="473">
                  <c:v>25.84252782</c:v>
                </c:pt>
                <c:pt idx="474">
                  <c:v>25.78975005</c:v>
                </c:pt>
                <c:pt idx="475">
                  <c:v>25.64777167</c:v>
                </c:pt>
                <c:pt idx="476">
                  <c:v>25.75809859</c:v>
                </c:pt>
                <c:pt idx="477">
                  <c:v>25.99974882</c:v>
                </c:pt>
                <c:pt idx="478">
                  <c:v>25.83112795</c:v>
                </c:pt>
                <c:pt idx="479">
                  <c:v>25.85616796</c:v>
                </c:pt>
                <c:pt idx="480">
                  <c:v>25.89204469</c:v>
                </c:pt>
                <c:pt idx="481">
                  <c:v>26.12087705</c:v>
                </c:pt>
                <c:pt idx="482">
                  <c:v>25.93456974</c:v>
                </c:pt>
                <c:pt idx="483">
                  <c:v>25.78293341</c:v>
                </c:pt>
                <c:pt idx="484">
                  <c:v>25.97151496</c:v>
                </c:pt>
                <c:pt idx="485">
                  <c:v>25.56553473</c:v>
                </c:pt>
                <c:pt idx="486">
                  <c:v>25.77767355</c:v>
                </c:pt>
                <c:pt idx="487">
                  <c:v>25.73785164</c:v>
                </c:pt>
                <c:pt idx="488">
                  <c:v>25.69279803</c:v>
                </c:pt>
                <c:pt idx="489">
                  <c:v>25.62332686</c:v>
                </c:pt>
                <c:pt idx="490">
                  <c:v>25.77819206</c:v>
                </c:pt>
                <c:pt idx="491">
                  <c:v>25.67103715</c:v>
                </c:pt>
                <c:pt idx="492">
                  <c:v>25.70598214</c:v>
                </c:pt>
                <c:pt idx="493">
                  <c:v>25.73746234</c:v>
                </c:pt>
                <c:pt idx="494">
                  <c:v>25.83948333</c:v>
                </c:pt>
                <c:pt idx="495">
                  <c:v>25.83966381</c:v>
                </c:pt>
                <c:pt idx="496">
                  <c:v>25.83202845</c:v>
                </c:pt>
                <c:pt idx="497">
                  <c:v>25.63982105</c:v>
                </c:pt>
                <c:pt idx="498">
                  <c:v>25.7048173</c:v>
                </c:pt>
                <c:pt idx="499">
                  <c:v>25.9922337</c:v>
                </c:pt>
                <c:pt idx="500">
                  <c:v>25.62548756</c:v>
                </c:pt>
                <c:pt idx="501">
                  <c:v>25.73511577</c:v>
                </c:pt>
                <c:pt idx="502">
                  <c:v>25.56024465</c:v>
                </c:pt>
                <c:pt idx="503">
                  <c:v>25.71543215</c:v>
                </c:pt>
                <c:pt idx="504">
                  <c:v>25.72487919</c:v>
                </c:pt>
                <c:pt idx="505">
                  <c:v>25.69640985</c:v>
                </c:pt>
                <c:pt idx="506">
                  <c:v>25.47203349</c:v>
                </c:pt>
                <c:pt idx="507">
                  <c:v>25.62556722</c:v>
                </c:pt>
                <c:pt idx="508">
                  <c:v>25.74731669</c:v>
                </c:pt>
                <c:pt idx="509">
                  <c:v>25.58302276</c:v>
                </c:pt>
                <c:pt idx="510">
                  <c:v>25.57514127</c:v>
                </c:pt>
                <c:pt idx="511">
                  <c:v>25.49402504</c:v>
                </c:pt>
                <c:pt idx="512">
                  <c:v>25.72345212</c:v>
                </c:pt>
                <c:pt idx="513">
                  <c:v>25.80543838</c:v>
                </c:pt>
                <c:pt idx="514">
                  <c:v>25.72369899</c:v>
                </c:pt>
                <c:pt idx="515">
                  <c:v>25.89251131</c:v>
                </c:pt>
                <c:pt idx="516">
                  <c:v>25.67563306</c:v>
                </c:pt>
                <c:pt idx="517">
                  <c:v>25.6549094</c:v>
                </c:pt>
                <c:pt idx="518">
                  <c:v>25.64936537</c:v>
                </c:pt>
                <c:pt idx="519">
                  <c:v>25.5794838</c:v>
                </c:pt>
                <c:pt idx="520">
                  <c:v>25.88253001</c:v>
                </c:pt>
                <c:pt idx="521">
                  <c:v>25.41492747</c:v>
                </c:pt>
                <c:pt idx="522">
                  <c:v>25.5973924</c:v>
                </c:pt>
                <c:pt idx="523">
                  <c:v>25.44253341</c:v>
                </c:pt>
                <c:pt idx="524">
                  <c:v>25.4347765</c:v>
                </c:pt>
                <c:pt idx="525">
                  <c:v>25.664518</c:v>
                </c:pt>
                <c:pt idx="526">
                  <c:v>25.42533477</c:v>
                </c:pt>
                <c:pt idx="527">
                  <c:v>25.66844737</c:v>
                </c:pt>
                <c:pt idx="528">
                  <c:v>25.61331759</c:v>
                </c:pt>
                <c:pt idx="529">
                  <c:v>25.67810799</c:v>
                </c:pt>
                <c:pt idx="530">
                  <c:v>25.52220595</c:v>
                </c:pt>
                <c:pt idx="531">
                  <c:v>25.74362416</c:v>
                </c:pt>
                <c:pt idx="532">
                  <c:v>25.57377021</c:v>
                </c:pt>
                <c:pt idx="533">
                  <c:v>25.35265134</c:v>
                </c:pt>
                <c:pt idx="534">
                  <c:v>25.52433464</c:v>
                </c:pt>
                <c:pt idx="535">
                  <c:v>25.46234419</c:v>
                </c:pt>
                <c:pt idx="536">
                  <c:v>25.45419721</c:v>
                </c:pt>
                <c:pt idx="537">
                  <c:v>25.88515514</c:v>
                </c:pt>
                <c:pt idx="538">
                  <c:v>25.34107114</c:v>
                </c:pt>
                <c:pt idx="539">
                  <c:v>25.35533689</c:v>
                </c:pt>
                <c:pt idx="540">
                  <c:v>25.29344137</c:v>
                </c:pt>
                <c:pt idx="541">
                  <c:v>25.41153073</c:v>
                </c:pt>
                <c:pt idx="542">
                  <c:v>25.50237669</c:v>
                </c:pt>
                <c:pt idx="543">
                  <c:v>25.3525683</c:v>
                </c:pt>
                <c:pt idx="544">
                  <c:v>25.58186729</c:v>
                </c:pt>
                <c:pt idx="545">
                  <c:v>25.34230617</c:v>
                </c:pt>
                <c:pt idx="546">
                  <c:v>25.44402187</c:v>
                </c:pt>
                <c:pt idx="547">
                  <c:v>25.5350131</c:v>
                </c:pt>
                <c:pt idx="548">
                  <c:v>25.30837705</c:v>
                </c:pt>
                <c:pt idx="549">
                  <c:v>25.52521232</c:v>
                </c:pt>
                <c:pt idx="550">
                  <c:v>25.43535409</c:v>
                </c:pt>
                <c:pt idx="551">
                  <c:v>25.44638106</c:v>
                </c:pt>
                <c:pt idx="552">
                  <c:v>25.42659499</c:v>
                </c:pt>
                <c:pt idx="553">
                  <c:v>25.34726302</c:v>
                </c:pt>
                <c:pt idx="554">
                  <c:v>25.37261095</c:v>
                </c:pt>
                <c:pt idx="555">
                  <c:v>25.72542307</c:v>
                </c:pt>
                <c:pt idx="556">
                  <c:v>25.40890677</c:v>
                </c:pt>
                <c:pt idx="557">
                  <c:v>25.22440993</c:v>
                </c:pt>
                <c:pt idx="558">
                  <c:v>25.43823319</c:v>
                </c:pt>
                <c:pt idx="559">
                  <c:v>25.41915346</c:v>
                </c:pt>
                <c:pt idx="560">
                  <c:v>25.33539549</c:v>
                </c:pt>
                <c:pt idx="561">
                  <c:v>25.4291648</c:v>
                </c:pt>
                <c:pt idx="562">
                  <c:v>25.32959747</c:v>
                </c:pt>
                <c:pt idx="563">
                  <c:v>25.43829981</c:v>
                </c:pt>
                <c:pt idx="564">
                  <c:v>25.26188519</c:v>
                </c:pt>
                <c:pt idx="565">
                  <c:v>25.48660401</c:v>
                </c:pt>
                <c:pt idx="566">
                  <c:v>25.49861478</c:v>
                </c:pt>
                <c:pt idx="567">
                  <c:v>25.35206744</c:v>
                </c:pt>
                <c:pt idx="568">
                  <c:v>25.48723773</c:v>
                </c:pt>
                <c:pt idx="569">
                  <c:v>25.36934231</c:v>
                </c:pt>
                <c:pt idx="570">
                  <c:v>25.2418839</c:v>
                </c:pt>
                <c:pt idx="571">
                  <c:v>25.28178897</c:v>
                </c:pt>
                <c:pt idx="572">
                  <c:v>25.27576251</c:v>
                </c:pt>
                <c:pt idx="573">
                  <c:v>25.31652043</c:v>
                </c:pt>
                <c:pt idx="574">
                  <c:v>25.37045339</c:v>
                </c:pt>
                <c:pt idx="575">
                  <c:v>25.23797971</c:v>
                </c:pt>
                <c:pt idx="576">
                  <c:v>25.25084099</c:v>
                </c:pt>
                <c:pt idx="577">
                  <c:v>25.53440388</c:v>
                </c:pt>
                <c:pt idx="578">
                  <c:v>25.15210115</c:v>
                </c:pt>
                <c:pt idx="579">
                  <c:v>25.32611857</c:v>
                </c:pt>
                <c:pt idx="580">
                  <c:v>25.31613556</c:v>
                </c:pt>
                <c:pt idx="581">
                  <c:v>25.28466707</c:v>
                </c:pt>
                <c:pt idx="582">
                  <c:v>25.3447675</c:v>
                </c:pt>
                <c:pt idx="583">
                  <c:v>25.38745968</c:v>
                </c:pt>
                <c:pt idx="584">
                  <c:v>25.17474913</c:v>
                </c:pt>
                <c:pt idx="585">
                  <c:v>25.41967912</c:v>
                </c:pt>
                <c:pt idx="586">
                  <c:v>25.1814787</c:v>
                </c:pt>
                <c:pt idx="587">
                  <c:v>25.2540727</c:v>
                </c:pt>
                <c:pt idx="588">
                  <c:v>25.06435962</c:v>
                </c:pt>
                <c:pt idx="589">
                  <c:v>25.39978736</c:v>
                </c:pt>
                <c:pt idx="590">
                  <c:v>25.16006021</c:v>
                </c:pt>
                <c:pt idx="591">
                  <c:v>25.28912039</c:v>
                </c:pt>
                <c:pt idx="592">
                  <c:v>25.14671179</c:v>
                </c:pt>
                <c:pt idx="593">
                  <c:v>25.22898603</c:v>
                </c:pt>
                <c:pt idx="594">
                  <c:v>25.32913482</c:v>
                </c:pt>
                <c:pt idx="595">
                  <c:v>25.29491018</c:v>
                </c:pt>
                <c:pt idx="596">
                  <c:v>25.23886746</c:v>
                </c:pt>
                <c:pt idx="597">
                  <c:v>25.18297222</c:v>
                </c:pt>
                <c:pt idx="598">
                  <c:v>25.12186205</c:v>
                </c:pt>
                <c:pt idx="599">
                  <c:v>24.97130802</c:v>
                </c:pt>
                <c:pt idx="600">
                  <c:v>25.22364072</c:v>
                </c:pt>
                <c:pt idx="601">
                  <c:v>25.15026377</c:v>
                </c:pt>
                <c:pt idx="602">
                  <c:v>25.18674791</c:v>
                </c:pt>
                <c:pt idx="603">
                  <c:v>25.05958882</c:v>
                </c:pt>
                <c:pt idx="604">
                  <c:v>25.25587714</c:v>
                </c:pt>
                <c:pt idx="605">
                  <c:v>25.17784661</c:v>
                </c:pt>
                <c:pt idx="606">
                  <c:v>25.07254512</c:v>
                </c:pt>
                <c:pt idx="607">
                  <c:v>25.14906803</c:v>
                </c:pt>
                <c:pt idx="608">
                  <c:v>25.02335429</c:v>
                </c:pt>
                <c:pt idx="609">
                  <c:v>24.94023908</c:v>
                </c:pt>
                <c:pt idx="610">
                  <c:v>25.19648749</c:v>
                </c:pt>
                <c:pt idx="611">
                  <c:v>25.05245503</c:v>
                </c:pt>
                <c:pt idx="612">
                  <c:v>25.14475543</c:v>
                </c:pt>
                <c:pt idx="613">
                  <c:v>25.02555328</c:v>
                </c:pt>
                <c:pt idx="614">
                  <c:v>25.32668547</c:v>
                </c:pt>
                <c:pt idx="615">
                  <c:v>25.22141314</c:v>
                </c:pt>
                <c:pt idx="616">
                  <c:v>25.030113</c:v>
                </c:pt>
                <c:pt idx="617">
                  <c:v>25.28715</c:v>
                </c:pt>
                <c:pt idx="618">
                  <c:v>25.19026825</c:v>
                </c:pt>
                <c:pt idx="619">
                  <c:v>25.04716728</c:v>
                </c:pt>
                <c:pt idx="620">
                  <c:v>25.28009408</c:v>
                </c:pt>
                <c:pt idx="621">
                  <c:v>25.3371154</c:v>
                </c:pt>
                <c:pt idx="622">
                  <c:v>25.07115702</c:v>
                </c:pt>
                <c:pt idx="623">
                  <c:v>25.29114706</c:v>
                </c:pt>
                <c:pt idx="624">
                  <c:v>25.13102906</c:v>
                </c:pt>
                <c:pt idx="625">
                  <c:v>25.182144</c:v>
                </c:pt>
                <c:pt idx="626">
                  <c:v>25.16154871</c:v>
                </c:pt>
                <c:pt idx="627">
                  <c:v>25.00610608</c:v>
                </c:pt>
                <c:pt idx="628">
                  <c:v>25.22184301</c:v>
                </c:pt>
                <c:pt idx="629">
                  <c:v>25.15293613</c:v>
                </c:pt>
                <c:pt idx="630">
                  <c:v>25.14140364</c:v>
                </c:pt>
                <c:pt idx="631">
                  <c:v>25.17607506</c:v>
                </c:pt>
                <c:pt idx="632">
                  <c:v>25.08231914</c:v>
                </c:pt>
                <c:pt idx="633">
                  <c:v>25.16160175</c:v>
                </c:pt>
                <c:pt idx="634">
                  <c:v>25.09649911</c:v>
                </c:pt>
                <c:pt idx="635">
                  <c:v>25.28601732</c:v>
                </c:pt>
                <c:pt idx="636">
                  <c:v>25.17137527</c:v>
                </c:pt>
                <c:pt idx="637">
                  <c:v>25.12938952</c:v>
                </c:pt>
                <c:pt idx="638">
                  <c:v>25.17235142</c:v>
                </c:pt>
                <c:pt idx="639">
                  <c:v>25.15793683</c:v>
                </c:pt>
                <c:pt idx="640">
                  <c:v>25.20196994</c:v>
                </c:pt>
                <c:pt idx="641">
                  <c:v>25.28087655</c:v>
                </c:pt>
                <c:pt idx="642">
                  <c:v>25.15599051</c:v>
                </c:pt>
                <c:pt idx="643">
                  <c:v>25.13481102</c:v>
                </c:pt>
                <c:pt idx="644">
                  <c:v>25.0542255</c:v>
                </c:pt>
                <c:pt idx="645">
                  <c:v>25.01396835</c:v>
                </c:pt>
                <c:pt idx="646">
                  <c:v>25.06897863</c:v>
                </c:pt>
                <c:pt idx="647">
                  <c:v>25.17554504</c:v>
                </c:pt>
                <c:pt idx="648">
                  <c:v>25.03287794</c:v>
                </c:pt>
                <c:pt idx="649">
                  <c:v>25.10854447</c:v>
                </c:pt>
                <c:pt idx="650">
                  <c:v>25.11044156</c:v>
                </c:pt>
                <c:pt idx="651">
                  <c:v>25.1065866</c:v>
                </c:pt>
                <c:pt idx="652">
                  <c:v>24.8094776</c:v>
                </c:pt>
                <c:pt idx="653">
                  <c:v>25.12822757</c:v>
                </c:pt>
                <c:pt idx="654">
                  <c:v>25.09781284</c:v>
                </c:pt>
                <c:pt idx="655">
                  <c:v>25.08332471</c:v>
                </c:pt>
                <c:pt idx="656">
                  <c:v>25.12346267</c:v>
                </c:pt>
                <c:pt idx="657">
                  <c:v>25.10327749</c:v>
                </c:pt>
                <c:pt idx="658">
                  <c:v>25.06263792</c:v>
                </c:pt>
                <c:pt idx="659">
                  <c:v>25.12314609</c:v>
                </c:pt>
                <c:pt idx="660">
                  <c:v>24.91026117</c:v>
                </c:pt>
                <c:pt idx="661">
                  <c:v>25.02469806</c:v>
                </c:pt>
                <c:pt idx="662">
                  <c:v>25.01585034</c:v>
                </c:pt>
                <c:pt idx="663">
                  <c:v>25.0832019</c:v>
                </c:pt>
                <c:pt idx="664">
                  <c:v>25.0324296</c:v>
                </c:pt>
                <c:pt idx="665">
                  <c:v>24.8900912</c:v>
                </c:pt>
                <c:pt idx="666">
                  <c:v>24.93938429</c:v>
                </c:pt>
                <c:pt idx="667">
                  <c:v>25.07534617</c:v>
                </c:pt>
                <c:pt idx="668">
                  <c:v>25.16060187</c:v>
                </c:pt>
                <c:pt idx="669">
                  <c:v>24.86650834</c:v>
                </c:pt>
                <c:pt idx="670">
                  <c:v>25.00462863</c:v>
                </c:pt>
                <c:pt idx="671">
                  <c:v>25.1417283</c:v>
                </c:pt>
                <c:pt idx="672">
                  <c:v>24.95287147</c:v>
                </c:pt>
                <c:pt idx="673">
                  <c:v>25.035576</c:v>
                </c:pt>
                <c:pt idx="674">
                  <c:v>24.91822021</c:v>
                </c:pt>
                <c:pt idx="675">
                  <c:v>24.98657851</c:v>
                </c:pt>
                <c:pt idx="676">
                  <c:v>24.89863899</c:v>
                </c:pt>
                <c:pt idx="677">
                  <c:v>25.11489337</c:v>
                </c:pt>
                <c:pt idx="678">
                  <c:v>24.66962186</c:v>
                </c:pt>
                <c:pt idx="679">
                  <c:v>24.92265355</c:v>
                </c:pt>
                <c:pt idx="680">
                  <c:v>24.98522231</c:v>
                </c:pt>
                <c:pt idx="681">
                  <c:v>25.02721054</c:v>
                </c:pt>
                <c:pt idx="682">
                  <c:v>24.96702143</c:v>
                </c:pt>
                <c:pt idx="683">
                  <c:v>24.89271878</c:v>
                </c:pt>
                <c:pt idx="684">
                  <c:v>24.86418022</c:v>
                </c:pt>
                <c:pt idx="685">
                  <c:v>24.85261423</c:v>
                </c:pt>
                <c:pt idx="686">
                  <c:v>24.90365587</c:v>
                </c:pt>
                <c:pt idx="687">
                  <c:v>24.93090198</c:v>
                </c:pt>
                <c:pt idx="688">
                  <c:v>24.76738197</c:v>
                </c:pt>
                <c:pt idx="689">
                  <c:v>24.95898954</c:v>
                </c:pt>
                <c:pt idx="690">
                  <c:v>24.85149349</c:v>
                </c:pt>
                <c:pt idx="691">
                  <c:v>24.82829922</c:v>
                </c:pt>
                <c:pt idx="692">
                  <c:v>24.92331403</c:v>
                </c:pt>
                <c:pt idx="693">
                  <c:v>24.90291743</c:v>
                </c:pt>
                <c:pt idx="694">
                  <c:v>24.80380937</c:v>
                </c:pt>
                <c:pt idx="695">
                  <c:v>24.69590594</c:v>
                </c:pt>
                <c:pt idx="696">
                  <c:v>24.92035039</c:v>
                </c:pt>
                <c:pt idx="697">
                  <c:v>25.0025016</c:v>
                </c:pt>
                <c:pt idx="698">
                  <c:v>24.85643515</c:v>
                </c:pt>
                <c:pt idx="699">
                  <c:v>25.0315559</c:v>
                </c:pt>
                <c:pt idx="700">
                  <c:v>24.96746383</c:v>
                </c:pt>
                <c:pt idx="701">
                  <c:v>25.0424666</c:v>
                </c:pt>
                <c:pt idx="702">
                  <c:v>25.22685263</c:v>
                </c:pt>
                <c:pt idx="703">
                  <c:v>25.20984011</c:v>
                </c:pt>
                <c:pt idx="704">
                  <c:v>25.18101909</c:v>
                </c:pt>
                <c:pt idx="705">
                  <c:v>25.0844504</c:v>
                </c:pt>
                <c:pt idx="706">
                  <c:v>25.11316475</c:v>
                </c:pt>
                <c:pt idx="707">
                  <c:v>25.16085663</c:v>
                </c:pt>
                <c:pt idx="708">
                  <c:v>24.95430931</c:v>
                </c:pt>
                <c:pt idx="709">
                  <c:v>24.97973698</c:v>
                </c:pt>
                <c:pt idx="710">
                  <c:v>25.02008224</c:v>
                </c:pt>
                <c:pt idx="711">
                  <c:v>24.86639278</c:v>
                </c:pt>
                <c:pt idx="712">
                  <c:v>24.98468165</c:v>
                </c:pt>
                <c:pt idx="713">
                  <c:v>25.11026014</c:v>
                </c:pt>
                <c:pt idx="714">
                  <c:v>24.95196742</c:v>
                </c:pt>
                <c:pt idx="715">
                  <c:v>24.88219192</c:v>
                </c:pt>
                <c:pt idx="716">
                  <c:v>24.93298826</c:v>
                </c:pt>
                <c:pt idx="717">
                  <c:v>24.97291794</c:v>
                </c:pt>
                <c:pt idx="718">
                  <c:v>24.95791106</c:v>
                </c:pt>
                <c:pt idx="719">
                  <c:v>25.00249226</c:v>
                </c:pt>
                <c:pt idx="720">
                  <c:v>24.65391863</c:v>
                </c:pt>
                <c:pt idx="721">
                  <c:v>24.94353592</c:v>
                </c:pt>
                <c:pt idx="722">
                  <c:v>24.59279487</c:v>
                </c:pt>
                <c:pt idx="723">
                  <c:v>24.87103773</c:v>
                </c:pt>
                <c:pt idx="724">
                  <c:v>24.71841431</c:v>
                </c:pt>
                <c:pt idx="725">
                  <c:v>24.82853675</c:v>
                </c:pt>
                <c:pt idx="726">
                  <c:v>24.72349717</c:v>
                </c:pt>
                <c:pt idx="727">
                  <c:v>24.7326317</c:v>
                </c:pt>
                <c:pt idx="728">
                  <c:v>24.71675473</c:v>
                </c:pt>
                <c:pt idx="729">
                  <c:v>24.78688016</c:v>
                </c:pt>
                <c:pt idx="730">
                  <c:v>24.83345349</c:v>
                </c:pt>
                <c:pt idx="731">
                  <c:v>24.81441842</c:v>
                </c:pt>
                <c:pt idx="732">
                  <c:v>24.78762776</c:v>
                </c:pt>
                <c:pt idx="733">
                  <c:v>24.86940649</c:v>
                </c:pt>
                <c:pt idx="734">
                  <c:v>24.89807069</c:v>
                </c:pt>
                <c:pt idx="735">
                  <c:v>24.93750788</c:v>
                </c:pt>
                <c:pt idx="736">
                  <c:v>24.78297988</c:v>
                </c:pt>
                <c:pt idx="737">
                  <c:v>24.85211392</c:v>
                </c:pt>
                <c:pt idx="738">
                  <c:v>24.68288891</c:v>
                </c:pt>
                <c:pt idx="739">
                  <c:v>24.61593032</c:v>
                </c:pt>
                <c:pt idx="740">
                  <c:v>24.70933181</c:v>
                </c:pt>
                <c:pt idx="741">
                  <c:v>24.69064112</c:v>
                </c:pt>
                <c:pt idx="742">
                  <c:v>24.76536518</c:v>
                </c:pt>
                <c:pt idx="743">
                  <c:v>24.5800521</c:v>
                </c:pt>
                <c:pt idx="744">
                  <c:v>24.65589451</c:v>
                </c:pt>
                <c:pt idx="745">
                  <c:v>24.56980828</c:v>
                </c:pt>
                <c:pt idx="746">
                  <c:v>24.66671151</c:v>
                </c:pt>
                <c:pt idx="747">
                  <c:v>24.65042598</c:v>
                </c:pt>
                <c:pt idx="748">
                  <c:v>24.66461508</c:v>
                </c:pt>
                <c:pt idx="749">
                  <c:v>24.65197268</c:v>
                </c:pt>
                <c:pt idx="750">
                  <c:v>24.44913931</c:v>
                </c:pt>
                <c:pt idx="751">
                  <c:v>24.56902351</c:v>
                </c:pt>
                <c:pt idx="752">
                  <c:v>24.49971029</c:v>
                </c:pt>
                <c:pt idx="753">
                  <c:v>24.64648142</c:v>
                </c:pt>
                <c:pt idx="754">
                  <c:v>24.44336933</c:v>
                </c:pt>
                <c:pt idx="755">
                  <c:v>24.66790888</c:v>
                </c:pt>
                <c:pt idx="756">
                  <c:v>24.46170759</c:v>
                </c:pt>
                <c:pt idx="757">
                  <c:v>24.66537563</c:v>
                </c:pt>
                <c:pt idx="758">
                  <c:v>24.53414384</c:v>
                </c:pt>
                <c:pt idx="759">
                  <c:v>24.4720997</c:v>
                </c:pt>
                <c:pt idx="760">
                  <c:v>24.61352157</c:v>
                </c:pt>
                <c:pt idx="761">
                  <c:v>24.80139039</c:v>
                </c:pt>
                <c:pt idx="762">
                  <c:v>24.68430798</c:v>
                </c:pt>
                <c:pt idx="763">
                  <c:v>24.60814848</c:v>
                </c:pt>
                <c:pt idx="764">
                  <c:v>24.49204901</c:v>
                </c:pt>
                <c:pt idx="765">
                  <c:v>24.48424163</c:v>
                </c:pt>
                <c:pt idx="766">
                  <c:v>24.79727665</c:v>
                </c:pt>
                <c:pt idx="767">
                  <c:v>24.62032269</c:v>
                </c:pt>
                <c:pt idx="768">
                  <c:v>24.82151948</c:v>
                </c:pt>
                <c:pt idx="769">
                  <c:v>24.64482398</c:v>
                </c:pt>
                <c:pt idx="770">
                  <c:v>24.74296491</c:v>
                </c:pt>
                <c:pt idx="771">
                  <c:v>24.77624875</c:v>
                </c:pt>
                <c:pt idx="772">
                  <c:v>24.77003732</c:v>
                </c:pt>
                <c:pt idx="773">
                  <c:v>24.76133021</c:v>
                </c:pt>
                <c:pt idx="774">
                  <c:v>24.90270499</c:v>
                </c:pt>
                <c:pt idx="775">
                  <c:v>24.72385004</c:v>
                </c:pt>
                <c:pt idx="776">
                  <c:v>24.67509784</c:v>
                </c:pt>
                <c:pt idx="777">
                  <c:v>24.73102445</c:v>
                </c:pt>
                <c:pt idx="778">
                  <c:v>24.83874785</c:v>
                </c:pt>
                <c:pt idx="779">
                  <c:v>24.63421628</c:v>
                </c:pt>
                <c:pt idx="780">
                  <c:v>24.69230181</c:v>
                </c:pt>
                <c:pt idx="781">
                  <c:v>24.79744851</c:v>
                </c:pt>
                <c:pt idx="782">
                  <c:v>24.74130836</c:v>
                </c:pt>
                <c:pt idx="783">
                  <c:v>24.74601366</c:v>
                </c:pt>
                <c:pt idx="784">
                  <c:v>24.75455873</c:v>
                </c:pt>
                <c:pt idx="785">
                  <c:v>24.72210145</c:v>
                </c:pt>
                <c:pt idx="786">
                  <c:v>24.67926674</c:v>
                </c:pt>
                <c:pt idx="787">
                  <c:v>24.82417473</c:v>
                </c:pt>
                <c:pt idx="788">
                  <c:v>24.83258501</c:v>
                </c:pt>
                <c:pt idx="789">
                  <c:v>24.81170917</c:v>
                </c:pt>
                <c:pt idx="790">
                  <c:v>24.72588289</c:v>
                </c:pt>
                <c:pt idx="791">
                  <c:v>24.61645148</c:v>
                </c:pt>
                <c:pt idx="792">
                  <c:v>24.76789294</c:v>
                </c:pt>
                <c:pt idx="793">
                  <c:v>24.77420885</c:v>
                </c:pt>
                <c:pt idx="794">
                  <c:v>24.74080132</c:v>
                </c:pt>
                <c:pt idx="795">
                  <c:v>24.70759832</c:v>
                </c:pt>
                <c:pt idx="796">
                  <c:v>24.6638097</c:v>
                </c:pt>
                <c:pt idx="797">
                  <c:v>24.91344744</c:v>
                </c:pt>
                <c:pt idx="798">
                  <c:v>24.74582925</c:v>
                </c:pt>
                <c:pt idx="799">
                  <c:v>24.87231038</c:v>
                </c:pt>
                <c:pt idx="800">
                  <c:v>24.78890977</c:v>
                </c:pt>
                <c:pt idx="801">
                  <c:v>24.72391042</c:v>
                </c:pt>
                <c:pt idx="802">
                  <c:v>24.87771484</c:v>
                </c:pt>
                <c:pt idx="803">
                  <c:v>24.77594604</c:v>
                </c:pt>
                <c:pt idx="804">
                  <c:v>24.81133403</c:v>
                </c:pt>
                <c:pt idx="805">
                  <c:v>25.06898983</c:v>
                </c:pt>
                <c:pt idx="806">
                  <c:v>24.78448317</c:v>
                </c:pt>
                <c:pt idx="807">
                  <c:v>24.7769017</c:v>
                </c:pt>
                <c:pt idx="808">
                  <c:v>24.84517315</c:v>
                </c:pt>
                <c:pt idx="809">
                  <c:v>24.72232716</c:v>
                </c:pt>
                <c:pt idx="810">
                  <c:v>24.94503961</c:v>
                </c:pt>
                <c:pt idx="811">
                  <c:v>24.8029632</c:v>
                </c:pt>
                <c:pt idx="812">
                  <c:v>24.64189964</c:v>
                </c:pt>
                <c:pt idx="813">
                  <c:v>24.71435356</c:v>
                </c:pt>
                <c:pt idx="814">
                  <c:v>24.68216013</c:v>
                </c:pt>
                <c:pt idx="815">
                  <c:v>24.66941089</c:v>
                </c:pt>
                <c:pt idx="816">
                  <c:v>24.63115119</c:v>
                </c:pt>
                <c:pt idx="817">
                  <c:v>24.8824742</c:v>
                </c:pt>
                <c:pt idx="818">
                  <c:v>24.67501661</c:v>
                </c:pt>
                <c:pt idx="819">
                  <c:v>24.83016685</c:v>
                </c:pt>
                <c:pt idx="820">
                  <c:v>24.45964871</c:v>
                </c:pt>
                <c:pt idx="821">
                  <c:v>24.64945592</c:v>
                </c:pt>
                <c:pt idx="822">
                  <c:v>24.70740674</c:v>
                </c:pt>
                <c:pt idx="823">
                  <c:v>24.41942977</c:v>
                </c:pt>
                <c:pt idx="824">
                  <c:v>24.55611526</c:v>
                </c:pt>
                <c:pt idx="825">
                  <c:v>24.71383792</c:v>
                </c:pt>
                <c:pt idx="826">
                  <c:v>24.75524205</c:v>
                </c:pt>
                <c:pt idx="827">
                  <c:v>24.61620334</c:v>
                </c:pt>
                <c:pt idx="828">
                  <c:v>24.4630543</c:v>
                </c:pt>
                <c:pt idx="829">
                  <c:v>24.59328664</c:v>
                </c:pt>
                <c:pt idx="830">
                  <c:v>24.55599227</c:v>
                </c:pt>
                <c:pt idx="831">
                  <c:v>24.56371508</c:v>
                </c:pt>
                <c:pt idx="832">
                  <c:v>24.67077066</c:v>
                </c:pt>
                <c:pt idx="833">
                  <c:v>24.62334471</c:v>
                </c:pt>
                <c:pt idx="834">
                  <c:v>24.64643328</c:v>
                </c:pt>
                <c:pt idx="835">
                  <c:v>24.69403453</c:v>
                </c:pt>
                <c:pt idx="836">
                  <c:v>24.52527654</c:v>
                </c:pt>
                <c:pt idx="837">
                  <c:v>24.8465526</c:v>
                </c:pt>
                <c:pt idx="838">
                  <c:v>24.76887986</c:v>
                </c:pt>
                <c:pt idx="839">
                  <c:v>24.67003355</c:v>
                </c:pt>
                <c:pt idx="840">
                  <c:v>24.68652777</c:v>
                </c:pt>
                <c:pt idx="841">
                  <c:v>24.69591383</c:v>
                </c:pt>
                <c:pt idx="842">
                  <c:v>24.7115115</c:v>
                </c:pt>
                <c:pt idx="843">
                  <c:v>24.52530967</c:v>
                </c:pt>
                <c:pt idx="844">
                  <c:v>24.62950558</c:v>
                </c:pt>
                <c:pt idx="845">
                  <c:v>24.57273939</c:v>
                </c:pt>
                <c:pt idx="846">
                  <c:v>24.54642493</c:v>
                </c:pt>
                <c:pt idx="847">
                  <c:v>24.49008517</c:v>
                </c:pt>
                <c:pt idx="848">
                  <c:v>24.3785511</c:v>
                </c:pt>
                <c:pt idx="849">
                  <c:v>24.49370958</c:v>
                </c:pt>
                <c:pt idx="850">
                  <c:v>24.43557279</c:v>
                </c:pt>
                <c:pt idx="851">
                  <c:v>24.62093383</c:v>
                </c:pt>
                <c:pt idx="852">
                  <c:v>24.73006242</c:v>
                </c:pt>
                <c:pt idx="853">
                  <c:v>24.61320815</c:v>
                </c:pt>
                <c:pt idx="854">
                  <c:v>24.52544803</c:v>
                </c:pt>
                <c:pt idx="855">
                  <c:v>24.69336226</c:v>
                </c:pt>
                <c:pt idx="856">
                  <c:v>24.44324813</c:v>
                </c:pt>
                <c:pt idx="857">
                  <c:v>24.47797856</c:v>
                </c:pt>
                <c:pt idx="858">
                  <c:v>24.7091176</c:v>
                </c:pt>
                <c:pt idx="859">
                  <c:v>24.47088965</c:v>
                </c:pt>
                <c:pt idx="860">
                  <c:v>24.62794911</c:v>
                </c:pt>
                <c:pt idx="861">
                  <c:v>24.67377765</c:v>
                </c:pt>
                <c:pt idx="862">
                  <c:v>24.62309333</c:v>
                </c:pt>
                <c:pt idx="863">
                  <c:v>24.48403327</c:v>
                </c:pt>
                <c:pt idx="864">
                  <c:v>24.54617737</c:v>
                </c:pt>
                <c:pt idx="865">
                  <c:v>24.68875722</c:v>
                </c:pt>
                <c:pt idx="866">
                  <c:v>24.70697023</c:v>
                </c:pt>
                <c:pt idx="867">
                  <c:v>24.58787318</c:v>
                </c:pt>
                <c:pt idx="868">
                  <c:v>24.68128596</c:v>
                </c:pt>
                <c:pt idx="869">
                  <c:v>24.64906641</c:v>
                </c:pt>
                <c:pt idx="870">
                  <c:v>24.69566924</c:v>
                </c:pt>
                <c:pt idx="871">
                  <c:v>24.74979268</c:v>
                </c:pt>
                <c:pt idx="872">
                  <c:v>24.64749186</c:v>
                </c:pt>
                <c:pt idx="873">
                  <c:v>24.5292397</c:v>
                </c:pt>
                <c:pt idx="874">
                  <c:v>24.59681437</c:v>
                </c:pt>
                <c:pt idx="875">
                  <c:v>24.66828408</c:v>
                </c:pt>
                <c:pt idx="876">
                  <c:v>24.77724766</c:v>
                </c:pt>
                <c:pt idx="877">
                  <c:v>24.62314765</c:v>
                </c:pt>
                <c:pt idx="878">
                  <c:v>24.40024076</c:v>
                </c:pt>
                <c:pt idx="879">
                  <c:v>24.77936538</c:v>
                </c:pt>
                <c:pt idx="880">
                  <c:v>24.60796768</c:v>
                </c:pt>
                <c:pt idx="881">
                  <c:v>24.63608848</c:v>
                </c:pt>
                <c:pt idx="882">
                  <c:v>24.55105121</c:v>
                </c:pt>
                <c:pt idx="883">
                  <c:v>24.56392784</c:v>
                </c:pt>
                <c:pt idx="884">
                  <c:v>24.8093058</c:v>
                </c:pt>
                <c:pt idx="885">
                  <c:v>24.55423401</c:v>
                </c:pt>
                <c:pt idx="886">
                  <c:v>24.65116874</c:v>
                </c:pt>
                <c:pt idx="887">
                  <c:v>24.68616332</c:v>
                </c:pt>
                <c:pt idx="888">
                  <c:v>24.6649486</c:v>
                </c:pt>
                <c:pt idx="889">
                  <c:v>24.50501558</c:v>
                </c:pt>
                <c:pt idx="890">
                  <c:v>24.6969142</c:v>
                </c:pt>
                <c:pt idx="891">
                  <c:v>24.86935273</c:v>
                </c:pt>
                <c:pt idx="892">
                  <c:v>24.51570639</c:v>
                </c:pt>
                <c:pt idx="893">
                  <c:v>24.85098582</c:v>
                </c:pt>
                <c:pt idx="894">
                  <c:v>24.61974214</c:v>
                </c:pt>
                <c:pt idx="895">
                  <c:v>24.73114801</c:v>
                </c:pt>
                <c:pt idx="896">
                  <c:v>24.74003916</c:v>
                </c:pt>
                <c:pt idx="897">
                  <c:v>24.7970872</c:v>
                </c:pt>
                <c:pt idx="898">
                  <c:v>24.73831904</c:v>
                </c:pt>
                <c:pt idx="899">
                  <c:v>24.5978194</c:v>
                </c:pt>
                <c:pt idx="900">
                  <c:v>24.68761104</c:v>
                </c:pt>
                <c:pt idx="901">
                  <c:v>24.77092979</c:v>
                </c:pt>
                <c:pt idx="902">
                  <c:v>24.43929211</c:v>
                </c:pt>
                <c:pt idx="903">
                  <c:v>24.63566674</c:v>
                </c:pt>
                <c:pt idx="904">
                  <c:v>24.58468194</c:v>
                </c:pt>
                <c:pt idx="905">
                  <c:v>24.48949928</c:v>
                </c:pt>
                <c:pt idx="906">
                  <c:v>24.5657595</c:v>
                </c:pt>
                <c:pt idx="907">
                  <c:v>24.6499394</c:v>
                </c:pt>
                <c:pt idx="908">
                  <c:v>24.75923643</c:v>
                </c:pt>
                <c:pt idx="909">
                  <c:v>24.53367131</c:v>
                </c:pt>
                <c:pt idx="910">
                  <c:v>24.63764523</c:v>
                </c:pt>
                <c:pt idx="911">
                  <c:v>24.63494666</c:v>
                </c:pt>
                <c:pt idx="912">
                  <c:v>24.66905131</c:v>
                </c:pt>
                <c:pt idx="913">
                  <c:v>24.69577584</c:v>
                </c:pt>
                <c:pt idx="914">
                  <c:v>24.6478849</c:v>
                </c:pt>
                <c:pt idx="915">
                  <c:v>24.69951955</c:v>
                </c:pt>
                <c:pt idx="916">
                  <c:v>24.63013825</c:v>
                </c:pt>
                <c:pt idx="917">
                  <c:v>24.43068704</c:v>
                </c:pt>
                <c:pt idx="918">
                  <c:v>24.59905873</c:v>
                </c:pt>
                <c:pt idx="919">
                  <c:v>24.60685552</c:v>
                </c:pt>
                <c:pt idx="920">
                  <c:v>24.5903098</c:v>
                </c:pt>
                <c:pt idx="921">
                  <c:v>24.60874222</c:v>
                </c:pt>
                <c:pt idx="922">
                  <c:v>24.5542942</c:v>
                </c:pt>
                <c:pt idx="923">
                  <c:v>24.60025355</c:v>
                </c:pt>
                <c:pt idx="924">
                  <c:v>24.48741407</c:v>
                </c:pt>
                <c:pt idx="925">
                  <c:v>24.55948069</c:v>
                </c:pt>
                <c:pt idx="926">
                  <c:v>24.65693587</c:v>
                </c:pt>
                <c:pt idx="927">
                  <c:v>24.39456541</c:v>
                </c:pt>
                <c:pt idx="928">
                  <c:v>24.61307702</c:v>
                </c:pt>
                <c:pt idx="929">
                  <c:v>24.46296988</c:v>
                </c:pt>
                <c:pt idx="930">
                  <c:v>24.61172261</c:v>
                </c:pt>
                <c:pt idx="931">
                  <c:v>24.61869647</c:v>
                </c:pt>
                <c:pt idx="932">
                  <c:v>24.47396713</c:v>
                </c:pt>
                <c:pt idx="933">
                  <c:v>24.7144151</c:v>
                </c:pt>
                <c:pt idx="934">
                  <c:v>24.85286018</c:v>
                </c:pt>
                <c:pt idx="935">
                  <c:v>24.72579148</c:v>
                </c:pt>
                <c:pt idx="936">
                  <c:v>24.82728456</c:v>
                </c:pt>
                <c:pt idx="937">
                  <c:v>24.85473942</c:v>
                </c:pt>
                <c:pt idx="938">
                  <c:v>24.72389034</c:v>
                </c:pt>
                <c:pt idx="939">
                  <c:v>24.74154201</c:v>
                </c:pt>
                <c:pt idx="940">
                  <c:v>24.88011127</c:v>
                </c:pt>
                <c:pt idx="941">
                  <c:v>24.60059311</c:v>
                </c:pt>
                <c:pt idx="942">
                  <c:v>24.63972827</c:v>
                </c:pt>
                <c:pt idx="943">
                  <c:v>24.6323237</c:v>
                </c:pt>
                <c:pt idx="944">
                  <c:v>24.60198741</c:v>
                </c:pt>
                <c:pt idx="945">
                  <c:v>24.55229606</c:v>
                </c:pt>
                <c:pt idx="946">
                  <c:v>24.32990507</c:v>
                </c:pt>
                <c:pt idx="947">
                  <c:v>24.49497983</c:v>
                </c:pt>
                <c:pt idx="948">
                  <c:v>24.39781483</c:v>
                </c:pt>
                <c:pt idx="949">
                  <c:v>24.45790416</c:v>
                </c:pt>
                <c:pt idx="950">
                  <c:v>24.66872845</c:v>
                </c:pt>
                <c:pt idx="951">
                  <c:v>24.61378237</c:v>
                </c:pt>
                <c:pt idx="952">
                  <c:v>24.50765551</c:v>
                </c:pt>
                <c:pt idx="953">
                  <c:v>24.57715552</c:v>
                </c:pt>
                <c:pt idx="954">
                  <c:v>24.71675392</c:v>
                </c:pt>
                <c:pt idx="955">
                  <c:v>24.66951891</c:v>
                </c:pt>
                <c:pt idx="956">
                  <c:v>24.67321335</c:v>
                </c:pt>
                <c:pt idx="957">
                  <c:v>24.55917432</c:v>
                </c:pt>
                <c:pt idx="958">
                  <c:v>24.57810856</c:v>
                </c:pt>
                <c:pt idx="959">
                  <c:v>24.6783926</c:v>
                </c:pt>
                <c:pt idx="960">
                  <c:v>24.63567446</c:v>
                </c:pt>
                <c:pt idx="961">
                  <c:v>24.73246928</c:v>
                </c:pt>
                <c:pt idx="962">
                  <c:v>24.83610897</c:v>
                </c:pt>
                <c:pt idx="963">
                  <c:v>24.67071229</c:v>
                </c:pt>
                <c:pt idx="964">
                  <c:v>25.00382907</c:v>
                </c:pt>
                <c:pt idx="965">
                  <c:v>24.73964589</c:v>
                </c:pt>
                <c:pt idx="966">
                  <c:v>24.69890734</c:v>
                </c:pt>
                <c:pt idx="967">
                  <c:v>24.58765018</c:v>
                </c:pt>
                <c:pt idx="968">
                  <c:v>24.80040928</c:v>
                </c:pt>
                <c:pt idx="969">
                  <c:v>24.65280405</c:v>
                </c:pt>
                <c:pt idx="970">
                  <c:v>24.6839806</c:v>
                </c:pt>
                <c:pt idx="971">
                  <c:v>24.53146856</c:v>
                </c:pt>
                <c:pt idx="972">
                  <c:v>24.78393928</c:v>
                </c:pt>
                <c:pt idx="973">
                  <c:v>24.66421766</c:v>
                </c:pt>
                <c:pt idx="974">
                  <c:v>24.49105108</c:v>
                </c:pt>
                <c:pt idx="975">
                  <c:v>24.66310008</c:v>
                </c:pt>
                <c:pt idx="976">
                  <c:v>24.56823548</c:v>
                </c:pt>
                <c:pt idx="977">
                  <c:v>24.48865088</c:v>
                </c:pt>
                <c:pt idx="978">
                  <c:v>24.77788831</c:v>
                </c:pt>
                <c:pt idx="979">
                  <c:v>24.5936575</c:v>
                </c:pt>
                <c:pt idx="980">
                  <c:v>24.61208032</c:v>
                </c:pt>
                <c:pt idx="981">
                  <c:v>24.70916175</c:v>
                </c:pt>
                <c:pt idx="982">
                  <c:v>24.63847494</c:v>
                </c:pt>
                <c:pt idx="983">
                  <c:v>24.64980991</c:v>
                </c:pt>
                <c:pt idx="984">
                  <c:v>24.79152852</c:v>
                </c:pt>
                <c:pt idx="985">
                  <c:v>24.74355316</c:v>
                </c:pt>
                <c:pt idx="986">
                  <c:v>24.68627936</c:v>
                </c:pt>
                <c:pt idx="987">
                  <c:v>24.63071981</c:v>
                </c:pt>
                <c:pt idx="988">
                  <c:v>24.83799286</c:v>
                </c:pt>
                <c:pt idx="989">
                  <c:v>24.72859611</c:v>
                </c:pt>
                <c:pt idx="990">
                  <c:v>24.72791526</c:v>
                </c:pt>
                <c:pt idx="991">
                  <c:v>24.6260299</c:v>
                </c:pt>
                <c:pt idx="992">
                  <c:v>24.76695148</c:v>
                </c:pt>
                <c:pt idx="993">
                  <c:v>24.69715951</c:v>
                </c:pt>
                <c:pt idx="994">
                  <c:v>24.52359877</c:v>
                </c:pt>
                <c:pt idx="995">
                  <c:v>24.64032924</c:v>
                </c:pt>
                <c:pt idx="996">
                  <c:v>24.47829951</c:v>
                </c:pt>
                <c:pt idx="997">
                  <c:v>24.62121592</c:v>
                </c:pt>
                <c:pt idx="998">
                  <c:v>24.64914668</c:v>
                </c:pt>
                <c:pt idx="999">
                  <c:v>24.75290487</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8DFE7"/>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10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Host updates (thousands)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25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plotArea>
      <c:scatterChart>
        <c:scatterStyle val="line"/>
        <c:ser>
          <c:idx val="0"/>
          <c:order val="0"/>
          <c:tx>
            <c:v>Host</c:v>
          </c:tx>
          <c:spPr>
            <a:ln xmlns:a="http://schemas.openxmlformats.org/drawingml/2006/main" w="15240">
              <a:solidFill>
                <a:srgbClr val="20365C"/>
              </a:solidFill>
            </a:ln>
          </c:spPr>
          <c:marker>
            <c:symbol val="none"/>
          </c:marker>
          <c:xVal>
            <c:numRef>
              <c:f>'Chart Data'!$A$2:$A$1001</c:f>
              <c:numCache>
                <c:formatCode>General</c:formatCode>
                <c:ptCount val="10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numCache>
            </c:numRef>
          </c:xVal>
          <c:yVal>
            <c:numRef>
              <c:f>'Chart Data'!$B$2:$B$1001</c:f>
              <c:numCache>
                <c:formatCode>General</c:formatCode>
                <c:ptCount val="1000"/>
                <c:pt idx="0">
                  <c:v>2.13677931</c:v>
                </c:pt>
                <c:pt idx="1">
                  <c:v>0.82279205</c:v>
                </c:pt>
                <c:pt idx="2">
                  <c:v>-0.48113823</c:v>
                </c:pt>
                <c:pt idx="3">
                  <c:v>1.65145302</c:v>
                </c:pt>
                <c:pt idx="4">
                  <c:v>3.47489047</c:v>
                </c:pt>
                <c:pt idx="5">
                  <c:v>7.62247467</c:v>
                </c:pt>
                <c:pt idx="6">
                  <c:v>7.61343956</c:v>
                </c:pt>
                <c:pt idx="7">
                  <c:v>7.941679</c:v>
                </c:pt>
                <c:pt idx="8">
                  <c:v>13.01153564</c:v>
                </c:pt>
                <c:pt idx="9">
                  <c:v>13.77407169</c:v>
                </c:pt>
                <c:pt idx="10">
                  <c:v>17.53392792</c:v>
                </c:pt>
                <c:pt idx="11">
                  <c:v>17.72381973</c:v>
                </c:pt>
                <c:pt idx="12">
                  <c:v>21.59940529</c:v>
                </c:pt>
                <c:pt idx="13">
                  <c:v>31.80722427</c:v>
                </c:pt>
                <c:pt idx="14">
                  <c:v>26.1147728</c:v>
                </c:pt>
                <c:pt idx="15">
                  <c:v>41.06286621</c:v>
                </c:pt>
                <c:pt idx="16">
                  <c:v>46.01670837</c:v>
                </c:pt>
                <c:pt idx="17">
                  <c:v>50.93122864</c:v>
                </c:pt>
                <c:pt idx="18">
                  <c:v>47.63651657</c:v>
                </c:pt>
                <c:pt idx="19">
                  <c:v>46.68569946</c:v>
                </c:pt>
                <c:pt idx="20">
                  <c:v>59.21614838</c:v>
                </c:pt>
                <c:pt idx="21">
                  <c:v>61.33136368</c:v>
                </c:pt>
                <c:pt idx="22">
                  <c:v>67.03659058</c:v>
                </c:pt>
                <c:pt idx="23">
                  <c:v>65.37428284</c:v>
                </c:pt>
                <c:pt idx="24">
                  <c:v>91.47274017</c:v>
                </c:pt>
                <c:pt idx="25">
                  <c:v>82.48180389</c:v>
                </c:pt>
                <c:pt idx="26">
                  <c:v>83.99419403</c:v>
                </c:pt>
                <c:pt idx="27">
                  <c:v>95.53593445</c:v>
                </c:pt>
                <c:pt idx="28">
                  <c:v>101.70140076</c:v>
                </c:pt>
                <c:pt idx="29">
                  <c:v>106.45213318</c:v>
                </c:pt>
                <c:pt idx="30">
                  <c:v>103.27713013</c:v>
                </c:pt>
                <c:pt idx="31">
                  <c:v>113.28327179</c:v>
                </c:pt>
                <c:pt idx="32">
                  <c:v>114.31917572</c:v>
                </c:pt>
                <c:pt idx="33">
                  <c:v>106.39267731</c:v>
                </c:pt>
                <c:pt idx="34">
                  <c:v>124.71228027</c:v>
                </c:pt>
                <c:pt idx="35">
                  <c:v>122.73014069</c:v>
                </c:pt>
                <c:pt idx="36">
                  <c:v>128.39524841</c:v>
                </c:pt>
                <c:pt idx="37">
                  <c:v>138.0869751</c:v>
                </c:pt>
                <c:pt idx="38">
                  <c:v>141.49029541</c:v>
                </c:pt>
                <c:pt idx="39">
                  <c:v>137.48902893</c:v>
                </c:pt>
                <c:pt idx="40">
                  <c:v>140.95852661</c:v>
                </c:pt>
                <c:pt idx="41">
                  <c:v>133.31976318</c:v>
                </c:pt>
                <c:pt idx="42">
                  <c:v>141.81018066</c:v>
                </c:pt>
                <c:pt idx="43">
                  <c:v>149.85571289</c:v>
                </c:pt>
                <c:pt idx="44">
                  <c:v>151.11419678</c:v>
                </c:pt>
                <c:pt idx="45">
                  <c:v>144.31741333</c:v>
                </c:pt>
                <c:pt idx="46">
                  <c:v>145.58061218</c:v>
                </c:pt>
                <c:pt idx="47">
                  <c:v>155.93301392</c:v>
                </c:pt>
                <c:pt idx="48">
                  <c:v>162.39880371</c:v>
                </c:pt>
                <c:pt idx="49">
                  <c:v>167.25088501</c:v>
                </c:pt>
                <c:pt idx="50">
                  <c:v>159.01412964</c:v>
                </c:pt>
                <c:pt idx="51">
                  <c:v>174.27288818</c:v>
                </c:pt>
                <c:pt idx="52">
                  <c:v>168.13589478</c:v>
                </c:pt>
                <c:pt idx="53">
                  <c:v>162.45526123</c:v>
                </c:pt>
                <c:pt idx="54">
                  <c:v>173.32681274</c:v>
                </c:pt>
                <c:pt idx="55">
                  <c:v>174.44194031</c:v>
                </c:pt>
                <c:pt idx="56">
                  <c:v>176.13891602</c:v>
                </c:pt>
                <c:pt idx="57">
                  <c:v>168.71737671</c:v>
                </c:pt>
                <c:pt idx="58">
                  <c:v>182.05728149</c:v>
                </c:pt>
                <c:pt idx="59">
                  <c:v>174.17721558</c:v>
                </c:pt>
                <c:pt idx="60">
                  <c:v>178.67407227</c:v>
                </c:pt>
                <c:pt idx="61">
                  <c:v>182.84101868</c:v>
                </c:pt>
                <c:pt idx="62">
                  <c:v>170.53523254</c:v>
                </c:pt>
                <c:pt idx="63">
                  <c:v>191.47052002</c:v>
                </c:pt>
                <c:pt idx="64">
                  <c:v>187.28781128</c:v>
                </c:pt>
                <c:pt idx="65">
                  <c:v>188.54882813</c:v>
                </c:pt>
                <c:pt idx="66">
                  <c:v>186.41017151</c:v>
                </c:pt>
                <c:pt idx="67">
                  <c:v>192.30828857</c:v>
                </c:pt>
                <c:pt idx="68">
                  <c:v>174.30599976</c:v>
                </c:pt>
                <c:pt idx="69">
                  <c:v>192.73248291</c:v>
                </c:pt>
                <c:pt idx="70">
                  <c:v>185.51416016</c:v>
                </c:pt>
                <c:pt idx="71">
                  <c:v>189.14678955</c:v>
                </c:pt>
                <c:pt idx="72">
                  <c:v>190.75843811</c:v>
                </c:pt>
                <c:pt idx="73">
                  <c:v>195.01953125</c:v>
                </c:pt>
                <c:pt idx="74">
                  <c:v>185.42282104</c:v>
                </c:pt>
                <c:pt idx="75">
                  <c:v>191.43138123</c:v>
                </c:pt>
                <c:pt idx="76">
                  <c:v>189.34773254</c:v>
                </c:pt>
                <c:pt idx="77">
                  <c:v>186.89370728</c:v>
                </c:pt>
                <c:pt idx="78">
                  <c:v>196.18621826</c:v>
                </c:pt>
                <c:pt idx="79">
                  <c:v>190.43170166</c:v>
                </c:pt>
                <c:pt idx="80">
                  <c:v>195.7729187</c:v>
                </c:pt>
                <c:pt idx="81">
                  <c:v>199.22602844</c:v>
                </c:pt>
                <c:pt idx="82">
                  <c:v>181.56924438</c:v>
                </c:pt>
                <c:pt idx="83">
                  <c:v>197.49617004</c:v>
                </c:pt>
                <c:pt idx="84">
                  <c:v>191.77404785</c:v>
                </c:pt>
                <c:pt idx="85">
                  <c:v>191.64524841</c:v>
                </c:pt>
                <c:pt idx="86">
                  <c:v>196.25665283</c:v>
                </c:pt>
                <c:pt idx="87">
                  <c:v>199.36587524</c:v>
                </c:pt>
                <c:pt idx="88">
                  <c:v>196.12709045</c:v>
                </c:pt>
                <c:pt idx="89">
                  <c:v>187.00178528</c:v>
                </c:pt>
                <c:pt idx="90">
                  <c:v>191.33642578</c:v>
                </c:pt>
                <c:pt idx="91">
                  <c:v>190.43884277</c:v>
                </c:pt>
                <c:pt idx="92">
                  <c:v>190.05938721</c:v>
                </c:pt>
                <c:pt idx="93">
                  <c:v>195.60119629</c:v>
                </c:pt>
                <c:pt idx="94">
                  <c:v>194.60710144</c:v>
                </c:pt>
                <c:pt idx="95">
                  <c:v>203.25921631</c:v>
                </c:pt>
                <c:pt idx="96">
                  <c:v>204.44805908</c:v>
                </c:pt>
                <c:pt idx="97">
                  <c:v>190.3184967</c:v>
                </c:pt>
                <c:pt idx="98">
                  <c:v>191.73287964</c:v>
                </c:pt>
                <c:pt idx="99">
                  <c:v>200.68881226</c:v>
                </c:pt>
                <c:pt idx="100">
                  <c:v>193.86775208</c:v>
                </c:pt>
                <c:pt idx="101">
                  <c:v>197.78222656</c:v>
                </c:pt>
                <c:pt idx="102">
                  <c:v>193.24591064</c:v>
                </c:pt>
                <c:pt idx="103">
                  <c:v>188.45330811</c:v>
                </c:pt>
                <c:pt idx="104">
                  <c:v>200.51353455</c:v>
                </c:pt>
                <c:pt idx="105">
                  <c:v>202.307724</c:v>
                </c:pt>
                <c:pt idx="106">
                  <c:v>194.53019714</c:v>
                </c:pt>
                <c:pt idx="107">
                  <c:v>199.77740479</c:v>
                </c:pt>
                <c:pt idx="108">
                  <c:v>196.35128784</c:v>
                </c:pt>
                <c:pt idx="109">
                  <c:v>192.61566162</c:v>
                </c:pt>
                <c:pt idx="110">
                  <c:v>210.74771118</c:v>
                </c:pt>
                <c:pt idx="111">
                  <c:v>208.34597778</c:v>
                </c:pt>
                <c:pt idx="112">
                  <c:v>200.23959351</c:v>
                </c:pt>
                <c:pt idx="113">
                  <c:v>202.25946045</c:v>
                </c:pt>
                <c:pt idx="114">
                  <c:v>192.86973572</c:v>
                </c:pt>
                <c:pt idx="115">
                  <c:v>193.04473877</c:v>
                </c:pt>
                <c:pt idx="116">
                  <c:v>198.36700439</c:v>
                </c:pt>
                <c:pt idx="117">
                  <c:v>202.80699158</c:v>
                </c:pt>
                <c:pt idx="118">
                  <c:v>191.74490356</c:v>
                </c:pt>
                <c:pt idx="119">
                  <c:v>198.86303711</c:v>
                </c:pt>
                <c:pt idx="120">
                  <c:v>197.70977783</c:v>
                </c:pt>
                <c:pt idx="121">
                  <c:v>192.60643005</c:v>
                </c:pt>
                <c:pt idx="122">
                  <c:v>201.97250366</c:v>
                </c:pt>
                <c:pt idx="123">
                  <c:v>204.79702759</c:v>
                </c:pt>
                <c:pt idx="124">
                  <c:v>206.17410278</c:v>
                </c:pt>
                <c:pt idx="125">
                  <c:v>200.0965271</c:v>
                </c:pt>
                <c:pt idx="126">
                  <c:v>193.86524963</c:v>
                </c:pt>
                <c:pt idx="127">
                  <c:v>199.0970459</c:v>
                </c:pt>
                <c:pt idx="128">
                  <c:v>198.41555786</c:v>
                </c:pt>
                <c:pt idx="129">
                  <c:v>192.09231567</c:v>
                </c:pt>
                <c:pt idx="130">
                  <c:v>196.63684082</c:v>
                </c:pt>
                <c:pt idx="131">
                  <c:v>207.27857971</c:v>
                </c:pt>
                <c:pt idx="132">
                  <c:v>204.54673767</c:v>
                </c:pt>
                <c:pt idx="133">
                  <c:v>200.4941864</c:v>
                </c:pt>
                <c:pt idx="134">
                  <c:v>195.95335388</c:v>
                </c:pt>
                <c:pt idx="135">
                  <c:v>192.74249268</c:v>
                </c:pt>
                <c:pt idx="136">
                  <c:v>204.220047</c:v>
                </c:pt>
                <c:pt idx="137">
                  <c:v>195.53373718</c:v>
                </c:pt>
                <c:pt idx="138">
                  <c:v>202.26042175</c:v>
                </c:pt>
                <c:pt idx="139">
                  <c:v>196.58123779</c:v>
                </c:pt>
                <c:pt idx="140">
                  <c:v>204.11984253</c:v>
                </c:pt>
                <c:pt idx="141">
                  <c:v>209.13699341</c:v>
                </c:pt>
                <c:pt idx="142">
                  <c:v>190.33267212</c:v>
                </c:pt>
                <c:pt idx="143">
                  <c:v>196.33839417</c:v>
                </c:pt>
                <c:pt idx="144">
                  <c:v>203.94174194</c:v>
                </c:pt>
                <c:pt idx="145">
                  <c:v>201.69287109</c:v>
                </c:pt>
                <c:pt idx="146">
                  <c:v>203.74598694</c:v>
                </c:pt>
                <c:pt idx="147">
                  <c:v>196.77397156</c:v>
                </c:pt>
                <c:pt idx="148">
                  <c:v>186.79013062</c:v>
                </c:pt>
                <c:pt idx="149">
                  <c:v>195.16757202</c:v>
                </c:pt>
                <c:pt idx="150">
                  <c:v>194.17559814</c:v>
                </c:pt>
                <c:pt idx="151">
                  <c:v>206.81616211</c:v>
                </c:pt>
                <c:pt idx="152">
                  <c:v>204.22491455</c:v>
                </c:pt>
                <c:pt idx="153">
                  <c:v>191.36216736</c:v>
                </c:pt>
                <c:pt idx="154">
                  <c:v>204.33540344</c:v>
                </c:pt>
                <c:pt idx="155">
                  <c:v>194.18896484</c:v>
                </c:pt>
                <c:pt idx="156">
                  <c:v>206.06906128</c:v>
                </c:pt>
                <c:pt idx="157">
                  <c:v>199.47212219</c:v>
                </c:pt>
                <c:pt idx="158">
                  <c:v>204.04768372</c:v>
                </c:pt>
                <c:pt idx="159">
                  <c:v>199.65377808</c:v>
                </c:pt>
                <c:pt idx="160">
                  <c:v>211.55126953</c:v>
                </c:pt>
                <c:pt idx="161">
                  <c:v>199.97480774</c:v>
                </c:pt>
                <c:pt idx="162">
                  <c:v>201.59484863</c:v>
                </c:pt>
                <c:pt idx="163">
                  <c:v>192.76066589</c:v>
                </c:pt>
                <c:pt idx="164">
                  <c:v>197.7774353</c:v>
                </c:pt>
                <c:pt idx="165">
                  <c:v>205.2641449</c:v>
                </c:pt>
                <c:pt idx="166">
                  <c:v>202.59150696</c:v>
                </c:pt>
                <c:pt idx="167">
                  <c:v>204.30300903</c:v>
                </c:pt>
                <c:pt idx="168">
                  <c:v>189.86068726</c:v>
                </c:pt>
                <c:pt idx="169">
                  <c:v>198.53125</c:v>
                </c:pt>
                <c:pt idx="170">
                  <c:v>188.12818909</c:v>
                </c:pt>
                <c:pt idx="171">
                  <c:v>201.97201538</c:v>
                </c:pt>
                <c:pt idx="172">
                  <c:v>194.66082764</c:v>
                </c:pt>
                <c:pt idx="173">
                  <c:v>196.51464844</c:v>
                </c:pt>
                <c:pt idx="174">
                  <c:v>201.35562134</c:v>
                </c:pt>
                <c:pt idx="175">
                  <c:v>207.76696777</c:v>
                </c:pt>
                <c:pt idx="176">
                  <c:v>191.63369751</c:v>
                </c:pt>
                <c:pt idx="177">
                  <c:v>205.64854431</c:v>
                </c:pt>
                <c:pt idx="178">
                  <c:v>197.12487793</c:v>
                </c:pt>
                <c:pt idx="179">
                  <c:v>193.28427124</c:v>
                </c:pt>
                <c:pt idx="180">
                  <c:v>203.7989502</c:v>
                </c:pt>
                <c:pt idx="181">
                  <c:v>208.99162292</c:v>
                </c:pt>
                <c:pt idx="182">
                  <c:v>207.87153625</c:v>
                </c:pt>
                <c:pt idx="183">
                  <c:v>189.84022522</c:v>
                </c:pt>
                <c:pt idx="184">
                  <c:v>198.88145447</c:v>
                </c:pt>
                <c:pt idx="185">
                  <c:v>196.48397827</c:v>
                </c:pt>
                <c:pt idx="186">
                  <c:v>206.30865479</c:v>
                </c:pt>
                <c:pt idx="187">
                  <c:v>196.81903076</c:v>
                </c:pt>
                <c:pt idx="188">
                  <c:v>194.87460327</c:v>
                </c:pt>
                <c:pt idx="189">
                  <c:v>195.12854004</c:v>
                </c:pt>
                <c:pt idx="190">
                  <c:v>195.66195679</c:v>
                </c:pt>
                <c:pt idx="191">
                  <c:v>196.52223206</c:v>
                </c:pt>
                <c:pt idx="192">
                  <c:v>198.4042511</c:v>
                </c:pt>
                <c:pt idx="193">
                  <c:v>200.04136658</c:v>
                </c:pt>
                <c:pt idx="194">
                  <c:v>203.85983276</c:v>
                </c:pt>
                <c:pt idx="195">
                  <c:v>198.42874146</c:v>
                </c:pt>
                <c:pt idx="196">
                  <c:v>195.40814209</c:v>
                </c:pt>
                <c:pt idx="197">
                  <c:v>206.70999146</c:v>
                </c:pt>
                <c:pt idx="198">
                  <c:v>189.35710144</c:v>
                </c:pt>
                <c:pt idx="199">
                  <c:v>193.53689575</c:v>
                </c:pt>
                <c:pt idx="200">
                  <c:v>204.57748413</c:v>
                </c:pt>
                <c:pt idx="201">
                  <c:v>195.18713379</c:v>
                </c:pt>
                <c:pt idx="202">
                  <c:v>208.52359009</c:v>
                </c:pt>
                <c:pt idx="203">
                  <c:v>197.74932861</c:v>
                </c:pt>
                <c:pt idx="204">
                  <c:v>195.75871277</c:v>
                </c:pt>
                <c:pt idx="205">
                  <c:v>196.82391357</c:v>
                </c:pt>
                <c:pt idx="206">
                  <c:v>209.64544678</c:v>
                </c:pt>
                <c:pt idx="207">
                  <c:v>195.83325195</c:v>
                </c:pt>
                <c:pt idx="208">
                  <c:v>203.22341919</c:v>
                </c:pt>
                <c:pt idx="209">
                  <c:v>205.55343628</c:v>
                </c:pt>
                <c:pt idx="210">
                  <c:v>206.1804657</c:v>
                </c:pt>
                <c:pt idx="211">
                  <c:v>196.79656982</c:v>
                </c:pt>
                <c:pt idx="212">
                  <c:v>201.07260132</c:v>
                </c:pt>
                <c:pt idx="213">
                  <c:v>197.28768921</c:v>
                </c:pt>
                <c:pt idx="214">
                  <c:v>200.50280762</c:v>
                </c:pt>
                <c:pt idx="215">
                  <c:v>208.88508606</c:v>
                </c:pt>
                <c:pt idx="216">
                  <c:v>196.01013184</c:v>
                </c:pt>
                <c:pt idx="217">
                  <c:v>201.61042786</c:v>
                </c:pt>
                <c:pt idx="218">
                  <c:v>197.13619995</c:v>
                </c:pt>
                <c:pt idx="219">
                  <c:v>200.35745239</c:v>
                </c:pt>
                <c:pt idx="220">
                  <c:v>215.26908875</c:v>
                </c:pt>
                <c:pt idx="221">
                  <c:v>200.44903564</c:v>
                </c:pt>
                <c:pt idx="222">
                  <c:v>205.66592407</c:v>
                </c:pt>
                <c:pt idx="223">
                  <c:v>206.80731201</c:v>
                </c:pt>
                <c:pt idx="224">
                  <c:v>195.4594574</c:v>
                </c:pt>
                <c:pt idx="225">
                  <c:v>197.29214478</c:v>
                </c:pt>
                <c:pt idx="226">
                  <c:v>211.04396057</c:v>
                </c:pt>
                <c:pt idx="227">
                  <c:v>193.87457275</c:v>
                </c:pt>
                <c:pt idx="228">
                  <c:v>195.51647949</c:v>
                </c:pt>
                <c:pt idx="229">
                  <c:v>197.64389038</c:v>
                </c:pt>
                <c:pt idx="230">
                  <c:v>196.27070618</c:v>
                </c:pt>
                <c:pt idx="231">
                  <c:v>195.15408325</c:v>
                </c:pt>
                <c:pt idx="232">
                  <c:v>190.82052612</c:v>
                </c:pt>
                <c:pt idx="233">
                  <c:v>201.76457214</c:v>
                </c:pt>
                <c:pt idx="234">
                  <c:v>190.2039032</c:v>
                </c:pt>
                <c:pt idx="235">
                  <c:v>213.26083374</c:v>
                </c:pt>
                <c:pt idx="236">
                  <c:v>202.62002563</c:v>
                </c:pt>
                <c:pt idx="237">
                  <c:v>203.1867218</c:v>
                </c:pt>
                <c:pt idx="238">
                  <c:v>198.2449646</c:v>
                </c:pt>
                <c:pt idx="239">
                  <c:v>197.47344971</c:v>
                </c:pt>
                <c:pt idx="240">
                  <c:v>194.93902588</c:v>
                </c:pt>
                <c:pt idx="241">
                  <c:v>203.37652588</c:v>
                </c:pt>
                <c:pt idx="242">
                  <c:v>195.81350708</c:v>
                </c:pt>
                <c:pt idx="243">
                  <c:v>195.90815735</c:v>
                </c:pt>
                <c:pt idx="244">
                  <c:v>197.43508911</c:v>
                </c:pt>
                <c:pt idx="245">
                  <c:v>191.15322876</c:v>
                </c:pt>
                <c:pt idx="246">
                  <c:v>195.55529785</c:v>
                </c:pt>
                <c:pt idx="247">
                  <c:v>195.39865112</c:v>
                </c:pt>
                <c:pt idx="248">
                  <c:v>199.32202148</c:v>
                </c:pt>
                <c:pt idx="249">
                  <c:v>206.02732849</c:v>
                </c:pt>
                <c:pt idx="250">
                  <c:v>206.19151306</c:v>
                </c:pt>
                <c:pt idx="251">
                  <c:v>195.79547119</c:v>
                </c:pt>
                <c:pt idx="252">
                  <c:v>207.11787415</c:v>
                </c:pt>
                <c:pt idx="253">
                  <c:v>201.81152344</c:v>
                </c:pt>
                <c:pt idx="254">
                  <c:v>198.69491577</c:v>
                </c:pt>
                <c:pt idx="255">
                  <c:v>201.7829895</c:v>
                </c:pt>
                <c:pt idx="256">
                  <c:v>202.94271851</c:v>
                </c:pt>
                <c:pt idx="257">
                  <c:v>200.43667603</c:v>
                </c:pt>
                <c:pt idx="258">
                  <c:v>194.15731812</c:v>
                </c:pt>
                <c:pt idx="259">
                  <c:v>200.60552979</c:v>
                </c:pt>
                <c:pt idx="260">
                  <c:v>198.58535767</c:v>
                </c:pt>
                <c:pt idx="261">
                  <c:v>199.27603149</c:v>
                </c:pt>
                <c:pt idx="262">
                  <c:v>192.78778076</c:v>
                </c:pt>
                <c:pt idx="263">
                  <c:v>198.35058594</c:v>
                </c:pt>
                <c:pt idx="264">
                  <c:v>183.46401978</c:v>
                </c:pt>
                <c:pt idx="265">
                  <c:v>200.69441223</c:v>
                </c:pt>
                <c:pt idx="266">
                  <c:v>206.2820282</c:v>
                </c:pt>
                <c:pt idx="267">
                  <c:v>190.09205627</c:v>
                </c:pt>
                <c:pt idx="268">
                  <c:v>198.22299194</c:v>
                </c:pt>
                <c:pt idx="269">
                  <c:v>210.76107788</c:v>
                </c:pt>
                <c:pt idx="270">
                  <c:v>192.30155945</c:v>
                </c:pt>
                <c:pt idx="271">
                  <c:v>198.08581543</c:v>
                </c:pt>
                <c:pt idx="272">
                  <c:v>195.4254303</c:v>
                </c:pt>
                <c:pt idx="273">
                  <c:v>185.94189453</c:v>
                </c:pt>
                <c:pt idx="274">
                  <c:v>201.66958618</c:v>
                </c:pt>
                <c:pt idx="275">
                  <c:v>196.5690918</c:v>
                </c:pt>
                <c:pt idx="276">
                  <c:v>197.35777283</c:v>
                </c:pt>
                <c:pt idx="277">
                  <c:v>191.14511108</c:v>
                </c:pt>
                <c:pt idx="278">
                  <c:v>197.45458984</c:v>
                </c:pt>
                <c:pt idx="279">
                  <c:v>191.72409058</c:v>
                </c:pt>
                <c:pt idx="280">
                  <c:v>194.62619019</c:v>
                </c:pt>
                <c:pt idx="281">
                  <c:v>195.3024292</c:v>
                </c:pt>
                <c:pt idx="282">
                  <c:v>189.43209839</c:v>
                </c:pt>
                <c:pt idx="283">
                  <c:v>210.78826904</c:v>
                </c:pt>
                <c:pt idx="284">
                  <c:v>201.24142456</c:v>
                </c:pt>
                <c:pt idx="285">
                  <c:v>209.57019043</c:v>
                </c:pt>
                <c:pt idx="286">
                  <c:v>189.63769531</c:v>
                </c:pt>
                <c:pt idx="287">
                  <c:v>199.41108704</c:v>
                </c:pt>
                <c:pt idx="288">
                  <c:v>197.98805237</c:v>
                </c:pt>
                <c:pt idx="289">
                  <c:v>195.89337158</c:v>
                </c:pt>
                <c:pt idx="290">
                  <c:v>197.58145142</c:v>
                </c:pt>
                <c:pt idx="291">
                  <c:v>191.80177307</c:v>
                </c:pt>
                <c:pt idx="292">
                  <c:v>203.76901245</c:v>
                </c:pt>
                <c:pt idx="293">
                  <c:v>211.31019592</c:v>
                </c:pt>
                <c:pt idx="294">
                  <c:v>191.33248901</c:v>
                </c:pt>
                <c:pt idx="295">
                  <c:v>188.3243103</c:v>
                </c:pt>
                <c:pt idx="296">
                  <c:v>200.89788818</c:v>
                </c:pt>
                <c:pt idx="297">
                  <c:v>185.47543335</c:v>
                </c:pt>
                <c:pt idx="298">
                  <c:v>197.55212402</c:v>
                </c:pt>
                <c:pt idx="299">
                  <c:v>195.14982605</c:v>
                </c:pt>
                <c:pt idx="300">
                  <c:v>193.12826538</c:v>
                </c:pt>
                <c:pt idx="301">
                  <c:v>199.0247345</c:v>
                </c:pt>
                <c:pt idx="302">
                  <c:v>189.03704834</c:v>
                </c:pt>
                <c:pt idx="303">
                  <c:v>196.03036499</c:v>
                </c:pt>
                <c:pt idx="304">
                  <c:v>197.05856323</c:v>
                </c:pt>
                <c:pt idx="305">
                  <c:v>195.4871521</c:v>
                </c:pt>
                <c:pt idx="306">
                  <c:v>188.73078918</c:v>
                </c:pt>
                <c:pt idx="307">
                  <c:v>197.41096497</c:v>
                </c:pt>
                <c:pt idx="308">
                  <c:v>204.04348755</c:v>
                </c:pt>
                <c:pt idx="309">
                  <c:v>196.878479</c:v>
                </c:pt>
                <c:pt idx="310">
                  <c:v>207.07356262</c:v>
                </c:pt>
                <c:pt idx="311">
                  <c:v>207.6350708</c:v>
                </c:pt>
                <c:pt idx="312">
                  <c:v>197.57582092</c:v>
                </c:pt>
                <c:pt idx="313">
                  <c:v>186.20597839</c:v>
                </c:pt>
                <c:pt idx="314">
                  <c:v>202.17453003</c:v>
                </c:pt>
                <c:pt idx="315">
                  <c:v>199.69995117</c:v>
                </c:pt>
                <c:pt idx="316">
                  <c:v>182.28591919</c:v>
                </c:pt>
                <c:pt idx="317">
                  <c:v>197.72097778</c:v>
                </c:pt>
                <c:pt idx="318">
                  <c:v>191.59869385</c:v>
                </c:pt>
                <c:pt idx="319">
                  <c:v>200.88043213</c:v>
                </c:pt>
                <c:pt idx="320">
                  <c:v>200.7348938</c:v>
                </c:pt>
                <c:pt idx="321">
                  <c:v>198.4303894</c:v>
                </c:pt>
                <c:pt idx="322">
                  <c:v>190.87826538</c:v>
                </c:pt>
                <c:pt idx="323">
                  <c:v>205.59036255</c:v>
                </c:pt>
                <c:pt idx="324">
                  <c:v>196.50273132</c:v>
                </c:pt>
                <c:pt idx="325">
                  <c:v>191.85519409</c:v>
                </c:pt>
                <c:pt idx="326">
                  <c:v>188.95352173</c:v>
                </c:pt>
                <c:pt idx="327">
                  <c:v>207.55247498</c:v>
                </c:pt>
                <c:pt idx="328">
                  <c:v>186.37492371</c:v>
                </c:pt>
                <c:pt idx="329">
                  <c:v>209.33816528</c:v>
                </c:pt>
                <c:pt idx="330">
                  <c:v>204.76570129</c:v>
                </c:pt>
                <c:pt idx="331">
                  <c:v>190.82373047</c:v>
                </c:pt>
                <c:pt idx="332">
                  <c:v>195.91593933</c:v>
                </c:pt>
                <c:pt idx="333">
                  <c:v>187.68060303</c:v>
                </c:pt>
                <c:pt idx="334">
                  <c:v>201.78027344</c:v>
                </c:pt>
                <c:pt idx="335">
                  <c:v>192.31680298</c:v>
                </c:pt>
                <c:pt idx="336">
                  <c:v>192.10217285</c:v>
                </c:pt>
                <c:pt idx="337">
                  <c:v>196.82525635</c:v>
                </c:pt>
                <c:pt idx="338">
                  <c:v>184.1477356</c:v>
                </c:pt>
                <c:pt idx="339">
                  <c:v>203.32479858</c:v>
                </c:pt>
                <c:pt idx="340">
                  <c:v>193.7940979</c:v>
                </c:pt>
                <c:pt idx="341">
                  <c:v>207.95910645</c:v>
                </c:pt>
                <c:pt idx="342">
                  <c:v>193.00961304</c:v>
                </c:pt>
                <c:pt idx="343">
                  <c:v>195.11328125</c:v>
                </c:pt>
                <c:pt idx="344">
                  <c:v>199.20709229</c:v>
                </c:pt>
                <c:pt idx="345">
                  <c:v>198.77581787</c:v>
                </c:pt>
                <c:pt idx="346">
                  <c:v>211.22065735</c:v>
                </c:pt>
                <c:pt idx="347">
                  <c:v>194.15229797</c:v>
                </c:pt>
                <c:pt idx="348">
                  <c:v>208.9004364</c:v>
                </c:pt>
                <c:pt idx="349">
                  <c:v>206.8240509</c:v>
                </c:pt>
                <c:pt idx="350">
                  <c:v>192.64416504</c:v>
                </c:pt>
                <c:pt idx="351">
                  <c:v>190.66418457</c:v>
                </c:pt>
                <c:pt idx="352">
                  <c:v>196.73239136</c:v>
                </c:pt>
                <c:pt idx="353">
                  <c:v>205.54318237</c:v>
                </c:pt>
                <c:pt idx="354">
                  <c:v>201.84817505</c:v>
                </c:pt>
                <c:pt idx="355">
                  <c:v>198.54870605</c:v>
                </c:pt>
                <c:pt idx="356">
                  <c:v>189.35272217</c:v>
                </c:pt>
                <c:pt idx="357">
                  <c:v>195.99415588</c:v>
                </c:pt>
                <c:pt idx="358">
                  <c:v>195.0289917</c:v>
                </c:pt>
                <c:pt idx="359">
                  <c:v>204.90982056</c:v>
                </c:pt>
                <c:pt idx="360">
                  <c:v>199.22314453</c:v>
                </c:pt>
                <c:pt idx="361">
                  <c:v>203.12149048</c:v>
                </c:pt>
                <c:pt idx="362">
                  <c:v>191.16864014</c:v>
                </c:pt>
                <c:pt idx="363">
                  <c:v>199.54779053</c:v>
                </c:pt>
                <c:pt idx="364">
                  <c:v>190.37240601</c:v>
                </c:pt>
                <c:pt idx="365">
                  <c:v>191.32469177</c:v>
                </c:pt>
                <c:pt idx="366">
                  <c:v>195.76367188</c:v>
                </c:pt>
                <c:pt idx="367">
                  <c:v>202.46098328</c:v>
                </c:pt>
                <c:pt idx="368">
                  <c:v>202.87504578</c:v>
                </c:pt>
                <c:pt idx="369">
                  <c:v>199.89077759</c:v>
                </c:pt>
                <c:pt idx="370">
                  <c:v>202.18193054</c:v>
                </c:pt>
                <c:pt idx="371">
                  <c:v>203.22746277</c:v>
                </c:pt>
                <c:pt idx="372">
                  <c:v>197.20922852</c:v>
                </c:pt>
                <c:pt idx="373">
                  <c:v>201.11569214</c:v>
                </c:pt>
                <c:pt idx="374">
                  <c:v>185.45629883</c:v>
                </c:pt>
                <c:pt idx="375">
                  <c:v>187.90223694</c:v>
                </c:pt>
                <c:pt idx="376">
                  <c:v>181.10394287</c:v>
                </c:pt>
                <c:pt idx="377">
                  <c:v>205.9118042</c:v>
                </c:pt>
                <c:pt idx="378">
                  <c:v>206.97229004</c:v>
                </c:pt>
                <c:pt idx="379">
                  <c:v>191.11177063</c:v>
                </c:pt>
                <c:pt idx="380">
                  <c:v>196.05575562</c:v>
                </c:pt>
                <c:pt idx="381">
                  <c:v>186.11810303</c:v>
                </c:pt>
                <c:pt idx="382">
                  <c:v>197.79766846</c:v>
                </c:pt>
                <c:pt idx="383">
                  <c:v>198.79870605</c:v>
                </c:pt>
                <c:pt idx="384">
                  <c:v>194.26889038</c:v>
                </c:pt>
                <c:pt idx="385">
                  <c:v>201.21290588</c:v>
                </c:pt>
                <c:pt idx="386">
                  <c:v>194.54174805</c:v>
                </c:pt>
                <c:pt idx="387">
                  <c:v>195.98477173</c:v>
                </c:pt>
                <c:pt idx="388">
                  <c:v>185.3004303</c:v>
                </c:pt>
                <c:pt idx="389">
                  <c:v>198.21975708</c:v>
                </c:pt>
                <c:pt idx="390">
                  <c:v>198.49714661</c:v>
                </c:pt>
                <c:pt idx="391">
                  <c:v>195.92730713</c:v>
                </c:pt>
                <c:pt idx="392">
                  <c:v>200.55728149</c:v>
                </c:pt>
                <c:pt idx="393">
                  <c:v>198.49658203</c:v>
                </c:pt>
                <c:pt idx="394">
                  <c:v>202.17735291</c:v>
                </c:pt>
                <c:pt idx="395">
                  <c:v>195.08135986</c:v>
                </c:pt>
                <c:pt idx="396">
                  <c:v>190.68887329</c:v>
                </c:pt>
                <c:pt idx="397">
                  <c:v>180.80169678</c:v>
                </c:pt>
                <c:pt idx="398">
                  <c:v>193.22793579</c:v>
                </c:pt>
                <c:pt idx="399">
                  <c:v>204.86228943</c:v>
                </c:pt>
                <c:pt idx="400">
                  <c:v>196.40457153</c:v>
                </c:pt>
                <c:pt idx="401">
                  <c:v>201.11296082</c:v>
                </c:pt>
                <c:pt idx="402">
                  <c:v>199.4569397</c:v>
                </c:pt>
                <c:pt idx="403">
                  <c:v>202.63247681</c:v>
                </c:pt>
                <c:pt idx="404">
                  <c:v>188.19065857</c:v>
                </c:pt>
                <c:pt idx="405">
                  <c:v>205.23912048</c:v>
                </c:pt>
                <c:pt idx="406">
                  <c:v>192.92211914</c:v>
                </c:pt>
                <c:pt idx="407">
                  <c:v>208.84579468</c:v>
                </c:pt>
                <c:pt idx="408">
                  <c:v>195.67999268</c:v>
                </c:pt>
                <c:pt idx="409">
                  <c:v>193.16342163</c:v>
                </c:pt>
                <c:pt idx="410">
                  <c:v>201.69000244</c:v>
                </c:pt>
                <c:pt idx="411">
                  <c:v>196.46008301</c:v>
                </c:pt>
                <c:pt idx="412">
                  <c:v>194.57217407</c:v>
                </c:pt>
                <c:pt idx="413">
                  <c:v>197.5193634</c:v>
                </c:pt>
                <c:pt idx="414">
                  <c:v>205.15625</c:v>
                </c:pt>
                <c:pt idx="415">
                  <c:v>194.63076782</c:v>
                </c:pt>
                <c:pt idx="416">
                  <c:v>192.98132324</c:v>
                </c:pt>
                <c:pt idx="417">
                  <c:v>189.36521912</c:v>
                </c:pt>
                <c:pt idx="418">
                  <c:v>194.52888489</c:v>
                </c:pt>
                <c:pt idx="419">
                  <c:v>188.32427979</c:v>
                </c:pt>
                <c:pt idx="420">
                  <c:v>198.41607666</c:v>
                </c:pt>
                <c:pt idx="421">
                  <c:v>194.40129089</c:v>
                </c:pt>
                <c:pt idx="422">
                  <c:v>198.37554932</c:v>
                </c:pt>
                <c:pt idx="423">
                  <c:v>182.48756409</c:v>
                </c:pt>
                <c:pt idx="424">
                  <c:v>202.82167053</c:v>
                </c:pt>
                <c:pt idx="425">
                  <c:v>195.6709137</c:v>
                </c:pt>
                <c:pt idx="426">
                  <c:v>201.82800293</c:v>
                </c:pt>
                <c:pt idx="427">
                  <c:v>192.69937134</c:v>
                </c:pt>
                <c:pt idx="428">
                  <c:v>201.46307373</c:v>
                </c:pt>
                <c:pt idx="429">
                  <c:v>201.25384521</c:v>
                </c:pt>
                <c:pt idx="430">
                  <c:v>197.97361755</c:v>
                </c:pt>
                <c:pt idx="431">
                  <c:v>198.27182007</c:v>
                </c:pt>
                <c:pt idx="432">
                  <c:v>191.61688232</c:v>
                </c:pt>
                <c:pt idx="433">
                  <c:v>206.34338379</c:v>
                </c:pt>
                <c:pt idx="434">
                  <c:v>195.08639526</c:v>
                </c:pt>
                <c:pt idx="435">
                  <c:v>204.52650452</c:v>
                </c:pt>
                <c:pt idx="436">
                  <c:v>196.91584778</c:v>
                </c:pt>
                <c:pt idx="437">
                  <c:v>198.89480591</c:v>
                </c:pt>
                <c:pt idx="438">
                  <c:v>190.05601501</c:v>
                </c:pt>
                <c:pt idx="439">
                  <c:v>191.29928589</c:v>
                </c:pt>
                <c:pt idx="440">
                  <c:v>196.67279053</c:v>
                </c:pt>
                <c:pt idx="441">
                  <c:v>203.61901855</c:v>
                </c:pt>
                <c:pt idx="442">
                  <c:v>201.47790527</c:v>
                </c:pt>
                <c:pt idx="443">
                  <c:v>189.06767273</c:v>
                </c:pt>
                <c:pt idx="444">
                  <c:v>196.73001099</c:v>
                </c:pt>
                <c:pt idx="445">
                  <c:v>195.66172791</c:v>
                </c:pt>
                <c:pt idx="446">
                  <c:v>192.29573059</c:v>
                </c:pt>
                <c:pt idx="447">
                  <c:v>198.07952881</c:v>
                </c:pt>
                <c:pt idx="448">
                  <c:v>199.54978943</c:v>
                </c:pt>
                <c:pt idx="449">
                  <c:v>187.55331421</c:v>
                </c:pt>
                <c:pt idx="450">
                  <c:v>194.02796936</c:v>
                </c:pt>
                <c:pt idx="451">
                  <c:v>190.51150513</c:v>
                </c:pt>
                <c:pt idx="452">
                  <c:v>190.98919678</c:v>
                </c:pt>
                <c:pt idx="453">
                  <c:v>191.12744141</c:v>
                </c:pt>
                <c:pt idx="454">
                  <c:v>194.92070007</c:v>
                </c:pt>
                <c:pt idx="455">
                  <c:v>186.29881287</c:v>
                </c:pt>
                <c:pt idx="456">
                  <c:v>203.91162109</c:v>
                </c:pt>
                <c:pt idx="457">
                  <c:v>194.00634766</c:v>
                </c:pt>
                <c:pt idx="458">
                  <c:v>198.98730469</c:v>
                </c:pt>
                <c:pt idx="459">
                  <c:v>192.21846008</c:v>
                </c:pt>
                <c:pt idx="460">
                  <c:v>189.57621765</c:v>
                </c:pt>
                <c:pt idx="461">
                  <c:v>198.43084717</c:v>
                </c:pt>
                <c:pt idx="462">
                  <c:v>189.95777893</c:v>
                </c:pt>
                <c:pt idx="463">
                  <c:v>186.25616455</c:v>
                </c:pt>
                <c:pt idx="464">
                  <c:v>190.13543701</c:v>
                </c:pt>
                <c:pt idx="465">
                  <c:v>193.73454285</c:v>
                </c:pt>
                <c:pt idx="466">
                  <c:v>195.72671509</c:v>
                </c:pt>
                <c:pt idx="467">
                  <c:v>197.89950562</c:v>
                </c:pt>
                <c:pt idx="468">
                  <c:v>202.83029175</c:v>
                </c:pt>
                <c:pt idx="469">
                  <c:v>190.69403076</c:v>
                </c:pt>
                <c:pt idx="470">
                  <c:v>199.97470093</c:v>
                </c:pt>
                <c:pt idx="471">
                  <c:v>199.72970581</c:v>
                </c:pt>
                <c:pt idx="472">
                  <c:v>185.80973816</c:v>
                </c:pt>
                <c:pt idx="473">
                  <c:v>206.00146484</c:v>
                </c:pt>
                <c:pt idx="474">
                  <c:v>194.83184814</c:v>
                </c:pt>
                <c:pt idx="475">
                  <c:v>189.8651123</c:v>
                </c:pt>
                <c:pt idx="476">
                  <c:v>194.03230286</c:v>
                </c:pt>
                <c:pt idx="477">
                  <c:v>198.77464294</c:v>
                </c:pt>
                <c:pt idx="478">
                  <c:v>201.51403809</c:v>
                </c:pt>
                <c:pt idx="479">
                  <c:v>189.08303833</c:v>
                </c:pt>
                <c:pt idx="480">
                  <c:v>190.65179443</c:v>
                </c:pt>
                <c:pt idx="481">
                  <c:v>179.60507202</c:v>
                </c:pt>
                <c:pt idx="482">
                  <c:v>192.35058594</c:v>
                </c:pt>
                <c:pt idx="483">
                  <c:v>193.95100403</c:v>
                </c:pt>
                <c:pt idx="484">
                  <c:v>193.07284546</c:v>
                </c:pt>
                <c:pt idx="485">
                  <c:v>197.09613037</c:v>
                </c:pt>
                <c:pt idx="486">
                  <c:v>198.55677795</c:v>
                </c:pt>
                <c:pt idx="487">
                  <c:v>191.45530701</c:v>
                </c:pt>
                <c:pt idx="488">
                  <c:v>207.78486633</c:v>
                </c:pt>
                <c:pt idx="489">
                  <c:v>191.75924683</c:v>
                </c:pt>
                <c:pt idx="490">
                  <c:v>187.7989502</c:v>
                </c:pt>
                <c:pt idx="491">
                  <c:v>191.72680664</c:v>
                </c:pt>
                <c:pt idx="492">
                  <c:v>193.84686279</c:v>
                </c:pt>
                <c:pt idx="493">
                  <c:v>194.54266357</c:v>
                </c:pt>
                <c:pt idx="494">
                  <c:v>198.80133057</c:v>
                </c:pt>
                <c:pt idx="495">
                  <c:v>182.59820557</c:v>
                </c:pt>
                <c:pt idx="496">
                  <c:v>187.83651733</c:v>
                </c:pt>
                <c:pt idx="497">
                  <c:v>194.67662048</c:v>
                </c:pt>
                <c:pt idx="498">
                  <c:v>181.2414856</c:v>
                </c:pt>
                <c:pt idx="499">
                  <c:v>195.21330261</c:v>
                </c:pt>
                <c:pt idx="500">
                  <c:v>190.83282471</c:v>
                </c:pt>
                <c:pt idx="501">
                  <c:v>189.05265808</c:v>
                </c:pt>
                <c:pt idx="502">
                  <c:v>172.61276245</c:v>
                </c:pt>
                <c:pt idx="503">
                  <c:v>192.07485962</c:v>
                </c:pt>
                <c:pt idx="504">
                  <c:v>197.68148804</c:v>
                </c:pt>
                <c:pt idx="505">
                  <c:v>188.94676208</c:v>
                </c:pt>
                <c:pt idx="506">
                  <c:v>189.28858948</c:v>
                </c:pt>
                <c:pt idx="507">
                  <c:v>193.40219116</c:v>
                </c:pt>
                <c:pt idx="508">
                  <c:v>205.2980957</c:v>
                </c:pt>
                <c:pt idx="509">
                  <c:v>191.09960938</c:v>
                </c:pt>
                <c:pt idx="510">
                  <c:v>193.44882202</c:v>
                </c:pt>
                <c:pt idx="511">
                  <c:v>185.93635559</c:v>
                </c:pt>
                <c:pt idx="512">
                  <c:v>192.54547119</c:v>
                </c:pt>
                <c:pt idx="513">
                  <c:v>186.36383057</c:v>
                </c:pt>
                <c:pt idx="514">
                  <c:v>183.8938446</c:v>
                </c:pt>
                <c:pt idx="515">
                  <c:v>175.38653564</c:v>
                </c:pt>
                <c:pt idx="516">
                  <c:v>200.8679657</c:v>
                </c:pt>
                <c:pt idx="517">
                  <c:v>201.91783142</c:v>
                </c:pt>
                <c:pt idx="518">
                  <c:v>198.34033203</c:v>
                </c:pt>
                <c:pt idx="519">
                  <c:v>192.48735046</c:v>
                </c:pt>
                <c:pt idx="520">
                  <c:v>191.74810791</c:v>
                </c:pt>
                <c:pt idx="521">
                  <c:v>194.75413513</c:v>
                </c:pt>
                <c:pt idx="522">
                  <c:v>188.06710815</c:v>
                </c:pt>
                <c:pt idx="523">
                  <c:v>195.62759399</c:v>
                </c:pt>
                <c:pt idx="524">
                  <c:v>199.48251343</c:v>
                </c:pt>
                <c:pt idx="525">
                  <c:v>186.25012207</c:v>
                </c:pt>
                <c:pt idx="526">
                  <c:v>198.51339722</c:v>
                </c:pt>
                <c:pt idx="527">
                  <c:v>195.44406128</c:v>
                </c:pt>
                <c:pt idx="528">
                  <c:v>192.99716187</c:v>
                </c:pt>
                <c:pt idx="529">
                  <c:v>189.73246765</c:v>
                </c:pt>
                <c:pt idx="530">
                  <c:v>192.80755615</c:v>
                </c:pt>
                <c:pt idx="531">
                  <c:v>190.84675598</c:v>
                </c:pt>
                <c:pt idx="532">
                  <c:v>182.03204346</c:v>
                </c:pt>
                <c:pt idx="533">
                  <c:v>190.04083252</c:v>
                </c:pt>
                <c:pt idx="534">
                  <c:v>198.18127441</c:v>
                </c:pt>
                <c:pt idx="535">
                  <c:v>192.31539917</c:v>
                </c:pt>
                <c:pt idx="536">
                  <c:v>192.11816406</c:v>
                </c:pt>
                <c:pt idx="537">
                  <c:v>192.49606323</c:v>
                </c:pt>
                <c:pt idx="538">
                  <c:v>192.91584778</c:v>
                </c:pt>
                <c:pt idx="539">
                  <c:v>187.42514038</c:v>
                </c:pt>
                <c:pt idx="540">
                  <c:v>195.50610352</c:v>
                </c:pt>
                <c:pt idx="541">
                  <c:v>199.50021362</c:v>
                </c:pt>
                <c:pt idx="542">
                  <c:v>197.67990112</c:v>
                </c:pt>
                <c:pt idx="543">
                  <c:v>194.51306152</c:v>
                </c:pt>
                <c:pt idx="544">
                  <c:v>194.99440002</c:v>
                </c:pt>
                <c:pt idx="545">
                  <c:v>189.68881226</c:v>
                </c:pt>
                <c:pt idx="546">
                  <c:v>190.59298706</c:v>
                </c:pt>
                <c:pt idx="547">
                  <c:v>182.48878479</c:v>
                </c:pt>
                <c:pt idx="548">
                  <c:v>194.91726685</c:v>
                </c:pt>
                <c:pt idx="549">
                  <c:v>192.54229736</c:v>
                </c:pt>
                <c:pt idx="550">
                  <c:v>190.94979858</c:v>
                </c:pt>
                <c:pt idx="551">
                  <c:v>194.9118042</c:v>
                </c:pt>
                <c:pt idx="552">
                  <c:v>191.60934448</c:v>
                </c:pt>
                <c:pt idx="553">
                  <c:v>189.70083618</c:v>
                </c:pt>
                <c:pt idx="554">
                  <c:v>193.77490234</c:v>
                </c:pt>
                <c:pt idx="555">
                  <c:v>188.53607178</c:v>
                </c:pt>
                <c:pt idx="556">
                  <c:v>184.2580719</c:v>
                </c:pt>
                <c:pt idx="557">
                  <c:v>199.82046509</c:v>
                </c:pt>
                <c:pt idx="558">
                  <c:v>203.06819153</c:v>
                </c:pt>
                <c:pt idx="559">
                  <c:v>192.25515747</c:v>
                </c:pt>
                <c:pt idx="560">
                  <c:v>187.83676147</c:v>
                </c:pt>
                <c:pt idx="561">
                  <c:v>191.38769531</c:v>
                </c:pt>
                <c:pt idx="562">
                  <c:v>200.21438599</c:v>
                </c:pt>
                <c:pt idx="563">
                  <c:v>188.42158508</c:v>
                </c:pt>
                <c:pt idx="564">
                  <c:v>194.82847595</c:v>
                </c:pt>
                <c:pt idx="565">
                  <c:v>204.81182861</c:v>
                </c:pt>
                <c:pt idx="566">
                  <c:v>190.73680115</c:v>
                </c:pt>
                <c:pt idx="567">
                  <c:v>193.30836487</c:v>
                </c:pt>
                <c:pt idx="568">
                  <c:v>199.44393921</c:v>
                </c:pt>
                <c:pt idx="569">
                  <c:v>189.25688171</c:v>
                </c:pt>
                <c:pt idx="570">
                  <c:v>191.03874207</c:v>
                </c:pt>
                <c:pt idx="571">
                  <c:v>198.83413696</c:v>
                </c:pt>
                <c:pt idx="572">
                  <c:v>181.41278076</c:v>
                </c:pt>
                <c:pt idx="573">
                  <c:v>191.88861084</c:v>
                </c:pt>
                <c:pt idx="574">
                  <c:v>184.75823975</c:v>
                </c:pt>
                <c:pt idx="575">
                  <c:v>195.85559082</c:v>
                </c:pt>
                <c:pt idx="576">
                  <c:v>190.08514404</c:v>
                </c:pt>
                <c:pt idx="577">
                  <c:v>201.37142944</c:v>
                </c:pt>
                <c:pt idx="578">
                  <c:v>191.90475464</c:v>
                </c:pt>
                <c:pt idx="579">
                  <c:v>182.61480713</c:v>
                </c:pt>
                <c:pt idx="580">
                  <c:v>197.02661133</c:v>
                </c:pt>
                <c:pt idx="581">
                  <c:v>190.08346558</c:v>
                </c:pt>
                <c:pt idx="582">
                  <c:v>183.78213501</c:v>
                </c:pt>
                <c:pt idx="583">
                  <c:v>191.53393555</c:v>
                </c:pt>
                <c:pt idx="584">
                  <c:v>184.36218262</c:v>
                </c:pt>
                <c:pt idx="585">
                  <c:v>182.82876587</c:v>
                </c:pt>
                <c:pt idx="586">
                  <c:v>196.39042664</c:v>
                </c:pt>
                <c:pt idx="587">
                  <c:v>197.43707275</c:v>
                </c:pt>
                <c:pt idx="588">
                  <c:v>192.04870605</c:v>
                </c:pt>
                <c:pt idx="589">
                  <c:v>194.45809937</c:v>
                </c:pt>
                <c:pt idx="590">
                  <c:v>194.0788269</c:v>
                </c:pt>
                <c:pt idx="591">
                  <c:v>195.71087646</c:v>
                </c:pt>
                <c:pt idx="592">
                  <c:v>195.81074524</c:v>
                </c:pt>
                <c:pt idx="593">
                  <c:v>195.63703918</c:v>
                </c:pt>
                <c:pt idx="594">
                  <c:v>194.48123169</c:v>
                </c:pt>
                <c:pt idx="595">
                  <c:v>204.84086609</c:v>
                </c:pt>
                <c:pt idx="596">
                  <c:v>186.32217407</c:v>
                </c:pt>
                <c:pt idx="597">
                  <c:v>201.3462677</c:v>
                </c:pt>
                <c:pt idx="598">
                  <c:v>198.10957336</c:v>
                </c:pt>
                <c:pt idx="599">
                  <c:v>196.62832642</c:v>
                </c:pt>
                <c:pt idx="600">
                  <c:v>193.24537659</c:v>
                </c:pt>
                <c:pt idx="601">
                  <c:v>187.6857605</c:v>
                </c:pt>
                <c:pt idx="602">
                  <c:v>201.27346802</c:v>
                </c:pt>
                <c:pt idx="603">
                  <c:v>180.92431641</c:v>
                </c:pt>
                <c:pt idx="604">
                  <c:v>187.93170166</c:v>
                </c:pt>
                <c:pt idx="605">
                  <c:v>196.30158997</c:v>
                </c:pt>
                <c:pt idx="606">
                  <c:v>183.14303589</c:v>
                </c:pt>
                <c:pt idx="607">
                  <c:v>181.58888245</c:v>
                </c:pt>
                <c:pt idx="608">
                  <c:v>192.77250671</c:v>
                </c:pt>
                <c:pt idx="609">
                  <c:v>193.48321533</c:v>
                </c:pt>
                <c:pt idx="610">
                  <c:v>192.80334473</c:v>
                </c:pt>
                <c:pt idx="611">
                  <c:v>197.41687012</c:v>
                </c:pt>
                <c:pt idx="612">
                  <c:v>185.53469849</c:v>
                </c:pt>
                <c:pt idx="613">
                  <c:v>187.63693237</c:v>
                </c:pt>
                <c:pt idx="614">
                  <c:v>199.42222595</c:v>
                </c:pt>
                <c:pt idx="615">
                  <c:v>182.72802734</c:v>
                </c:pt>
                <c:pt idx="616">
                  <c:v>198.70718384</c:v>
                </c:pt>
                <c:pt idx="617">
                  <c:v>189.09997559</c:v>
                </c:pt>
                <c:pt idx="618">
                  <c:v>185.0140686</c:v>
                </c:pt>
                <c:pt idx="619">
                  <c:v>203.72525024</c:v>
                </c:pt>
                <c:pt idx="620">
                  <c:v>186.66014099</c:v>
                </c:pt>
                <c:pt idx="621">
                  <c:v>182.24905396</c:v>
                </c:pt>
                <c:pt idx="622">
                  <c:v>179.97161865</c:v>
                </c:pt>
                <c:pt idx="623">
                  <c:v>196.695755</c:v>
                </c:pt>
                <c:pt idx="624">
                  <c:v>190.24511719</c:v>
                </c:pt>
                <c:pt idx="625">
                  <c:v>184.30740356</c:v>
                </c:pt>
                <c:pt idx="626">
                  <c:v>186.88604736</c:v>
                </c:pt>
                <c:pt idx="627">
                  <c:v>191.90136719</c:v>
                </c:pt>
                <c:pt idx="628">
                  <c:v>192.60879517</c:v>
                </c:pt>
                <c:pt idx="629">
                  <c:v>181.12207031</c:v>
                </c:pt>
                <c:pt idx="630">
                  <c:v>196.54426575</c:v>
                </c:pt>
                <c:pt idx="631">
                  <c:v>197.29884338</c:v>
                </c:pt>
                <c:pt idx="632">
                  <c:v>190.99662781</c:v>
                </c:pt>
                <c:pt idx="633">
                  <c:v>193.75787354</c:v>
                </c:pt>
                <c:pt idx="634">
                  <c:v>196.12811279</c:v>
                </c:pt>
                <c:pt idx="635">
                  <c:v>199.4967804</c:v>
                </c:pt>
                <c:pt idx="636">
                  <c:v>182.16955566</c:v>
                </c:pt>
                <c:pt idx="637">
                  <c:v>193.87185669</c:v>
                </c:pt>
                <c:pt idx="638">
                  <c:v>187.92573547</c:v>
                </c:pt>
                <c:pt idx="639">
                  <c:v>194.89276123</c:v>
                </c:pt>
                <c:pt idx="640">
                  <c:v>192.70581055</c:v>
                </c:pt>
                <c:pt idx="641">
                  <c:v>207.43670654</c:v>
                </c:pt>
                <c:pt idx="642">
                  <c:v>193.65657043</c:v>
                </c:pt>
                <c:pt idx="643">
                  <c:v>188.31881714</c:v>
                </c:pt>
                <c:pt idx="644">
                  <c:v>194.75906372</c:v>
                </c:pt>
                <c:pt idx="645">
                  <c:v>199.90249634</c:v>
                </c:pt>
                <c:pt idx="646">
                  <c:v>188.71862793</c:v>
                </c:pt>
                <c:pt idx="647">
                  <c:v>195.61956787</c:v>
                </c:pt>
                <c:pt idx="648">
                  <c:v>203.92660522</c:v>
                </c:pt>
                <c:pt idx="649">
                  <c:v>193.192276</c:v>
                </c:pt>
                <c:pt idx="650">
                  <c:v>186.34750366</c:v>
                </c:pt>
                <c:pt idx="651">
                  <c:v>193.28030396</c:v>
                </c:pt>
                <c:pt idx="652">
                  <c:v>190.39916992</c:v>
                </c:pt>
                <c:pt idx="653">
                  <c:v>196.22529602</c:v>
                </c:pt>
                <c:pt idx="654">
                  <c:v>196.09378052</c:v>
                </c:pt>
                <c:pt idx="655">
                  <c:v>193.44358826</c:v>
                </c:pt>
                <c:pt idx="656">
                  <c:v>187.88928223</c:v>
                </c:pt>
                <c:pt idx="657">
                  <c:v>186.34417725</c:v>
                </c:pt>
                <c:pt idx="658">
                  <c:v>199.07746887</c:v>
                </c:pt>
                <c:pt idx="659">
                  <c:v>179.60595703</c:v>
                </c:pt>
                <c:pt idx="660">
                  <c:v>200.0473938</c:v>
                </c:pt>
                <c:pt idx="661">
                  <c:v>196.55718994</c:v>
                </c:pt>
                <c:pt idx="662">
                  <c:v>198.03105164</c:v>
                </c:pt>
                <c:pt idx="663">
                  <c:v>198.20343018</c:v>
                </c:pt>
                <c:pt idx="664">
                  <c:v>206.59216309</c:v>
                </c:pt>
                <c:pt idx="665">
                  <c:v>186.9619751</c:v>
                </c:pt>
                <c:pt idx="666">
                  <c:v>189.30944824</c:v>
                </c:pt>
                <c:pt idx="667">
                  <c:v>185.44616699</c:v>
                </c:pt>
                <c:pt idx="668">
                  <c:v>188.88047791</c:v>
                </c:pt>
                <c:pt idx="669">
                  <c:v>197.20303345</c:v>
                </c:pt>
                <c:pt idx="670">
                  <c:v>191.686203</c:v>
                </c:pt>
                <c:pt idx="671">
                  <c:v>193.29367065</c:v>
                </c:pt>
                <c:pt idx="672">
                  <c:v>197.37069702</c:v>
                </c:pt>
                <c:pt idx="673">
                  <c:v>188.15682983</c:v>
                </c:pt>
                <c:pt idx="674">
                  <c:v>195.60972595</c:v>
                </c:pt>
                <c:pt idx="675">
                  <c:v>189.26455688</c:v>
                </c:pt>
                <c:pt idx="676">
                  <c:v>200.34016418</c:v>
                </c:pt>
                <c:pt idx="677">
                  <c:v>191.43768311</c:v>
                </c:pt>
                <c:pt idx="678">
                  <c:v>190.62232971</c:v>
                </c:pt>
                <c:pt idx="679">
                  <c:v>191.92066956</c:v>
                </c:pt>
                <c:pt idx="680">
                  <c:v>190.00436401</c:v>
                </c:pt>
                <c:pt idx="681">
                  <c:v>190.8600769</c:v>
                </c:pt>
                <c:pt idx="682">
                  <c:v>191.56591797</c:v>
                </c:pt>
                <c:pt idx="683">
                  <c:v>189.92437744</c:v>
                </c:pt>
                <c:pt idx="684">
                  <c:v>183.42407227</c:v>
                </c:pt>
                <c:pt idx="685">
                  <c:v>183.70758057</c:v>
                </c:pt>
                <c:pt idx="686">
                  <c:v>197.6496582</c:v>
                </c:pt>
                <c:pt idx="687">
                  <c:v>194.41371155</c:v>
                </c:pt>
                <c:pt idx="688">
                  <c:v>190.1577301</c:v>
                </c:pt>
                <c:pt idx="689">
                  <c:v>193.60812378</c:v>
                </c:pt>
                <c:pt idx="690">
                  <c:v>192.45407104</c:v>
                </c:pt>
                <c:pt idx="691">
                  <c:v>192.54925537</c:v>
                </c:pt>
                <c:pt idx="692">
                  <c:v>192.38632202</c:v>
                </c:pt>
                <c:pt idx="693">
                  <c:v>177.57009888</c:v>
                </c:pt>
                <c:pt idx="694">
                  <c:v>182.24749756</c:v>
                </c:pt>
                <c:pt idx="695">
                  <c:v>191.07785034</c:v>
                </c:pt>
                <c:pt idx="696">
                  <c:v>179.3237915</c:v>
                </c:pt>
                <c:pt idx="697">
                  <c:v>185.64332581</c:v>
                </c:pt>
                <c:pt idx="698">
                  <c:v>192.50149536</c:v>
                </c:pt>
                <c:pt idx="699">
                  <c:v>202.74163818</c:v>
                </c:pt>
                <c:pt idx="700">
                  <c:v>187.48208618</c:v>
                </c:pt>
                <c:pt idx="701">
                  <c:v>200.33653259</c:v>
                </c:pt>
                <c:pt idx="702">
                  <c:v>189.68963623</c:v>
                </c:pt>
                <c:pt idx="703">
                  <c:v>199.0994873</c:v>
                </c:pt>
                <c:pt idx="704">
                  <c:v>187.51280212</c:v>
                </c:pt>
                <c:pt idx="705">
                  <c:v>183.08790588</c:v>
                </c:pt>
                <c:pt idx="706">
                  <c:v>191.46755981</c:v>
                </c:pt>
                <c:pt idx="707">
                  <c:v>184.91809082</c:v>
                </c:pt>
                <c:pt idx="708">
                  <c:v>188.62469482</c:v>
                </c:pt>
                <c:pt idx="709">
                  <c:v>196.68264771</c:v>
                </c:pt>
                <c:pt idx="710">
                  <c:v>191.76751709</c:v>
                </c:pt>
                <c:pt idx="711">
                  <c:v>186.16998291</c:v>
                </c:pt>
                <c:pt idx="712">
                  <c:v>189.98561096</c:v>
                </c:pt>
                <c:pt idx="713">
                  <c:v>195.24841309</c:v>
                </c:pt>
                <c:pt idx="714">
                  <c:v>203.16294861</c:v>
                </c:pt>
                <c:pt idx="715">
                  <c:v>195.40480042</c:v>
                </c:pt>
                <c:pt idx="716">
                  <c:v>192.65182495</c:v>
                </c:pt>
                <c:pt idx="717">
                  <c:v>192.89163208</c:v>
                </c:pt>
                <c:pt idx="718">
                  <c:v>196.01956177</c:v>
                </c:pt>
                <c:pt idx="719">
                  <c:v>200.13864136</c:v>
                </c:pt>
                <c:pt idx="720">
                  <c:v>190.72755432</c:v>
                </c:pt>
                <c:pt idx="721">
                  <c:v>189.83265686</c:v>
                </c:pt>
                <c:pt idx="722">
                  <c:v>190.54478455</c:v>
                </c:pt>
                <c:pt idx="723">
                  <c:v>196.1890564</c:v>
                </c:pt>
                <c:pt idx="724">
                  <c:v>187.85174561</c:v>
                </c:pt>
                <c:pt idx="725">
                  <c:v>192.6869812</c:v>
                </c:pt>
                <c:pt idx="726">
                  <c:v>193.4793396</c:v>
                </c:pt>
                <c:pt idx="727">
                  <c:v>198.02853394</c:v>
                </c:pt>
                <c:pt idx="728">
                  <c:v>184.43103027</c:v>
                </c:pt>
                <c:pt idx="729">
                  <c:v>184.28773499</c:v>
                </c:pt>
                <c:pt idx="730">
                  <c:v>197.18658447</c:v>
                </c:pt>
                <c:pt idx="731">
                  <c:v>175.22134399</c:v>
                </c:pt>
                <c:pt idx="732">
                  <c:v>185.23475647</c:v>
                </c:pt>
                <c:pt idx="733">
                  <c:v>185.08554077</c:v>
                </c:pt>
                <c:pt idx="734">
                  <c:v>187.75473022</c:v>
                </c:pt>
                <c:pt idx="735">
                  <c:v>184.10722351</c:v>
                </c:pt>
                <c:pt idx="736">
                  <c:v>180.83868408</c:v>
                </c:pt>
                <c:pt idx="737">
                  <c:v>185.44035339</c:v>
                </c:pt>
                <c:pt idx="738">
                  <c:v>190.83576965</c:v>
                </c:pt>
                <c:pt idx="739">
                  <c:v>193.43917847</c:v>
                </c:pt>
                <c:pt idx="740">
                  <c:v>186.78559875</c:v>
                </c:pt>
                <c:pt idx="741">
                  <c:v>192.04595947</c:v>
                </c:pt>
                <c:pt idx="742">
                  <c:v>193.85307312</c:v>
                </c:pt>
                <c:pt idx="743">
                  <c:v>190.90447998</c:v>
                </c:pt>
                <c:pt idx="744">
                  <c:v>199.9836731</c:v>
                </c:pt>
                <c:pt idx="745">
                  <c:v>193.76184082</c:v>
                </c:pt>
                <c:pt idx="746">
                  <c:v>191.09005737</c:v>
                </c:pt>
                <c:pt idx="747">
                  <c:v>178.68130493</c:v>
                </c:pt>
                <c:pt idx="748">
                  <c:v>193.90045166</c:v>
                </c:pt>
                <c:pt idx="749">
                  <c:v>192.93685913</c:v>
                </c:pt>
                <c:pt idx="750">
                  <c:v>181.99726868</c:v>
                </c:pt>
                <c:pt idx="751">
                  <c:v>205.53355408</c:v>
                </c:pt>
                <c:pt idx="752">
                  <c:v>188.57806396</c:v>
                </c:pt>
                <c:pt idx="753">
                  <c:v>192.73309326</c:v>
                </c:pt>
                <c:pt idx="754">
                  <c:v>185.40020752</c:v>
                </c:pt>
                <c:pt idx="755">
                  <c:v>194.53530884</c:v>
                </c:pt>
                <c:pt idx="756">
                  <c:v>182.12582397</c:v>
                </c:pt>
                <c:pt idx="757">
                  <c:v>177.84407043</c:v>
                </c:pt>
                <c:pt idx="758">
                  <c:v>180.89285278</c:v>
                </c:pt>
                <c:pt idx="759">
                  <c:v>187.421875</c:v>
                </c:pt>
                <c:pt idx="760">
                  <c:v>192.20930481</c:v>
                </c:pt>
                <c:pt idx="761">
                  <c:v>197.50076294</c:v>
                </c:pt>
                <c:pt idx="762">
                  <c:v>191.16932678</c:v>
                </c:pt>
                <c:pt idx="763">
                  <c:v>193.49002075</c:v>
                </c:pt>
                <c:pt idx="764">
                  <c:v>189.90208435</c:v>
                </c:pt>
                <c:pt idx="765">
                  <c:v>189.86120605</c:v>
                </c:pt>
                <c:pt idx="766">
                  <c:v>186.32800293</c:v>
                </c:pt>
                <c:pt idx="767">
                  <c:v>189.09593201</c:v>
                </c:pt>
                <c:pt idx="768">
                  <c:v>184.36442566</c:v>
                </c:pt>
                <c:pt idx="769">
                  <c:v>181.93386841</c:v>
                </c:pt>
                <c:pt idx="770">
                  <c:v>184.76443481</c:v>
                </c:pt>
                <c:pt idx="771">
                  <c:v>178.98239136</c:v>
                </c:pt>
                <c:pt idx="772">
                  <c:v>183.80133057</c:v>
                </c:pt>
                <c:pt idx="773">
                  <c:v>187.55473328</c:v>
                </c:pt>
                <c:pt idx="774">
                  <c:v>188.57287598</c:v>
                </c:pt>
                <c:pt idx="775">
                  <c:v>188.55265808</c:v>
                </c:pt>
                <c:pt idx="776">
                  <c:v>191.99850464</c:v>
                </c:pt>
                <c:pt idx="777">
                  <c:v>201.04974365</c:v>
                </c:pt>
                <c:pt idx="778">
                  <c:v>189.91140747</c:v>
                </c:pt>
                <c:pt idx="779">
                  <c:v>191.52810669</c:v>
                </c:pt>
                <c:pt idx="780">
                  <c:v>204.09115601</c:v>
                </c:pt>
                <c:pt idx="781">
                  <c:v>194.74708557</c:v>
                </c:pt>
                <c:pt idx="782">
                  <c:v>189.01757813</c:v>
                </c:pt>
                <c:pt idx="783">
                  <c:v>178.92315674</c:v>
                </c:pt>
                <c:pt idx="784">
                  <c:v>195.41688538</c:v>
                </c:pt>
                <c:pt idx="785">
                  <c:v>187.71466064</c:v>
                </c:pt>
                <c:pt idx="786">
                  <c:v>175.43730164</c:v>
                </c:pt>
                <c:pt idx="787">
                  <c:v>181.84280396</c:v>
                </c:pt>
                <c:pt idx="788">
                  <c:v>190.59292603</c:v>
                </c:pt>
                <c:pt idx="789">
                  <c:v>189.28543091</c:v>
                </c:pt>
                <c:pt idx="790">
                  <c:v>181.09115601</c:v>
                </c:pt>
                <c:pt idx="791">
                  <c:v>191.75340271</c:v>
                </c:pt>
                <c:pt idx="792">
                  <c:v>181.34162903</c:v>
                </c:pt>
                <c:pt idx="793">
                  <c:v>190.80455017</c:v>
                </c:pt>
                <c:pt idx="794">
                  <c:v>196.72645569</c:v>
                </c:pt>
                <c:pt idx="795">
                  <c:v>195.82330322</c:v>
                </c:pt>
                <c:pt idx="796">
                  <c:v>185.63969421</c:v>
                </c:pt>
                <c:pt idx="797">
                  <c:v>190.66035461</c:v>
                </c:pt>
                <c:pt idx="798">
                  <c:v>195.47021484</c:v>
                </c:pt>
                <c:pt idx="799">
                  <c:v>185.05223083</c:v>
                </c:pt>
                <c:pt idx="800">
                  <c:v>191.38310242</c:v>
                </c:pt>
                <c:pt idx="801">
                  <c:v>178.86250305</c:v>
                </c:pt>
                <c:pt idx="802">
                  <c:v>180.14698792</c:v>
                </c:pt>
                <c:pt idx="803">
                  <c:v>186.19708252</c:v>
                </c:pt>
                <c:pt idx="804">
                  <c:v>195.23162842</c:v>
                </c:pt>
                <c:pt idx="805">
                  <c:v>188.03593445</c:v>
                </c:pt>
                <c:pt idx="806">
                  <c:v>181.3578949</c:v>
                </c:pt>
                <c:pt idx="807">
                  <c:v>186.14379883</c:v>
                </c:pt>
                <c:pt idx="808">
                  <c:v>182.6444397</c:v>
                </c:pt>
                <c:pt idx="809">
                  <c:v>186.19009399</c:v>
                </c:pt>
                <c:pt idx="810">
                  <c:v>186.31213379</c:v>
                </c:pt>
                <c:pt idx="811">
                  <c:v>191.11801147</c:v>
                </c:pt>
                <c:pt idx="812">
                  <c:v>187.2850647</c:v>
                </c:pt>
                <c:pt idx="813">
                  <c:v>186.91035461</c:v>
                </c:pt>
                <c:pt idx="814">
                  <c:v>187.32589722</c:v>
                </c:pt>
                <c:pt idx="815">
                  <c:v>185.14779663</c:v>
                </c:pt>
                <c:pt idx="816">
                  <c:v>188.31344604</c:v>
                </c:pt>
                <c:pt idx="817">
                  <c:v>199.42428589</c:v>
                </c:pt>
                <c:pt idx="818">
                  <c:v>188.16363525</c:v>
                </c:pt>
                <c:pt idx="819">
                  <c:v>200.65885925</c:v>
                </c:pt>
                <c:pt idx="820">
                  <c:v>191.9929657</c:v>
                </c:pt>
                <c:pt idx="821">
                  <c:v>182.82662964</c:v>
                </c:pt>
                <c:pt idx="822">
                  <c:v>192.43212891</c:v>
                </c:pt>
                <c:pt idx="823">
                  <c:v>182.76483154</c:v>
                </c:pt>
                <c:pt idx="824">
                  <c:v>199.75292969</c:v>
                </c:pt>
                <c:pt idx="825">
                  <c:v>193.87260437</c:v>
                </c:pt>
                <c:pt idx="826">
                  <c:v>183.68743896</c:v>
                </c:pt>
                <c:pt idx="827">
                  <c:v>183.67596436</c:v>
                </c:pt>
                <c:pt idx="828">
                  <c:v>194.33496094</c:v>
                </c:pt>
                <c:pt idx="829">
                  <c:v>192.55680847</c:v>
                </c:pt>
                <c:pt idx="830">
                  <c:v>188.03015137</c:v>
                </c:pt>
                <c:pt idx="831">
                  <c:v>188.83338928</c:v>
                </c:pt>
                <c:pt idx="832">
                  <c:v>184.55749512</c:v>
                </c:pt>
                <c:pt idx="833">
                  <c:v>194.90881348</c:v>
                </c:pt>
                <c:pt idx="834">
                  <c:v>177.84460449</c:v>
                </c:pt>
                <c:pt idx="835">
                  <c:v>185.6756897</c:v>
                </c:pt>
                <c:pt idx="836">
                  <c:v>181.9329834</c:v>
                </c:pt>
                <c:pt idx="837">
                  <c:v>190.21434021</c:v>
                </c:pt>
                <c:pt idx="838">
                  <c:v>178.58203125</c:v>
                </c:pt>
                <c:pt idx="839">
                  <c:v>196.52008057</c:v>
                </c:pt>
                <c:pt idx="840">
                  <c:v>179.99588013</c:v>
                </c:pt>
                <c:pt idx="841">
                  <c:v>187.60546875</c:v>
                </c:pt>
                <c:pt idx="842">
                  <c:v>192.89537048</c:v>
                </c:pt>
                <c:pt idx="843">
                  <c:v>190.50683594</c:v>
                </c:pt>
                <c:pt idx="844">
                  <c:v>185.10751343</c:v>
                </c:pt>
                <c:pt idx="845">
                  <c:v>193.39071655</c:v>
                </c:pt>
                <c:pt idx="846">
                  <c:v>181.58787537</c:v>
                </c:pt>
                <c:pt idx="847">
                  <c:v>197.56881714</c:v>
                </c:pt>
                <c:pt idx="848">
                  <c:v>172.59646606</c:v>
                </c:pt>
                <c:pt idx="849">
                  <c:v>189.78765869</c:v>
                </c:pt>
                <c:pt idx="850">
                  <c:v>187.71038818</c:v>
                </c:pt>
                <c:pt idx="851">
                  <c:v>191.30653381</c:v>
                </c:pt>
                <c:pt idx="852">
                  <c:v>194.5589447</c:v>
                </c:pt>
                <c:pt idx="853">
                  <c:v>185.04296875</c:v>
                </c:pt>
                <c:pt idx="854">
                  <c:v>187.53465271</c:v>
                </c:pt>
                <c:pt idx="855">
                  <c:v>187.57653809</c:v>
                </c:pt>
                <c:pt idx="856">
                  <c:v>187.86170959</c:v>
                </c:pt>
                <c:pt idx="857">
                  <c:v>187.18115234</c:v>
                </c:pt>
                <c:pt idx="858">
                  <c:v>192.94274902</c:v>
                </c:pt>
                <c:pt idx="859">
                  <c:v>185.27310181</c:v>
                </c:pt>
                <c:pt idx="860">
                  <c:v>184.01475525</c:v>
                </c:pt>
                <c:pt idx="861">
                  <c:v>186.92686462</c:v>
                </c:pt>
                <c:pt idx="862">
                  <c:v>205.79074097</c:v>
                </c:pt>
                <c:pt idx="863">
                  <c:v>188.88291931</c:v>
                </c:pt>
                <c:pt idx="864">
                  <c:v>191.58551025</c:v>
                </c:pt>
                <c:pt idx="865">
                  <c:v>183.741745</c:v>
                </c:pt>
                <c:pt idx="866">
                  <c:v>196.96789551</c:v>
                </c:pt>
                <c:pt idx="867">
                  <c:v>190.25946045</c:v>
                </c:pt>
                <c:pt idx="868">
                  <c:v>185.98692322</c:v>
                </c:pt>
                <c:pt idx="869">
                  <c:v>192.17970276</c:v>
                </c:pt>
                <c:pt idx="870">
                  <c:v>181.67480469</c:v>
                </c:pt>
                <c:pt idx="871">
                  <c:v>190.20483398</c:v>
                </c:pt>
                <c:pt idx="872">
                  <c:v>189.93374634</c:v>
                </c:pt>
                <c:pt idx="873">
                  <c:v>198.61302185</c:v>
                </c:pt>
                <c:pt idx="874">
                  <c:v>194.2484436</c:v>
                </c:pt>
                <c:pt idx="875">
                  <c:v>187.24029541</c:v>
                </c:pt>
                <c:pt idx="876">
                  <c:v>183.71974182</c:v>
                </c:pt>
                <c:pt idx="877">
                  <c:v>192.41149902</c:v>
                </c:pt>
                <c:pt idx="878">
                  <c:v>181.46138</c:v>
                </c:pt>
                <c:pt idx="879">
                  <c:v>180.12365723</c:v>
                </c:pt>
                <c:pt idx="880">
                  <c:v>189.03692627</c:v>
                </c:pt>
                <c:pt idx="881">
                  <c:v>197.35809326</c:v>
                </c:pt>
                <c:pt idx="882">
                  <c:v>189.45706177</c:v>
                </c:pt>
                <c:pt idx="883">
                  <c:v>176.5345459</c:v>
                </c:pt>
                <c:pt idx="884">
                  <c:v>181.97885132</c:v>
                </c:pt>
                <c:pt idx="885">
                  <c:v>189.58383179</c:v>
                </c:pt>
                <c:pt idx="886">
                  <c:v>175.6502533</c:v>
                </c:pt>
                <c:pt idx="887">
                  <c:v>186.61558533</c:v>
                </c:pt>
                <c:pt idx="888">
                  <c:v>199.69961548</c:v>
                </c:pt>
                <c:pt idx="889">
                  <c:v>179.84931946</c:v>
                </c:pt>
                <c:pt idx="890">
                  <c:v>187.17416382</c:v>
                </c:pt>
                <c:pt idx="891">
                  <c:v>194.70353699</c:v>
                </c:pt>
                <c:pt idx="892">
                  <c:v>200.0015564</c:v>
                </c:pt>
                <c:pt idx="893">
                  <c:v>183.8344574</c:v>
                </c:pt>
                <c:pt idx="894">
                  <c:v>194.55474854</c:v>
                </c:pt>
                <c:pt idx="895">
                  <c:v>184.33520508</c:v>
                </c:pt>
                <c:pt idx="896">
                  <c:v>185.29945374</c:v>
                </c:pt>
                <c:pt idx="897">
                  <c:v>182.74079895</c:v>
                </c:pt>
                <c:pt idx="898">
                  <c:v>172.13708496</c:v>
                </c:pt>
                <c:pt idx="899">
                  <c:v>167.36877441</c:v>
                </c:pt>
                <c:pt idx="900">
                  <c:v>181.90142822</c:v>
                </c:pt>
                <c:pt idx="901">
                  <c:v>190.81816101</c:v>
                </c:pt>
                <c:pt idx="902">
                  <c:v>190.71194458</c:v>
                </c:pt>
                <c:pt idx="903">
                  <c:v>178.78401184</c:v>
                </c:pt>
                <c:pt idx="904">
                  <c:v>193.93383789</c:v>
                </c:pt>
                <c:pt idx="905">
                  <c:v>192.22961426</c:v>
                </c:pt>
                <c:pt idx="906">
                  <c:v>194.11180115</c:v>
                </c:pt>
                <c:pt idx="907">
                  <c:v>195.18692017</c:v>
                </c:pt>
                <c:pt idx="908">
                  <c:v>185.11529541</c:v>
                </c:pt>
                <c:pt idx="909">
                  <c:v>177.77789307</c:v>
                </c:pt>
                <c:pt idx="910">
                  <c:v>193.96136475</c:v>
                </c:pt>
                <c:pt idx="911">
                  <c:v>193.46974182</c:v>
                </c:pt>
                <c:pt idx="912">
                  <c:v>194.79528809</c:v>
                </c:pt>
                <c:pt idx="913">
                  <c:v>185.73590088</c:v>
                </c:pt>
                <c:pt idx="914">
                  <c:v>187.24725342</c:v>
                </c:pt>
                <c:pt idx="915">
                  <c:v>191.52389526</c:v>
                </c:pt>
                <c:pt idx="916">
                  <c:v>198.97589111</c:v>
                </c:pt>
                <c:pt idx="917">
                  <c:v>181.27537537</c:v>
                </c:pt>
                <c:pt idx="918">
                  <c:v>191.32783508</c:v>
                </c:pt>
                <c:pt idx="919">
                  <c:v>189.96260071</c:v>
                </c:pt>
                <c:pt idx="920">
                  <c:v>184.14434814</c:v>
                </c:pt>
                <c:pt idx="921">
                  <c:v>191.28459167</c:v>
                </c:pt>
                <c:pt idx="922">
                  <c:v>192.64599609</c:v>
                </c:pt>
                <c:pt idx="923">
                  <c:v>182.67234802</c:v>
                </c:pt>
                <c:pt idx="924">
                  <c:v>176.82493591</c:v>
                </c:pt>
                <c:pt idx="925">
                  <c:v>187.43212891</c:v>
                </c:pt>
                <c:pt idx="926">
                  <c:v>195.12271118</c:v>
                </c:pt>
                <c:pt idx="927">
                  <c:v>186.83206177</c:v>
                </c:pt>
                <c:pt idx="928">
                  <c:v>190.35028076</c:v>
                </c:pt>
                <c:pt idx="929">
                  <c:v>175.30935669</c:v>
                </c:pt>
                <c:pt idx="930">
                  <c:v>189.97570801</c:v>
                </c:pt>
                <c:pt idx="931">
                  <c:v>189.59664917</c:v>
                </c:pt>
                <c:pt idx="932">
                  <c:v>194.32144165</c:v>
                </c:pt>
                <c:pt idx="933">
                  <c:v>195.42921448</c:v>
                </c:pt>
                <c:pt idx="934">
                  <c:v>187.20536804</c:v>
                </c:pt>
                <c:pt idx="935">
                  <c:v>199.67855835</c:v>
                </c:pt>
                <c:pt idx="936">
                  <c:v>183.30645752</c:v>
                </c:pt>
                <c:pt idx="937">
                  <c:v>191.41873169</c:v>
                </c:pt>
                <c:pt idx="938">
                  <c:v>186.03262329</c:v>
                </c:pt>
                <c:pt idx="939">
                  <c:v>185.37072754</c:v>
                </c:pt>
                <c:pt idx="940">
                  <c:v>188.01437378</c:v>
                </c:pt>
                <c:pt idx="941">
                  <c:v>193.06729126</c:v>
                </c:pt>
                <c:pt idx="942">
                  <c:v>180.41549683</c:v>
                </c:pt>
                <c:pt idx="943">
                  <c:v>171.2522583</c:v>
                </c:pt>
                <c:pt idx="944">
                  <c:v>184.30471802</c:v>
                </c:pt>
                <c:pt idx="945">
                  <c:v>191.60452271</c:v>
                </c:pt>
                <c:pt idx="946">
                  <c:v>198.11691284</c:v>
                </c:pt>
                <c:pt idx="947">
                  <c:v>178.46551514</c:v>
                </c:pt>
                <c:pt idx="948">
                  <c:v>192.87013245</c:v>
                </c:pt>
                <c:pt idx="949">
                  <c:v>189.83633423</c:v>
                </c:pt>
                <c:pt idx="950">
                  <c:v>190.36404419</c:v>
                </c:pt>
                <c:pt idx="951">
                  <c:v>182.90774536</c:v>
                </c:pt>
                <c:pt idx="952">
                  <c:v>190.60366821</c:v>
                </c:pt>
                <c:pt idx="953">
                  <c:v>182.61613464</c:v>
                </c:pt>
                <c:pt idx="954">
                  <c:v>178.86564636</c:v>
                </c:pt>
                <c:pt idx="955">
                  <c:v>175.64938354</c:v>
                </c:pt>
                <c:pt idx="956">
                  <c:v>175.67108154</c:v>
                </c:pt>
                <c:pt idx="957">
                  <c:v>180.61091614</c:v>
                </c:pt>
                <c:pt idx="958">
                  <c:v>199.60964966</c:v>
                </c:pt>
                <c:pt idx="959">
                  <c:v>183.31523132</c:v>
                </c:pt>
                <c:pt idx="960">
                  <c:v>193.33917236</c:v>
                </c:pt>
                <c:pt idx="961">
                  <c:v>184.96942139</c:v>
                </c:pt>
                <c:pt idx="962">
                  <c:v>184.44631958</c:v>
                </c:pt>
                <c:pt idx="963">
                  <c:v>185.67628479</c:v>
                </c:pt>
                <c:pt idx="964">
                  <c:v>188.57717896</c:v>
                </c:pt>
                <c:pt idx="965">
                  <c:v>183.91719055</c:v>
                </c:pt>
                <c:pt idx="966">
                  <c:v>181.38587952</c:v>
                </c:pt>
                <c:pt idx="967">
                  <c:v>195.78956604</c:v>
                </c:pt>
                <c:pt idx="968">
                  <c:v>187.41596985</c:v>
                </c:pt>
                <c:pt idx="969">
                  <c:v>187.92878723</c:v>
                </c:pt>
                <c:pt idx="970">
                  <c:v>183.81665039</c:v>
                </c:pt>
                <c:pt idx="971">
                  <c:v>176.86981201</c:v>
                </c:pt>
                <c:pt idx="972">
                  <c:v>185.90582275</c:v>
                </c:pt>
                <c:pt idx="973">
                  <c:v>193.07641602</c:v>
                </c:pt>
                <c:pt idx="974">
                  <c:v>186.50131226</c:v>
                </c:pt>
                <c:pt idx="975">
                  <c:v>178.82965088</c:v>
                </c:pt>
                <c:pt idx="976">
                  <c:v>189.04161072</c:v>
                </c:pt>
                <c:pt idx="977">
                  <c:v>179.46762085</c:v>
                </c:pt>
                <c:pt idx="978">
                  <c:v>184.71221924</c:v>
                </c:pt>
                <c:pt idx="979">
                  <c:v>185.51739502</c:v>
                </c:pt>
                <c:pt idx="980">
                  <c:v>185.43182373</c:v>
                </c:pt>
                <c:pt idx="981">
                  <c:v>186.11717224</c:v>
                </c:pt>
                <c:pt idx="982">
                  <c:v>191.18847656</c:v>
                </c:pt>
                <c:pt idx="983">
                  <c:v>180.68202209</c:v>
                </c:pt>
                <c:pt idx="984">
                  <c:v>191.80523682</c:v>
                </c:pt>
                <c:pt idx="985">
                  <c:v>191.00363159</c:v>
                </c:pt>
                <c:pt idx="986">
                  <c:v>189.89889526</c:v>
                </c:pt>
                <c:pt idx="987">
                  <c:v>192.15061951</c:v>
                </c:pt>
                <c:pt idx="988">
                  <c:v>184.07203674</c:v>
                </c:pt>
                <c:pt idx="989">
                  <c:v>184.6489563</c:v>
                </c:pt>
                <c:pt idx="990">
                  <c:v>189.58580017</c:v>
                </c:pt>
                <c:pt idx="991">
                  <c:v>184.82502747</c:v>
                </c:pt>
                <c:pt idx="992">
                  <c:v>191.47828674</c:v>
                </c:pt>
                <c:pt idx="993">
                  <c:v>194.11480713</c:v>
                </c:pt>
                <c:pt idx="994">
                  <c:v>179.9016571</c:v>
                </c:pt>
                <c:pt idx="995">
                  <c:v>185.7381897</c:v>
                </c:pt>
                <c:pt idx="996">
                  <c:v>182.52905273</c:v>
                </c:pt>
                <c:pt idx="997">
                  <c:v>189.05047607</c:v>
                </c:pt>
                <c:pt idx="998">
                  <c:v>180.3394165</c:v>
                </c:pt>
                <c:pt idx="999">
                  <c:v>177.15144348</c:v>
                </c:pt>
              </c:numCache>
            </c:numRef>
          </c:yVal>
        </c:ser>
        <c:ser>
          <c:idx val="1"/>
          <c:order val="1"/>
          <c:tx>
            <c:v>BCA</c:v>
          </c:tx>
          <c:spPr>
            <a:ln xmlns:a="http://schemas.openxmlformats.org/drawingml/2006/main" w="15240">
              <a:solidFill>
                <a:srgbClr val="087F8C"/>
              </a:solidFill>
            </a:ln>
          </c:spPr>
          <c:marker>
            <c:symbol val="none"/>
          </c:marker>
          <c:xVal>
            <c:numRef>
              <c:f>'Chart Data'!$C$2:$C$1001</c:f>
              <c:numCache>
                <c:formatCode>General</c:formatCode>
                <c:ptCount val="10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numCache>
            </c:numRef>
          </c:xVal>
          <c:yVal>
            <c:numRef>
              <c:f>'Chart Data'!$D$2:$D$1001</c:f>
              <c:numCache>
                <c:formatCode>General</c:formatCode>
                <c:ptCount val="1000"/>
                <c:pt idx="0">
                  <c:v>2.18214607</c:v>
                </c:pt>
                <c:pt idx="1">
                  <c:v>0.79415768</c:v>
                </c:pt>
                <c:pt idx="2">
                  <c:v>-0.42589253</c:v>
                </c:pt>
                <c:pt idx="3">
                  <c:v>1.66465092</c:v>
                </c:pt>
                <c:pt idx="4">
                  <c:v>3.46170616</c:v>
                </c:pt>
                <c:pt idx="5">
                  <c:v>7.30802011</c:v>
                </c:pt>
                <c:pt idx="6">
                  <c:v>7.51904631</c:v>
                </c:pt>
                <c:pt idx="7">
                  <c:v>7.80999947</c:v>
                </c:pt>
                <c:pt idx="8">
                  <c:v>12.89256668</c:v>
                </c:pt>
                <c:pt idx="9">
                  <c:v>13.37205219</c:v>
                </c:pt>
                <c:pt idx="10">
                  <c:v>17.7432518</c:v>
                </c:pt>
                <c:pt idx="11">
                  <c:v>17.20227432</c:v>
                </c:pt>
                <c:pt idx="12">
                  <c:v>21.23241043</c:v>
                </c:pt>
                <c:pt idx="13">
                  <c:v>30.68241119</c:v>
                </c:pt>
                <c:pt idx="14">
                  <c:v>24.40606117</c:v>
                </c:pt>
                <c:pt idx="15">
                  <c:v>39.6400528</c:v>
                </c:pt>
                <c:pt idx="16">
                  <c:v>44.61553574</c:v>
                </c:pt>
                <c:pt idx="17">
                  <c:v>49.36293793</c:v>
                </c:pt>
                <c:pt idx="18">
                  <c:v>45.49803925</c:v>
                </c:pt>
                <c:pt idx="19">
                  <c:v>43.50426483</c:v>
                </c:pt>
                <c:pt idx="20">
                  <c:v>57.53692627</c:v>
                </c:pt>
                <c:pt idx="21">
                  <c:v>58.49426651</c:v>
                </c:pt>
                <c:pt idx="22">
                  <c:v>64.32413483</c:v>
                </c:pt>
                <c:pt idx="23">
                  <c:v>62.45359421</c:v>
                </c:pt>
                <c:pt idx="24">
                  <c:v>88.12834167</c:v>
                </c:pt>
                <c:pt idx="25">
                  <c:v>78.66249084</c:v>
                </c:pt>
                <c:pt idx="26">
                  <c:v>80.0883255</c:v>
                </c:pt>
                <c:pt idx="27">
                  <c:v>90.52676392</c:v>
                </c:pt>
                <c:pt idx="28">
                  <c:v>96.48953247</c:v>
                </c:pt>
                <c:pt idx="29">
                  <c:v>100.37689209</c:v>
                </c:pt>
                <c:pt idx="30">
                  <c:v>97.29477692</c:v>
                </c:pt>
                <c:pt idx="31">
                  <c:v>107.66175842</c:v>
                </c:pt>
                <c:pt idx="32">
                  <c:v>109.49378204</c:v>
                </c:pt>
                <c:pt idx="33">
                  <c:v>99.87559509</c:v>
                </c:pt>
                <c:pt idx="34">
                  <c:v>116.64117432</c:v>
                </c:pt>
                <c:pt idx="35">
                  <c:v>115.68135071</c:v>
                </c:pt>
                <c:pt idx="36">
                  <c:v>120.89832306</c:v>
                </c:pt>
                <c:pt idx="37">
                  <c:v>130.79495239</c:v>
                </c:pt>
                <c:pt idx="38">
                  <c:v>133.77474976</c:v>
                </c:pt>
                <c:pt idx="39">
                  <c:v>127.84257507</c:v>
                </c:pt>
                <c:pt idx="40">
                  <c:v>133.27297974</c:v>
                </c:pt>
                <c:pt idx="41">
                  <c:v>125.42448425</c:v>
                </c:pt>
                <c:pt idx="42">
                  <c:v>131.67608643</c:v>
                </c:pt>
                <c:pt idx="43">
                  <c:v>141.53157043</c:v>
                </c:pt>
                <c:pt idx="44">
                  <c:v>141.24142456</c:v>
                </c:pt>
                <c:pt idx="45">
                  <c:v>134.12738037</c:v>
                </c:pt>
                <c:pt idx="46">
                  <c:v>135.62702942</c:v>
                </c:pt>
                <c:pt idx="47">
                  <c:v>145.83882141</c:v>
                </c:pt>
                <c:pt idx="48">
                  <c:v>152.51870728</c:v>
                </c:pt>
                <c:pt idx="49">
                  <c:v>157.00465393</c:v>
                </c:pt>
                <c:pt idx="50">
                  <c:v>150.8638916</c:v>
                </c:pt>
                <c:pt idx="51">
                  <c:v>163.493927</c:v>
                </c:pt>
                <c:pt idx="52">
                  <c:v>157.0541687</c:v>
                </c:pt>
                <c:pt idx="53">
                  <c:v>151.28848267</c:v>
                </c:pt>
                <c:pt idx="54">
                  <c:v>161.53285217</c:v>
                </c:pt>
                <c:pt idx="55">
                  <c:v>165.06155396</c:v>
                </c:pt>
                <c:pt idx="56">
                  <c:v>164.9881134</c:v>
                </c:pt>
                <c:pt idx="57">
                  <c:v>157.13336182</c:v>
                </c:pt>
                <c:pt idx="58">
                  <c:v>169.72891235</c:v>
                </c:pt>
                <c:pt idx="59">
                  <c:v>161.62698364</c:v>
                </c:pt>
                <c:pt idx="60">
                  <c:v>167.23406982</c:v>
                </c:pt>
                <c:pt idx="61">
                  <c:v>170.06321716</c:v>
                </c:pt>
                <c:pt idx="62">
                  <c:v>158.64131165</c:v>
                </c:pt>
                <c:pt idx="63">
                  <c:v>179.05627441</c:v>
                </c:pt>
                <c:pt idx="64">
                  <c:v>174.97024536</c:v>
                </c:pt>
                <c:pt idx="65">
                  <c:v>174.62400818</c:v>
                </c:pt>
                <c:pt idx="66">
                  <c:v>172.2447052</c:v>
                </c:pt>
                <c:pt idx="67">
                  <c:v>181.97866821</c:v>
                </c:pt>
                <c:pt idx="68">
                  <c:v>161.5612793</c:v>
                </c:pt>
                <c:pt idx="69">
                  <c:v>178.82086182</c:v>
                </c:pt>
                <c:pt idx="70">
                  <c:v>174.28215027</c:v>
                </c:pt>
                <c:pt idx="71">
                  <c:v>174.80142212</c:v>
                </c:pt>
                <c:pt idx="72">
                  <c:v>176.6262207</c:v>
                </c:pt>
                <c:pt idx="73">
                  <c:v>180.96530151</c:v>
                </c:pt>
                <c:pt idx="74">
                  <c:v>170.88595581</c:v>
                </c:pt>
                <c:pt idx="75">
                  <c:v>177.25915527</c:v>
                </c:pt>
                <c:pt idx="76">
                  <c:v>174.50578308</c:v>
                </c:pt>
                <c:pt idx="77">
                  <c:v>172.73449707</c:v>
                </c:pt>
                <c:pt idx="78">
                  <c:v>180.84991455</c:v>
                </c:pt>
                <c:pt idx="79">
                  <c:v>177.58000183</c:v>
                </c:pt>
                <c:pt idx="80">
                  <c:v>181.15432739</c:v>
                </c:pt>
                <c:pt idx="81">
                  <c:v>184.20028687</c:v>
                </c:pt>
                <c:pt idx="82">
                  <c:v>166.26617432</c:v>
                </c:pt>
                <c:pt idx="83">
                  <c:v>182.44256592</c:v>
                </c:pt>
                <c:pt idx="84">
                  <c:v>178.00344849</c:v>
                </c:pt>
                <c:pt idx="85">
                  <c:v>177.29347229</c:v>
                </c:pt>
                <c:pt idx="86">
                  <c:v>180.67015076</c:v>
                </c:pt>
                <c:pt idx="87">
                  <c:v>183.25738525</c:v>
                </c:pt>
                <c:pt idx="88">
                  <c:v>180.69113159</c:v>
                </c:pt>
                <c:pt idx="89">
                  <c:v>172.41879272</c:v>
                </c:pt>
                <c:pt idx="90">
                  <c:v>175.78347778</c:v>
                </c:pt>
                <c:pt idx="91">
                  <c:v>176.94329834</c:v>
                </c:pt>
                <c:pt idx="92">
                  <c:v>174.90621948</c:v>
                </c:pt>
                <c:pt idx="93">
                  <c:v>182.25546265</c:v>
                </c:pt>
                <c:pt idx="94">
                  <c:v>178.46066284</c:v>
                </c:pt>
                <c:pt idx="95">
                  <c:v>184.9269104</c:v>
                </c:pt>
                <c:pt idx="96">
                  <c:v>191.37762451</c:v>
                </c:pt>
                <c:pt idx="97">
                  <c:v>175.72869873</c:v>
                </c:pt>
                <c:pt idx="98">
                  <c:v>178.25590515</c:v>
                </c:pt>
                <c:pt idx="99">
                  <c:v>187.63537598</c:v>
                </c:pt>
                <c:pt idx="100">
                  <c:v>181.13435364</c:v>
                </c:pt>
                <c:pt idx="101">
                  <c:v>184.73477173</c:v>
                </c:pt>
                <c:pt idx="102">
                  <c:v>178.08044434</c:v>
                </c:pt>
                <c:pt idx="103">
                  <c:v>175.29249573</c:v>
                </c:pt>
                <c:pt idx="104">
                  <c:v>185.58590698</c:v>
                </c:pt>
                <c:pt idx="105">
                  <c:v>189.44801331</c:v>
                </c:pt>
                <c:pt idx="106">
                  <c:v>179.07861328</c:v>
                </c:pt>
                <c:pt idx="107">
                  <c:v>184.41021729</c:v>
                </c:pt>
                <c:pt idx="108">
                  <c:v>181.68321228</c:v>
                </c:pt>
                <c:pt idx="109">
                  <c:v>179.78945923</c:v>
                </c:pt>
                <c:pt idx="110">
                  <c:v>195.88015747</c:v>
                </c:pt>
                <c:pt idx="111">
                  <c:v>195.52307129</c:v>
                </c:pt>
                <c:pt idx="112">
                  <c:v>186.04640198</c:v>
                </c:pt>
                <c:pt idx="113">
                  <c:v>188.26477051</c:v>
                </c:pt>
                <c:pt idx="114">
                  <c:v>178.97406006</c:v>
                </c:pt>
                <c:pt idx="115">
                  <c:v>179.74746704</c:v>
                </c:pt>
                <c:pt idx="116">
                  <c:v>184.1368866</c:v>
                </c:pt>
                <c:pt idx="117">
                  <c:v>187.80506897</c:v>
                </c:pt>
                <c:pt idx="118">
                  <c:v>178.22366333</c:v>
                </c:pt>
                <c:pt idx="119">
                  <c:v>185.29428101</c:v>
                </c:pt>
                <c:pt idx="120">
                  <c:v>184.47866821</c:v>
                </c:pt>
                <c:pt idx="121">
                  <c:v>179.42233276</c:v>
                </c:pt>
                <c:pt idx="122">
                  <c:v>186.49423218</c:v>
                </c:pt>
                <c:pt idx="123">
                  <c:v>191.40325928</c:v>
                </c:pt>
                <c:pt idx="124">
                  <c:v>192.81347656</c:v>
                </c:pt>
                <c:pt idx="125">
                  <c:v>186.16903687</c:v>
                </c:pt>
                <c:pt idx="126">
                  <c:v>180.66691589</c:v>
                </c:pt>
                <c:pt idx="127">
                  <c:v>185.09002686</c:v>
                </c:pt>
                <c:pt idx="128">
                  <c:v>184.07504272</c:v>
                </c:pt>
                <c:pt idx="129">
                  <c:v>177.87837219</c:v>
                </c:pt>
                <c:pt idx="130">
                  <c:v>183.67915344</c:v>
                </c:pt>
                <c:pt idx="131">
                  <c:v>194.39135742</c:v>
                </c:pt>
                <c:pt idx="132">
                  <c:v>192.22203064</c:v>
                </c:pt>
                <c:pt idx="133">
                  <c:v>186.72566223</c:v>
                </c:pt>
                <c:pt idx="134">
                  <c:v>183.19668579</c:v>
                </c:pt>
                <c:pt idx="135">
                  <c:v>180.92877197</c:v>
                </c:pt>
                <c:pt idx="136">
                  <c:v>189.5176239</c:v>
                </c:pt>
                <c:pt idx="137">
                  <c:v>180.49047852</c:v>
                </c:pt>
                <c:pt idx="138">
                  <c:v>189.16827393</c:v>
                </c:pt>
                <c:pt idx="139">
                  <c:v>182.414505</c:v>
                </c:pt>
                <c:pt idx="140">
                  <c:v>188.03979492</c:v>
                </c:pt>
                <c:pt idx="141">
                  <c:v>195.61611938</c:v>
                </c:pt>
                <c:pt idx="142">
                  <c:v>177.8850708</c:v>
                </c:pt>
                <c:pt idx="143">
                  <c:v>184.58538818</c:v>
                </c:pt>
                <c:pt idx="144">
                  <c:v>189.03744507</c:v>
                </c:pt>
                <c:pt idx="145">
                  <c:v>187.85290527</c:v>
                </c:pt>
                <c:pt idx="146">
                  <c:v>190.28405762</c:v>
                </c:pt>
                <c:pt idx="147">
                  <c:v>182.67601013</c:v>
                </c:pt>
                <c:pt idx="148">
                  <c:v>173.79849243</c:v>
                </c:pt>
                <c:pt idx="149">
                  <c:v>183.12989807</c:v>
                </c:pt>
                <c:pt idx="150">
                  <c:v>181.34658813</c:v>
                </c:pt>
                <c:pt idx="151">
                  <c:v>193.77850342</c:v>
                </c:pt>
                <c:pt idx="152">
                  <c:v>189.26130676</c:v>
                </c:pt>
                <c:pt idx="153">
                  <c:v>176.94204712</c:v>
                </c:pt>
                <c:pt idx="154">
                  <c:v>189.87295532</c:v>
                </c:pt>
                <c:pt idx="155">
                  <c:v>179.53717041</c:v>
                </c:pt>
                <c:pt idx="156">
                  <c:v>192.46737671</c:v>
                </c:pt>
                <c:pt idx="157">
                  <c:v>186.49664307</c:v>
                </c:pt>
                <c:pt idx="158">
                  <c:v>190.20950317</c:v>
                </c:pt>
                <c:pt idx="159">
                  <c:v>186.20913696</c:v>
                </c:pt>
                <c:pt idx="160">
                  <c:v>197.15863037</c:v>
                </c:pt>
                <c:pt idx="161">
                  <c:v>186.13339233</c:v>
                </c:pt>
                <c:pt idx="162">
                  <c:v>186.62698364</c:v>
                </c:pt>
                <c:pt idx="163">
                  <c:v>178.92861938</c:v>
                </c:pt>
                <c:pt idx="164">
                  <c:v>185.23397827</c:v>
                </c:pt>
                <c:pt idx="165">
                  <c:v>191.51324463</c:v>
                </c:pt>
                <c:pt idx="166">
                  <c:v>189.60968018</c:v>
                </c:pt>
                <c:pt idx="167">
                  <c:v>190.4347229</c:v>
                </c:pt>
                <c:pt idx="168">
                  <c:v>175.38937378</c:v>
                </c:pt>
                <c:pt idx="169">
                  <c:v>184.76916504</c:v>
                </c:pt>
                <c:pt idx="170">
                  <c:v>173.01293945</c:v>
                </c:pt>
                <c:pt idx="171">
                  <c:v>187.21569824</c:v>
                </c:pt>
                <c:pt idx="172">
                  <c:v>183.16662598</c:v>
                </c:pt>
                <c:pt idx="173">
                  <c:v>180.46350098</c:v>
                </c:pt>
                <c:pt idx="174">
                  <c:v>186.80142212</c:v>
                </c:pt>
                <c:pt idx="175">
                  <c:v>196.46847534</c:v>
                </c:pt>
                <c:pt idx="176">
                  <c:v>176.94473267</c:v>
                </c:pt>
                <c:pt idx="177">
                  <c:v>190.37652588</c:v>
                </c:pt>
                <c:pt idx="178">
                  <c:v>182.72979736</c:v>
                </c:pt>
                <c:pt idx="179">
                  <c:v>178.69763184</c:v>
                </c:pt>
                <c:pt idx="180">
                  <c:v>190.00831604</c:v>
                </c:pt>
                <c:pt idx="181">
                  <c:v>193.71118164</c:v>
                </c:pt>
                <c:pt idx="182">
                  <c:v>194.5242157</c:v>
                </c:pt>
                <c:pt idx="183">
                  <c:v>176.59146118</c:v>
                </c:pt>
                <c:pt idx="184">
                  <c:v>186.97773743</c:v>
                </c:pt>
                <c:pt idx="185">
                  <c:v>179.4178772</c:v>
                </c:pt>
                <c:pt idx="186">
                  <c:v>192.73254395</c:v>
                </c:pt>
                <c:pt idx="187">
                  <c:v>182.46554565</c:v>
                </c:pt>
                <c:pt idx="188">
                  <c:v>181.62939453</c:v>
                </c:pt>
                <c:pt idx="189">
                  <c:v>182.52667236</c:v>
                </c:pt>
                <c:pt idx="190">
                  <c:v>181.21389771</c:v>
                </c:pt>
                <c:pt idx="191">
                  <c:v>183.21479797</c:v>
                </c:pt>
                <c:pt idx="192">
                  <c:v>182.52316284</c:v>
                </c:pt>
                <c:pt idx="193">
                  <c:v>186.68301392</c:v>
                </c:pt>
                <c:pt idx="194">
                  <c:v>188.91793823</c:v>
                </c:pt>
                <c:pt idx="195">
                  <c:v>184.46914673</c:v>
                </c:pt>
                <c:pt idx="196">
                  <c:v>182.25724792</c:v>
                </c:pt>
                <c:pt idx="197">
                  <c:v>191.55064392</c:v>
                </c:pt>
                <c:pt idx="198">
                  <c:v>172.21269226</c:v>
                </c:pt>
                <c:pt idx="199">
                  <c:v>177.95706177</c:v>
                </c:pt>
                <c:pt idx="200">
                  <c:v>190.19659424</c:v>
                </c:pt>
                <c:pt idx="201">
                  <c:v>181.72729492</c:v>
                </c:pt>
                <c:pt idx="202">
                  <c:v>194.25888062</c:v>
                </c:pt>
                <c:pt idx="203">
                  <c:v>182.6217804</c:v>
                </c:pt>
                <c:pt idx="204">
                  <c:v>182.84753418</c:v>
                </c:pt>
                <c:pt idx="205">
                  <c:v>181.75933838</c:v>
                </c:pt>
                <c:pt idx="206">
                  <c:v>192.75460815</c:v>
                </c:pt>
                <c:pt idx="207">
                  <c:v>180.87559509</c:v>
                </c:pt>
                <c:pt idx="208">
                  <c:v>188.72499084</c:v>
                </c:pt>
                <c:pt idx="209">
                  <c:v>192.315979</c:v>
                </c:pt>
                <c:pt idx="210">
                  <c:v>192.49830627</c:v>
                </c:pt>
                <c:pt idx="211">
                  <c:v>183.19146729</c:v>
                </c:pt>
                <c:pt idx="212">
                  <c:v>188.57977295</c:v>
                </c:pt>
                <c:pt idx="213">
                  <c:v>181.86738586</c:v>
                </c:pt>
                <c:pt idx="214">
                  <c:v>187.22155762</c:v>
                </c:pt>
                <c:pt idx="215">
                  <c:v>194.72131348</c:v>
                </c:pt>
                <c:pt idx="216">
                  <c:v>182.06866455</c:v>
                </c:pt>
                <c:pt idx="217">
                  <c:v>184.34950256</c:v>
                </c:pt>
                <c:pt idx="218">
                  <c:v>182.95759583</c:v>
                </c:pt>
                <c:pt idx="219">
                  <c:v>186.88285828</c:v>
                </c:pt>
                <c:pt idx="220">
                  <c:v>198.35978699</c:v>
                </c:pt>
                <c:pt idx="221">
                  <c:v>186.605896</c:v>
                </c:pt>
                <c:pt idx="222">
                  <c:v>191.17449951</c:v>
                </c:pt>
                <c:pt idx="223">
                  <c:v>192.65155029</c:v>
                </c:pt>
                <c:pt idx="224">
                  <c:v>182.16145325</c:v>
                </c:pt>
                <c:pt idx="225">
                  <c:v>185.9319458</c:v>
                </c:pt>
                <c:pt idx="226">
                  <c:v>195.81788635</c:v>
                </c:pt>
                <c:pt idx="227">
                  <c:v>179.84410095</c:v>
                </c:pt>
                <c:pt idx="228">
                  <c:v>180.22084045</c:v>
                </c:pt>
                <c:pt idx="229">
                  <c:v>183.93139648</c:v>
                </c:pt>
                <c:pt idx="230">
                  <c:v>183.46948242</c:v>
                </c:pt>
                <c:pt idx="231">
                  <c:v>180.25878906</c:v>
                </c:pt>
                <c:pt idx="232">
                  <c:v>175.91351318</c:v>
                </c:pt>
                <c:pt idx="233">
                  <c:v>187.56977844</c:v>
                </c:pt>
                <c:pt idx="234">
                  <c:v>178.0546875</c:v>
                </c:pt>
                <c:pt idx="235">
                  <c:v>199.52185059</c:v>
                </c:pt>
                <c:pt idx="236">
                  <c:v>188.11392212</c:v>
                </c:pt>
                <c:pt idx="237">
                  <c:v>189.5184021</c:v>
                </c:pt>
                <c:pt idx="238">
                  <c:v>183.57142639</c:v>
                </c:pt>
                <c:pt idx="239">
                  <c:v>183.09660339</c:v>
                </c:pt>
                <c:pt idx="240">
                  <c:v>182.45184326</c:v>
                </c:pt>
                <c:pt idx="241">
                  <c:v>189.84555054</c:v>
                </c:pt>
                <c:pt idx="242">
                  <c:v>182.9942627</c:v>
                </c:pt>
                <c:pt idx="243">
                  <c:v>182.4876709</c:v>
                </c:pt>
                <c:pt idx="244">
                  <c:v>183.14726257</c:v>
                </c:pt>
                <c:pt idx="245">
                  <c:v>178.63153076</c:v>
                </c:pt>
                <c:pt idx="246">
                  <c:v>181.04684448</c:v>
                </c:pt>
                <c:pt idx="247">
                  <c:v>183.21687317</c:v>
                </c:pt>
                <c:pt idx="248">
                  <c:v>186.58197021</c:v>
                </c:pt>
                <c:pt idx="249">
                  <c:v>191.61190796</c:v>
                </c:pt>
                <c:pt idx="250">
                  <c:v>191.69050598</c:v>
                </c:pt>
                <c:pt idx="251">
                  <c:v>179.59318542</c:v>
                </c:pt>
                <c:pt idx="252">
                  <c:v>194.54985046</c:v>
                </c:pt>
                <c:pt idx="253">
                  <c:v>188.2746582</c:v>
                </c:pt>
                <c:pt idx="254">
                  <c:v>185.1836853</c:v>
                </c:pt>
                <c:pt idx="255">
                  <c:v>186.12503052</c:v>
                </c:pt>
                <c:pt idx="256">
                  <c:v>187.26843262</c:v>
                </c:pt>
                <c:pt idx="257">
                  <c:v>185.45321655</c:v>
                </c:pt>
                <c:pt idx="258">
                  <c:v>179.0524292</c:v>
                </c:pt>
                <c:pt idx="259">
                  <c:v>185.87091064</c:v>
                </c:pt>
                <c:pt idx="260">
                  <c:v>184.49664307</c:v>
                </c:pt>
                <c:pt idx="261">
                  <c:v>185.64254761</c:v>
                </c:pt>
                <c:pt idx="262">
                  <c:v>178.99923706</c:v>
                </c:pt>
                <c:pt idx="263">
                  <c:v>184.93173218</c:v>
                </c:pt>
                <c:pt idx="264">
                  <c:v>168.76394653</c:v>
                </c:pt>
                <c:pt idx="265">
                  <c:v>184.71386719</c:v>
                </c:pt>
                <c:pt idx="266">
                  <c:v>188.7802887</c:v>
                </c:pt>
                <c:pt idx="267">
                  <c:v>177.39385986</c:v>
                </c:pt>
                <c:pt idx="268">
                  <c:v>182.82945251</c:v>
                </c:pt>
                <c:pt idx="269">
                  <c:v>195.35588074</c:v>
                </c:pt>
                <c:pt idx="270">
                  <c:v>179.71925354</c:v>
                </c:pt>
                <c:pt idx="271">
                  <c:v>183.12882996</c:v>
                </c:pt>
                <c:pt idx="272">
                  <c:v>179.74765015</c:v>
                </c:pt>
                <c:pt idx="273">
                  <c:v>174.14657593</c:v>
                </c:pt>
                <c:pt idx="274">
                  <c:v>187.54650879</c:v>
                </c:pt>
                <c:pt idx="275">
                  <c:v>183.69549561</c:v>
                </c:pt>
                <c:pt idx="276">
                  <c:v>183.25396729</c:v>
                </c:pt>
                <c:pt idx="277">
                  <c:v>177.19818115</c:v>
                </c:pt>
                <c:pt idx="278">
                  <c:v>182.81225586</c:v>
                </c:pt>
                <c:pt idx="279">
                  <c:v>178.51480103</c:v>
                </c:pt>
                <c:pt idx="280">
                  <c:v>180.02868652</c:v>
                </c:pt>
                <c:pt idx="281">
                  <c:v>183.04971313</c:v>
                </c:pt>
                <c:pt idx="282">
                  <c:v>177.21548462</c:v>
                </c:pt>
                <c:pt idx="283">
                  <c:v>194.59921265</c:v>
                </c:pt>
                <c:pt idx="284">
                  <c:v>186.76678467</c:v>
                </c:pt>
                <c:pt idx="285">
                  <c:v>196.07763672</c:v>
                </c:pt>
                <c:pt idx="286">
                  <c:v>175.35830688</c:v>
                </c:pt>
                <c:pt idx="287">
                  <c:v>189.18939209</c:v>
                </c:pt>
                <c:pt idx="288">
                  <c:v>183.48974609</c:v>
                </c:pt>
                <c:pt idx="289">
                  <c:v>181.39752197</c:v>
                </c:pt>
                <c:pt idx="290">
                  <c:v>184.26004028</c:v>
                </c:pt>
                <c:pt idx="291">
                  <c:v>178.4961853</c:v>
                </c:pt>
                <c:pt idx="292">
                  <c:v>188.99243164</c:v>
                </c:pt>
                <c:pt idx="293">
                  <c:v>195.75701904</c:v>
                </c:pt>
                <c:pt idx="294">
                  <c:v>176.34042358</c:v>
                </c:pt>
                <c:pt idx="295">
                  <c:v>176.71836853</c:v>
                </c:pt>
                <c:pt idx="296">
                  <c:v>186.11610413</c:v>
                </c:pt>
                <c:pt idx="297">
                  <c:v>172.1164856</c:v>
                </c:pt>
                <c:pt idx="298">
                  <c:v>183.93907166</c:v>
                </c:pt>
                <c:pt idx="299">
                  <c:v>181.4329071</c:v>
                </c:pt>
                <c:pt idx="300">
                  <c:v>179.69589233</c:v>
                </c:pt>
                <c:pt idx="301">
                  <c:v>185.19558716</c:v>
                </c:pt>
                <c:pt idx="302">
                  <c:v>175.50808716</c:v>
                </c:pt>
                <c:pt idx="303">
                  <c:v>180.23245239</c:v>
                </c:pt>
                <c:pt idx="304">
                  <c:v>180.5018158</c:v>
                </c:pt>
                <c:pt idx="305">
                  <c:v>180.82644653</c:v>
                </c:pt>
                <c:pt idx="306">
                  <c:v>173.0071106</c:v>
                </c:pt>
                <c:pt idx="307">
                  <c:v>184.31326294</c:v>
                </c:pt>
                <c:pt idx="308">
                  <c:v>188.89207458</c:v>
                </c:pt>
                <c:pt idx="309">
                  <c:v>184.34719849</c:v>
                </c:pt>
                <c:pt idx="310">
                  <c:v>191.11209106</c:v>
                </c:pt>
                <c:pt idx="311">
                  <c:v>194.32244873</c:v>
                </c:pt>
                <c:pt idx="312">
                  <c:v>183.01960754</c:v>
                </c:pt>
                <c:pt idx="313">
                  <c:v>173.66952515</c:v>
                </c:pt>
                <c:pt idx="314">
                  <c:v>188.98858643</c:v>
                </c:pt>
                <c:pt idx="315">
                  <c:v>186.87823486</c:v>
                </c:pt>
                <c:pt idx="316">
                  <c:v>167.47979736</c:v>
                </c:pt>
                <c:pt idx="317">
                  <c:v>183.84811401</c:v>
                </c:pt>
                <c:pt idx="318">
                  <c:v>178.3112793</c:v>
                </c:pt>
                <c:pt idx="319">
                  <c:v>186.22738647</c:v>
                </c:pt>
                <c:pt idx="320">
                  <c:v>187.387146</c:v>
                </c:pt>
                <c:pt idx="321">
                  <c:v>183.92623901</c:v>
                </c:pt>
                <c:pt idx="322">
                  <c:v>175.12591553</c:v>
                </c:pt>
                <c:pt idx="323">
                  <c:v>191.38113403</c:v>
                </c:pt>
                <c:pt idx="324">
                  <c:v>184.80944824</c:v>
                </c:pt>
                <c:pt idx="325">
                  <c:v>179.62948608</c:v>
                </c:pt>
                <c:pt idx="326">
                  <c:v>175.29324341</c:v>
                </c:pt>
                <c:pt idx="327">
                  <c:v>194.05796814</c:v>
                </c:pt>
                <c:pt idx="328">
                  <c:v>171.04595947</c:v>
                </c:pt>
                <c:pt idx="329">
                  <c:v>195.82333374</c:v>
                </c:pt>
                <c:pt idx="330">
                  <c:v>192.68032837</c:v>
                </c:pt>
                <c:pt idx="331">
                  <c:v>177.10369873</c:v>
                </c:pt>
                <c:pt idx="332">
                  <c:v>183.35827637</c:v>
                </c:pt>
                <c:pt idx="333">
                  <c:v>175.0271759</c:v>
                </c:pt>
                <c:pt idx="334">
                  <c:v>186.12438965</c:v>
                </c:pt>
                <c:pt idx="335">
                  <c:v>180.49185181</c:v>
                </c:pt>
                <c:pt idx="336">
                  <c:v>177.21022034</c:v>
                </c:pt>
                <c:pt idx="337">
                  <c:v>182.64772034</c:v>
                </c:pt>
                <c:pt idx="338">
                  <c:v>170.4440918</c:v>
                </c:pt>
                <c:pt idx="339">
                  <c:v>188.44909668</c:v>
                </c:pt>
                <c:pt idx="340">
                  <c:v>177.38342285</c:v>
                </c:pt>
                <c:pt idx="341">
                  <c:v>192.92692566</c:v>
                </c:pt>
                <c:pt idx="342">
                  <c:v>178.49128723</c:v>
                </c:pt>
                <c:pt idx="343">
                  <c:v>181.03878784</c:v>
                </c:pt>
                <c:pt idx="344">
                  <c:v>183.90158081</c:v>
                </c:pt>
                <c:pt idx="345">
                  <c:v>184.15275574</c:v>
                </c:pt>
                <c:pt idx="346">
                  <c:v>197.96981812</c:v>
                </c:pt>
                <c:pt idx="347">
                  <c:v>179.50125122</c:v>
                </c:pt>
                <c:pt idx="348">
                  <c:v>194.11123657</c:v>
                </c:pt>
                <c:pt idx="349">
                  <c:v>192.90133667</c:v>
                </c:pt>
                <c:pt idx="350">
                  <c:v>175.72210693</c:v>
                </c:pt>
                <c:pt idx="351">
                  <c:v>176.4030304</c:v>
                </c:pt>
                <c:pt idx="352">
                  <c:v>183.28570557</c:v>
                </c:pt>
                <c:pt idx="353">
                  <c:v>191.66607666</c:v>
                </c:pt>
                <c:pt idx="354">
                  <c:v>187.5579834</c:v>
                </c:pt>
                <c:pt idx="355">
                  <c:v>185.01577759</c:v>
                </c:pt>
                <c:pt idx="356">
                  <c:v>176.4513855</c:v>
                </c:pt>
                <c:pt idx="357">
                  <c:v>181.04972839</c:v>
                </c:pt>
                <c:pt idx="358">
                  <c:v>180.71258545</c:v>
                </c:pt>
                <c:pt idx="359">
                  <c:v>188.81314087</c:v>
                </c:pt>
                <c:pt idx="360">
                  <c:v>183.98182678</c:v>
                </c:pt>
                <c:pt idx="361">
                  <c:v>187.29858398</c:v>
                </c:pt>
                <c:pt idx="362">
                  <c:v>178.50268555</c:v>
                </c:pt>
                <c:pt idx="363">
                  <c:v>185.80924988</c:v>
                </c:pt>
                <c:pt idx="364">
                  <c:v>177.00137329</c:v>
                </c:pt>
                <c:pt idx="365">
                  <c:v>176.60453796</c:v>
                </c:pt>
                <c:pt idx="366">
                  <c:v>184.8404541</c:v>
                </c:pt>
                <c:pt idx="367">
                  <c:v>187.1439209</c:v>
                </c:pt>
                <c:pt idx="368">
                  <c:v>188.14093018</c:v>
                </c:pt>
                <c:pt idx="369">
                  <c:v>184.03276062</c:v>
                </c:pt>
                <c:pt idx="370">
                  <c:v>191.57623291</c:v>
                </c:pt>
                <c:pt idx="371">
                  <c:v>188.77963257</c:v>
                </c:pt>
                <c:pt idx="372">
                  <c:v>183.57260132</c:v>
                </c:pt>
                <c:pt idx="373">
                  <c:v>187.00720215</c:v>
                </c:pt>
                <c:pt idx="374">
                  <c:v>173.36323547</c:v>
                </c:pt>
                <c:pt idx="375">
                  <c:v>174.24198914</c:v>
                </c:pt>
                <c:pt idx="376">
                  <c:v>168.14405823</c:v>
                </c:pt>
                <c:pt idx="377">
                  <c:v>192.29067993</c:v>
                </c:pt>
                <c:pt idx="378">
                  <c:v>191.03964233</c:v>
                </c:pt>
                <c:pt idx="379">
                  <c:v>177.03063965</c:v>
                </c:pt>
                <c:pt idx="380">
                  <c:v>183.27589417</c:v>
                </c:pt>
                <c:pt idx="381">
                  <c:v>171.94525146</c:v>
                </c:pt>
                <c:pt idx="382">
                  <c:v>182.18237305</c:v>
                </c:pt>
                <c:pt idx="383">
                  <c:v>186.33625793</c:v>
                </c:pt>
                <c:pt idx="384">
                  <c:v>181.16363525</c:v>
                </c:pt>
                <c:pt idx="385">
                  <c:v>187.77996826</c:v>
                </c:pt>
                <c:pt idx="386">
                  <c:v>180.43521118</c:v>
                </c:pt>
                <c:pt idx="387">
                  <c:v>181.52108765</c:v>
                </c:pt>
                <c:pt idx="388">
                  <c:v>172.61018372</c:v>
                </c:pt>
                <c:pt idx="389">
                  <c:v>182.05909729</c:v>
                </c:pt>
                <c:pt idx="390">
                  <c:v>185.03669739</c:v>
                </c:pt>
                <c:pt idx="391">
                  <c:v>182.1867981</c:v>
                </c:pt>
                <c:pt idx="392">
                  <c:v>186.26086426</c:v>
                </c:pt>
                <c:pt idx="393">
                  <c:v>185.06182861</c:v>
                </c:pt>
                <c:pt idx="394">
                  <c:v>188.81188965</c:v>
                </c:pt>
                <c:pt idx="395">
                  <c:v>179.95922852</c:v>
                </c:pt>
                <c:pt idx="396">
                  <c:v>177.17980957</c:v>
                </c:pt>
                <c:pt idx="397">
                  <c:v>165.45831299</c:v>
                </c:pt>
                <c:pt idx="398">
                  <c:v>179.7203064</c:v>
                </c:pt>
                <c:pt idx="399">
                  <c:v>192.52641296</c:v>
                </c:pt>
                <c:pt idx="400">
                  <c:v>183.23007202</c:v>
                </c:pt>
                <c:pt idx="401">
                  <c:v>186.18115234</c:v>
                </c:pt>
                <c:pt idx="402">
                  <c:v>183.64901733</c:v>
                </c:pt>
                <c:pt idx="403">
                  <c:v>186.50357056</c:v>
                </c:pt>
                <c:pt idx="404">
                  <c:v>174.42831421</c:v>
                </c:pt>
                <c:pt idx="405">
                  <c:v>188.82751465</c:v>
                </c:pt>
                <c:pt idx="406">
                  <c:v>177.58918762</c:v>
                </c:pt>
                <c:pt idx="407">
                  <c:v>193.64572144</c:v>
                </c:pt>
                <c:pt idx="408">
                  <c:v>180.88664246</c:v>
                </c:pt>
                <c:pt idx="409">
                  <c:v>180.46073914</c:v>
                </c:pt>
                <c:pt idx="410">
                  <c:v>189.73492432</c:v>
                </c:pt>
                <c:pt idx="411">
                  <c:v>181.49047852</c:v>
                </c:pt>
                <c:pt idx="412">
                  <c:v>180.23275757</c:v>
                </c:pt>
                <c:pt idx="413">
                  <c:v>184.24726868</c:v>
                </c:pt>
                <c:pt idx="414">
                  <c:v>191.45283508</c:v>
                </c:pt>
                <c:pt idx="415">
                  <c:v>180.59017944</c:v>
                </c:pt>
                <c:pt idx="416">
                  <c:v>178.01968384</c:v>
                </c:pt>
                <c:pt idx="417">
                  <c:v>174.06239319</c:v>
                </c:pt>
                <c:pt idx="418">
                  <c:v>180.22045898</c:v>
                </c:pt>
                <c:pt idx="419">
                  <c:v>174.3059082</c:v>
                </c:pt>
                <c:pt idx="420">
                  <c:v>184.92614746</c:v>
                </c:pt>
                <c:pt idx="421">
                  <c:v>182.38815308</c:v>
                </c:pt>
                <c:pt idx="422">
                  <c:v>182.82003784</c:v>
                </c:pt>
                <c:pt idx="423">
                  <c:v>168.65216064</c:v>
                </c:pt>
                <c:pt idx="424">
                  <c:v>188.3052063</c:v>
                </c:pt>
                <c:pt idx="425">
                  <c:v>180.47044373</c:v>
                </c:pt>
                <c:pt idx="426">
                  <c:v>186.31066895</c:v>
                </c:pt>
                <c:pt idx="427">
                  <c:v>178.89282227</c:v>
                </c:pt>
                <c:pt idx="428">
                  <c:v>185.93226624</c:v>
                </c:pt>
                <c:pt idx="429">
                  <c:v>184.9041748</c:v>
                </c:pt>
                <c:pt idx="430">
                  <c:v>182.70175171</c:v>
                </c:pt>
                <c:pt idx="431">
                  <c:v>184.43130493</c:v>
                </c:pt>
                <c:pt idx="432">
                  <c:v>176.94219971</c:v>
                </c:pt>
                <c:pt idx="433">
                  <c:v>191.5402832</c:v>
                </c:pt>
                <c:pt idx="434">
                  <c:v>180.55166626</c:v>
                </c:pt>
                <c:pt idx="435">
                  <c:v>189.02110291</c:v>
                </c:pt>
                <c:pt idx="436">
                  <c:v>184.28900146</c:v>
                </c:pt>
                <c:pt idx="437">
                  <c:v>185.36044312</c:v>
                </c:pt>
                <c:pt idx="438">
                  <c:v>176.18338013</c:v>
                </c:pt>
                <c:pt idx="439">
                  <c:v>177.6618042</c:v>
                </c:pt>
                <c:pt idx="440">
                  <c:v>183.71377563</c:v>
                </c:pt>
                <c:pt idx="441">
                  <c:v>188.05537415</c:v>
                </c:pt>
                <c:pt idx="442">
                  <c:v>187.16439819</c:v>
                </c:pt>
                <c:pt idx="443">
                  <c:v>176.00332642</c:v>
                </c:pt>
                <c:pt idx="444">
                  <c:v>180.49435425</c:v>
                </c:pt>
                <c:pt idx="445">
                  <c:v>179.94714355</c:v>
                </c:pt>
                <c:pt idx="446">
                  <c:v>178.33248901</c:v>
                </c:pt>
                <c:pt idx="447">
                  <c:v>183.79718018</c:v>
                </c:pt>
                <c:pt idx="448">
                  <c:v>186.25344849</c:v>
                </c:pt>
                <c:pt idx="449">
                  <c:v>173.66688538</c:v>
                </c:pt>
                <c:pt idx="450">
                  <c:v>179.84971619</c:v>
                </c:pt>
                <c:pt idx="451">
                  <c:v>177.15475464</c:v>
                </c:pt>
                <c:pt idx="452">
                  <c:v>177.29141235</c:v>
                </c:pt>
                <c:pt idx="453">
                  <c:v>175.83786011</c:v>
                </c:pt>
                <c:pt idx="454">
                  <c:v>179.87393188</c:v>
                </c:pt>
                <c:pt idx="455">
                  <c:v>172.30351257</c:v>
                </c:pt>
                <c:pt idx="456">
                  <c:v>189.35641479</c:v>
                </c:pt>
                <c:pt idx="457">
                  <c:v>179.85188293</c:v>
                </c:pt>
                <c:pt idx="458">
                  <c:v>186.8840332</c:v>
                </c:pt>
                <c:pt idx="459">
                  <c:v>177.01855469</c:v>
                </c:pt>
                <c:pt idx="460">
                  <c:v>176.35310364</c:v>
                </c:pt>
                <c:pt idx="461">
                  <c:v>183.16436768</c:v>
                </c:pt>
                <c:pt idx="462">
                  <c:v>173.75213623</c:v>
                </c:pt>
                <c:pt idx="463">
                  <c:v>174.11889648</c:v>
                </c:pt>
                <c:pt idx="464">
                  <c:v>173.65682983</c:v>
                </c:pt>
                <c:pt idx="465">
                  <c:v>178.45727539</c:v>
                </c:pt>
                <c:pt idx="466">
                  <c:v>181.39866638</c:v>
                </c:pt>
                <c:pt idx="467">
                  <c:v>182.08306885</c:v>
                </c:pt>
                <c:pt idx="468">
                  <c:v>186.82971191</c:v>
                </c:pt>
                <c:pt idx="469">
                  <c:v>175.12567139</c:v>
                </c:pt>
                <c:pt idx="470">
                  <c:v>187.46173096</c:v>
                </c:pt>
                <c:pt idx="471">
                  <c:v>184.02780151</c:v>
                </c:pt>
                <c:pt idx="472">
                  <c:v>171.91546631</c:v>
                </c:pt>
                <c:pt idx="473">
                  <c:v>192.3447876</c:v>
                </c:pt>
                <c:pt idx="474">
                  <c:v>182.14828491</c:v>
                </c:pt>
                <c:pt idx="475">
                  <c:v>175.87501526</c:v>
                </c:pt>
                <c:pt idx="476">
                  <c:v>178.39154053</c:v>
                </c:pt>
                <c:pt idx="477">
                  <c:v>184.10180664</c:v>
                </c:pt>
                <c:pt idx="478">
                  <c:v>188.81692505</c:v>
                </c:pt>
                <c:pt idx="479">
                  <c:v>176.09303284</c:v>
                </c:pt>
                <c:pt idx="480">
                  <c:v>177.59078979</c:v>
                </c:pt>
                <c:pt idx="481">
                  <c:v>165.57600403</c:v>
                </c:pt>
                <c:pt idx="482">
                  <c:v>180.43849182</c:v>
                </c:pt>
                <c:pt idx="483">
                  <c:v>179.0559845</c:v>
                </c:pt>
                <c:pt idx="484">
                  <c:v>179.20597839</c:v>
                </c:pt>
                <c:pt idx="485">
                  <c:v>180.88223267</c:v>
                </c:pt>
                <c:pt idx="486">
                  <c:v>184.63668823</c:v>
                </c:pt>
                <c:pt idx="487">
                  <c:v>177.0037384</c:v>
                </c:pt>
                <c:pt idx="488">
                  <c:v>191.8536377</c:v>
                </c:pt>
                <c:pt idx="489">
                  <c:v>179.28829956</c:v>
                </c:pt>
                <c:pt idx="490">
                  <c:v>175.42337036</c:v>
                </c:pt>
                <c:pt idx="491">
                  <c:v>175.99784851</c:v>
                </c:pt>
                <c:pt idx="492">
                  <c:v>177.77191162</c:v>
                </c:pt>
                <c:pt idx="493">
                  <c:v>180.24404907</c:v>
                </c:pt>
                <c:pt idx="494">
                  <c:v>184.76254272</c:v>
                </c:pt>
                <c:pt idx="495">
                  <c:v>168.73924255</c:v>
                </c:pt>
                <c:pt idx="496">
                  <c:v>171.77798462</c:v>
                </c:pt>
                <c:pt idx="497">
                  <c:v>177.37449646</c:v>
                </c:pt>
                <c:pt idx="498">
                  <c:v>168.28172302</c:v>
                </c:pt>
                <c:pt idx="499">
                  <c:v>182.09844971</c:v>
                </c:pt>
                <c:pt idx="500">
                  <c:v>173.62646484</c:v>
                </c:pt>
                <c:pt idx="501">
                  <c:v>176.11633301</c:v>
                </c:pt>
                <c:pt idx="502">
                  <c:v>157.85751343</c:v>
                </c:pt>
                <c:pt idx="503">
                  <c:v>176.01142883</c:v>
                </c:pt>
                <c:pt idx="504">
                  <c:v>184.38446045</c:v>
                </c:pt>
                <c:pt idx="505">
                  <c:v>172.60968018</c:v>
                </c:pt>
                <c:pt idx="506">
                  <c:v>173.66192627</c:v>
                </c:pt>
                <c:pt idx="507">
                  <c:v>179.80606079</c:v>
                </c:pt>
                <c:pt idx="508">
                  <c:v>191.06707764</c:v>
                </c:pt>
                <c:pt idx="509">
                  <c:v>177.36022949</c:v>
                </c:pt>
                <c:pt idx="510">
                  <c:v>177.81694031</c:v>
                </c:pt>
                <c:pt idx="511">
                  <c:v>172.9964447</c:v>
                </c:pt>
                <c:pt idx="512">
                  <c:v>178.37319946</c:v>
                </c:pt>
                <c:pt idx="513">
                  <c:v>171.81819153</c:v>
                </c:pt>
                <c:pt idx="514">
                  <c:v>169.62931824</c:v>
                </c:pt>
                <c:pt idx="515">
                  <c:v>158.72457886</c:v>
                </c:pt>
                <c:pt idx="516">
                  <c:v>184.97094727</c:v>
                </c:pt>
                <c:pt idx="517">
                  <c:v>184.88145447</c:v>
                </c:pt>
                <c:pt idx="518">
                  <c:v>182.78388977</c:v>
                </c:pt>
                <c:pt idx="519">
                  <c:v>179.14868164</c:v>
                </c:pt>
                <c:pt idx="520">
                  <c:v>176.2852478</c:v>
                </c:pt>
                <c:pt idx="521">
                  <c:v>179.48376465</c:v>
                </c:pt>
                <c:pt idx="522">
                  <c:v>174.96011353</c:v>
                </c:pt>
                <c:pt idx="523">
                  <c:v>184.22192383</c:v>
                </c:pt>
                <c:pt idx="524">
                  <c:v>182.57366943</c:v>
                </c:pt>
                <c:pt idx="525">
                  <c:v>173.01248169</c:v>
                </c:pt>
                <c:pt idx="526">
                  <c:v>182.6960144</c:v>
                </c:pt>
                <c:pt idx="527">
                  <c:v>180.48782349</c:v>
                </c:pt>
                <c:pt idx="528">
                  <c:v>179.75717163</c:v>
                </c:pt>
                <c:pt idx="529">
                  <c:v>174.5385437</c:v>
                </c:pt>
                <c:pt idx="530">
                  <c:v>176.59402466</c:v>
                </c:pt>
                <c:pt idx="531">
                  <c:v>175.28143311</c:v>
                </c:pt>
                <c:pt idx="532">
                  <c:v>170.68817139</c:v>
                </c:pt>
                <c:pt idx="533">
                  <c:v>175.95054626</c:v>
                </c:pt>
                <c:pt idx="534">
                  <c:v>179.8850708</c:v>
                </c:pt>
                <c:pt idx="535">
                  <c:v>175.90774536</c:v>
                </c:pt>
                <c:pt idx="536">
                  <c:v>177.57728577</c:v>
                </c:pt>
                <c:pt idx="537">
                  <c:v>177.48674011</c:v>
                </c:pt>
                <c:pt idx="538">
                  <c:v>179.43908691</c:v>
                </c:pt>
                <c:pt idx="539">
                  <c:v>170.88220215</c:v>
                </c:pt>
                <c:pt idx="540">
                  <c:v>180.23898315</c:v>
                </c:pt>
                <c:pt idx="541">
                  <c:v>185.75228882</c:v>
                </c:pt>
                <c:pt idx="542">
                  <c:v>182.17398071</c:v>
                </c:pt>
                <c:pt idx="543">
                  <c:v>179.25018311</c:v>
                </c:pt>
                <c:pt idx="544">
                  <c:v>179.69128418</c:v>
                </c:pt>
                <c:pt idx="545">
                  <c:v>175.68600464</c:v>
                </c:pt>
                <c:pt idx="546">
                  <c:v>177.11889648</c:v>
                </c:pt>
                <c:pt idx="547">
                  <c:v>170.78927612</c:v>
                </c:pt>
                <c:pt idx="548">
                  <c:v>179.71398926</c:v>
                </c:pt>
                <c:pt idx="549">
                  <c:v>178.90283203</c:v>
                </c:pt>
                <c:pt idx="550">
                  <c:v>176.0737915</c:v>
                </c:pt>
                <c:pt idx="551">
                  <c:v>180.02243042</c:v>
                </c:pt>
                <c:pt idx="552">
                  <c:v>177.43026733</c:v>
                </c:pt>
                <c:pt idx="553">
                  <c:v>172.9312439</c:v>
                </c:pt>
                <c:pt idx="554">
                  <c:v>180.94955444</c:v>
                </c:pt>
                <c:pt idx="555">
                  <c:v>174.4006958</c:v>
                </c:pt>
                <c:pt idx="556">
                  <c:v>171.75921631</c:v>
                </c:pt>
                <c:pt idx="557">
                  <c:v>187.74728394</c:v>
                </c:pt>
                <c:pt idx="558">
                  <c:v>189.24989319</c:v>
                </c:pt>
                <c:pt idx="559">
                  <c:v>177.67807007</c:v>
                </c:pt>
                <c:pt idx="560">
                  <c:v>174.13919067</c:v>
                </c:pt>
                <c:pt idx="561">
                  <c:v>176.10089111</c:v>
                </c:pt>
                <c:pt idx="562">
                  <c:v>183.76712036</c:v>
                </c:pt>
                <c:pt idx="563">
                  <c:v>174.26828003</c:v>
                </c:pt>
                <c:pt idx="564">
                  <c:v>179.85206604</c:v>
                </c:pt>
                <c:pt idx="565">
                  <c:v>190.86526489</c:v>
                </c:pt>
                <c:pt idx="566">
                  <c:v>176.94281006</c:v>
                </c:pt>
                <c:pt idx="567">
                  <c:v>178.24354553</c:v>
                </c:pt>
                <c:pt idx="568">
                  <c:v>186.25318909</c:v>
                </c:pt>
                <c:pt idx="569">
                  <c:v>173.85446167</c:v>
                </c:pt>
                <c:pt idx="570">
                  <c:v>176.94717407</c:v>
                </c:pt>
                <c:pt idx="571">
                  <c:v>183.36360168</c:v>
                </c:pt>
                <c:pt idx="572">
                  <c:v>167.78353882</c:v>
                </c:pt>
                <c:pt idx="573">
                  <c:v>177.23345947</c:v>
                </c:pt>
                <c:pt idx="574">
                  <c:v>170.28381348</c:v>
                </c:pt>
                <c:pt idx="575">
                  <c:v>182.34255981</c:v>
                </c:pt>
                <c:pt idx="576">
                  <c:v>172.23464966</c:v>
                </c:pt>
                <c:pt idx="577">
                  <c:v>185.77555847</c:v>
                </c:pt>
                <c:pt idx="578">
                  <c:v>177.7240448</c:v>
                </c:pt>
                <c:pt idx="579">
                  <c:v>167.25344849</c:v>
                </c:pt>
                <c:pt idx="580">
                  <c:v>182.07217407</c:v>
                </c:pt>
                <c:pt idx="581">
                  <c:v>174.20953369</c:v>
                </c:pt>
                <c:pt idx="582">
                  <c:v>167.98210144</c:v>
                </c:pt>
                <c:pt idx="583">
                  <c:v>177.39573669</c:v>
                </c:pt>
                <c:pt idx="584">
                  <c:v>169.79283142</c:v>
                </c:pt>
                <c:pt idx="585">
                  <c:v>167.38134766</c:v>
                </c:pt>
                <c:pt idx="586">
                  <c:v>181.95458984</c:v>
                </c:pt>
                <c:pt idx="587">
                  <c:v>182.59391785</c:v>
                </c:pt>
                <c:pt idx="588">
                  <c:v>178.64318848</c:v>
                </c:pt>
                <c:pt idx="589">
                  <c:v>180.70108032</c:v>
                </c:pt>
                <c:pt idx="590">
                  <c:v>180.93606567</c:v>
                </c:pt>
                <c:pt idx="591">
                  <c:v>181.49255371</c:v>
                </c:pt>
                <c:pt idx="592">
                  <c:v>182.38616943</c:v>
                </c:pt>
                <c:pt idx="593">
                  <c:v>180.69558716</c:v>
                </c:pt>
                <c:pt idx="594">
                  <c:v>179.25411987</c:v>
                </c:pt>
                <c:pt idx="595">
                  <c:v>188.37924194</c:v>
                </c:pt>
                <c:pt idx="596">
                  <c:v>171.99075317</c:v>
                </c:pt>
                <c:pt idx="597">
                  <c:v>183.87606812</c:v>
                </c:pt>
                <c:pt idx="598">
                  <c:v>182.05285645</c:v>
                </c:pt>
                <c:pt idx="599">
                  <c:v>180.7946167</c:v>
                </c:pt>
                <c:pt idx="600">
                  <c:v>180.36073303</c:v>
                </c:pt>
                <c:pt idx="601">
                  <c:v>173.8377533</c:v>
                </c:pt>
                <c:pt idx="602">
                  <c:v>188.11387634</c:v>
                </c:pt>
                <c:pt idx="603">
                  <c:v>166.59573364</c:v>
                </c:pt>
                <c:pt idx="604">
                  <c:v>172.42324829</c:v>
                </c:pt>
                <c:pt idx="605">
                  <c:v>181.66513062</c:v>
                </c:pt>
                <c:pt idx="606">
                  <c:v>167.66188049</c:v>
                </c:pt>
                <c:pt idx="607">
                  <c:v>166.45471191</c:v>
                </c:pt>
                <c:pt idx="608">
                  <c:v>178.03044128</c:v>
                </c:pt>
                <c:pt idx="609">
                  <c:v>177.6053772</c:v>
                </c:pt>
                <c:pt idx="610">
                  <c:v>178.75370789</c:v>
                </c:pt>
                <c:pt idx="611">
                  <c:v>181.60447693</c:v>
                </c:pt>
                <c:pt idx="612">
                  <c:v>171.19546509</c:v>
                </c:pt>
                <c:pt idx="613">
                  <c:v>173.79119873</c:v>
                </c:pt>
                <c:pt idx="614">
                  <c:v>186.28466797</c:v>
                </c:pt>
                <c:pt idx="615">
                  <c:v>168.56080627</c:v>
                </c:pt>
                <c:pt idx="616">
                  <c:v>183.68701172</c:v>
                </c:pt>
                <c:pt idx="617">
                  <c:v>176.4541626</c:v>
                </c:pt>
                <c:pt idx="618">
                  <c:v>170.00878906</c:v>
                </c:pt>
                <c:pt idx="619">
                  <c:v>189.75175476</c:v>
                </c:pt>
                <c:pt idx="620">
                  <c:v>174.02597046</c:v>
                </c:pt>
                <c:pt idx="621">
                  <c:v>167.0244751</c:v>
                </c:pt>
                <c:pt idx="622">
                  <c:v>166.82096863</c:v>
                </c:pt>
                <c:pt idx="623">
                  <c:v>182.04992676</c:v>
                </c:pt>
                <c:pt idx="624">
                  <c:v>177.27774048</c:v>
                </c:pt>
                <c:pt idx="625">
                  <c:v>170.06358337</c:v>
                </c:pt>
                <c:pt idx="626">
                  <c:v>170.20314026</c:v>
                </c:pt>
                <c:pt idx="627">
                  <c:v>176.97512817</c:v>
                </c:pt>
                <c:pt idx="628">
                  <c:v>179.87875366</c:v>
                </c:pt>
                <c:pt idx="629">
                  <c:v>165.0349884</c:v>
                </c:pt>
                <c:pt idx="630">
                  <c:v>182.47921753</c:v>
                </c:pt>
                <c:pt idx="631">
                  <c:v>183.28147888</c:v>
                </c:pt>
                <c:pt idx="632">
                  <c:v>176.13552856</c:v>
                </c:pt>
                <c:pt idx="633">
                  <c:v>180.27401733</c:v>
                </c:pt>
                <c:pt idx="634">
                  <c:v>180.63198853</c:v>
                </c:pt>
                <c:pt idx="635">
                  <c:v>181.60848999</c:v>
                </c:pt>
                <c:pt idx="636">
                  <c:v>168.88838196</c:v>
                </c:pt>
                <c:pt idx="637">
                  <c:v>177.96168518</c:v>
                </c:pt>
                <c:pt idx="638">
                  <c:v>173.26412964</c:v>
                </c:pt>
                <c:pt idx="639">
                  <c:v>181.36236572</c:v>
                </c:pt>
                <c:pt idx="640">
                  <c:v>178.59390259</c:v>
                </c:pt>
                <c:pt idx="641">
                  <c:v>192.7428894</c:v>
                </c:pt>
                <c:pt idx="642">
                  <c:v>179.76249695</c:v>
                </c:pt>
                <c:pt idx="643">
                  <c:v>176.61549377</c:v>
                </c:pt>
                <c:pt idx="644">
                  <c:v>180.49487305</c:v>
                </c:pt>
                <c:pt idx="645">
                  <c:v>184.39962769</c:v>
                </c:pt>
                <c:pt idx="646">
                  <c:v>174.48001099</c:v>
                </c:pt>
                <c:pt idx="647">
                  <c:v>180.08984375</c:v>
                </c:pt>
                <c:pt idx="648">
                  <c:v>189.95335388</c:v>
                </c:pt>
                <c:pt idx="649">
                  <c:v>179.95968628</c:v>
                </c:pt>
                <c:pt idx="650">
                  <c:v>172.12155151</c:v>
                </c:pt>
                <c:pt idx="651">
                  <c:v>179.70925903</c:v>
                </c:pt>
                <c:pt idx="652">
                  <c:v>174.63037109</c:v>
                </c:pt>
                <c:pt idx="653">
                  <c:v>182.51922607</c:v>
                </c:pt>
                <c:pt idx="654">
                  <c:v>182.58178711</c:v>
                </c:pt>
                <c:pt idx="655">
                  <c:v>177.51016235</c:v>
                </c:pt>
                <c:pt idx="656">
                  <c:v>174.57209778</c:v>
                </c:pt>
                <c:pt idx="657">
                  <c:v>172.41712952</c:v>
                </c:pt>
                <c:pt idx="658">
                  <c:v>185.33650208</c:v>
                </c:pt>
                <c:pt idx="659">
                  <c:v>164.188797</c:v>
                </c:pt>
                <c:pt idx="660">
                  <c:v>185.11608887</c:v>
                </c:pt>
                <c:pt idx="661">
                  <c:v>183.40765381</c:v>
                </c:pt>
                <c:pt idx="662">
                  <c:v>183.68830872</c:v>
                </c:pt>
                <c:pt idx="663">
                  <c:v>184.97909546</c:v>
                </c:pt>
                <c:pt idx="664">
                  <c:v>190.74099731</c:v>
                </c:pt>
                <c:pt idx="665">
                  <c:v>173.87983704</c:v>
                </c:pt>
                <c:pt idx="666">
                  <c:v>176.96894836</c:v>
                </c:pt>
                <c:pt idx="667">
                  <c:v>172.47093201</c:v>
                </c:pt>
                <c:pt idx="668">
                  <c:v>175.32510376</c:v>
                </c:pt>
                <c:pt idx="669">
                  <c:v>185.86143494</c:v>
                </c:pt>
                <c:pt idx="670">
                  <c:v>178.97177124</c:v>
                </c:pt>
                <c:pt idx="671">
                  <c:v>178.2605896</c:v>
                </c:pt>
                <c:pt idx="672">
                  <c:v>182.16140747</c:v>
                </c:pt>
                <c:pt idx="673">
                  <c:v>175.1055603</c:v>
                </c:pt>
                <c:pt idx="674">
                  <c:v>183.09011841</c:v>
                </c:pt>
                <c:pt idx="675">
                  <c:v>177.01742554</c:v>
                </c:pt>
                <c:pt idx="676">
                  <c:v>187.75872803</c:v>
                </c:pt>
                <c:pt idx="677">
                  <c:v>176.59432983</c:v>
                </c:pt>
                <c:pt idx="678">
                  <c:v>176.10688782</c:v>
                </c:pt>
                <c:pt idx="679">
                  <c:v>177.29727173</c:v>
                </c:pt>
                <c:pt idx="680">
                  <c:v>174.44726563</c:v>
                </c:pt>
                <c:pt idx="681">
                  <c:v>176.51568604</c:v>
                </c:pt>
                <c:pt idx="682">
                  <c:v>177.81497192</c:v>
                </c:pt>
                <c:pt idx="683">
                  <c:v>177.57089233</c:v>
                </c:pt>
                <c:pt idx="684">
                  <c:v>167.06207275</c:v>
                </c:pt>
                <c:pt idx="685">
                  <c:v>167.62382507</c:v>
                </c:pt>
                <c:pt idx="686">
                  <c:v>184.39480591</c:v>
                </c:pt>
                <c:pt idx="687">
                  <c:v>180.17227173</c:v>
                </c:pt>
                <c:pt idx="688">
                  <c:v>176.59066772</c:v>
                </c:pt>
                <c:pt idx="689">
                  <c:v>179.13475037</c:v>
                </c:pt>
                <c:pt idx="690">
                  <c:v>181.10954285</c:v>
                </c:pt>
                <c:pt idx="691">
                  <c:v>179.93321228</c:v>
                </c:pt>
                <c:pt idx="692">
                  <c:v>178.72029114</c:v>
                </c:pt>
                <c:pt idx="693">
                  <c:v>164.27978516</c:v>
                </c:pt>
                <c:pt idx="694">
                  <c:v>168.22009277</c:v>
                </c:pt>
                <c:pt idx="695">
                  <c:v>177.09361267</c:v>
                </c:pt>
                <c:pt idx="696">
                  <c:v>166.05975342</c:v>
                </c:pt>
                <c:pt idx="697">
                  <c:v>171.35699463</c:v>
                </c:pt>
                <c:pt idx="698">
                  <c:v>179.55459595</c:v>
                </c:pt>
                <c:pt idx="699">
                  <c:v>190.26133728</c:v>
                </c:pt>
                <c:pt idx="700">
                  <c:v>174.09965515</c:v>
                </c:pt>
                <c:pt idx="701">
                  <c:v>185.24687195</c:v>
                </c:pt>
                <c:pt idx="702">
                  <c:v>175.6007843</c:v>
                </c:pt>
                <c:pt idx="703">
                  <c:v>183.17025757</c:v>
                </c:pt>
                <c:pt idx="704">
                  <c:v>176.32818604</c:v>
                </c:pt>
                <c:pt idx="705">
                  <c:v>169.94668579</c:v>
                </c:pt>
                <c:pt idx="706">
                  <c:v>175.88012695</c:v>
                </c:pt>
                <c:pt idx="707">
                  <c:v>170.56419373</c:v>
                </c:pt>
                <c:pt idx="708">
                  <c:v>173.95606995</c:v>
                </c:pt>
                <c:pt idx="709">
                  <c:v>184.99118042</c:v>
                </c:pt>
                <c:pt idx="710">
                  <c:v>180.38739014</c:v>
                </c:pt>
                <c:pt idx="711">
                  <c:v>172.97921753</c:v>
                </c:pt>
                <c:pt idx="712">
                  <c:v>176.83747864</c:v>
                </c:pt>
                <c:pt idx="713">
                  <c:v>180.24090576</c:v>
                </c:pt>
                <c:pt idx="714">
                  <c:v>190.35704041</c:v>
                </c:pt>
                <c:pt idx="715">
                  <c:v>179.99729919</c:v>
                </c:pt>
                <c:pt idx="716">
                  <c:v>180.86103821</c:v>
                </c:pt>
                <c:pt idx="717">
                  <c:v>177.71591187</c:v>
                </c:pt>
                <c:pt idx="718">
                  <c:v>182.63574219</c:v>
                </c:pt>
                <c:pt idx="719">
                  <c:v>186.76071167</c:v>
                </c:pt>
                <c:pt idx="720">
                  <c:v>178.97677612</c:v>
                </c:pt>
                <c:pt idx="721">
                  <c:v>174.49940491</c:v>
                </c:pt>
                <c:pt idx="722">
                  <c:v>176.77293396</c:v>
                </c:pt>
                <c:pt idx="723">
                  <c:v>183.43711853</c:v>
                </c:pt>
                <c:pt idx="724">
                  <c:v>172.83517456</c:v>
                </c:pt>
                <c:pt idx="725">
                  <c:v>180.26831055</c:v>
                </c:pt>
                <c:pt idx="726">
                  <c:v>181.06625366</c:v>
                </c:pt>
                <c:pt idx="727">
                  <c:v>183.94953918</c:v>
                </c:pt>
                <c:pt idx="728">
                  <c:v>168.47544861</c:v>
                </c:pt>
                <c:pt idx="729">
                  <c:v>173.56497192</c:v>
                </c:pt>
                <c:pt idx="730">
                  <c:v>184.37976074</c:v>
                </c:pt>
                <c:pt idx="731">
                  <c:v>160.31988525</c:v>
                </c:pt>
                <c:pt idx="732">
                  <c:v>173.66773987</c:v>
                </c:pt>
                <c:pt idx="733">
                  <c:v>174.00259399</c:v>
                </c:pt>
                <c:pt idx="734">
                  <c:v>174.05789185</c:v>
                </c:pt>
                <c:pt idx="735">
                  <c:v>170.77816772</c:v>
                </c:pt>
                <c:pt idx="736">
                  <c:v>167.9569397</c:v>
                </c:pt>
                <c:pt idx="737">
                  <c:v>171.49609375</c:v>
                </c:pt>
                <c:pt idx="738">
                  <c:v>176.79516602</c:v>
                </c:pt>
                <c:pt idx="739">
                  <c:v>180.29406738</c:v>
                </c:pt>
                <c:pt idx="740">
                  <c:v>174.26544189</c:v>
                </c:pt>
                <c:pt idx="741">
                  <c:v>177.92279053</c:v>
                </c:pt>
                <c:pt idx="742">
                  <c:v>178.94219971</c:v>
                </c:pt>
                <c:pt idx="743">
                  <c:v>176.52539063</c:v>
                </c:pt>
                <c:pt idx="744">
                  <c:v>184.61003113</c:v>
                </c:pt>
                <c:pt idx="745">
                  <c:v>182.79611206</c:v>
                </c:pt>
                <c:pt idx="746">
                  <c:v>177.32672119</c:v>
                </c:pt>
                <c:pt idx="747">
                  <c:v>167.82884216</c:v>
                </c:pt>
                <c:pt idx="748">
                  <c:v>179.49298096</c:v>
                </c:pt>
                <c:pt idx="749">
                  <c:v>179.99389648</c:v>
                </c:pt>
                <c:pt idx="750">
                  <c:v>168.31082153</c:v>
                </c:pt>
                <c:pt idx="751">
                  <c:v>193.49417114</c:v>
                </c:pt>
                <c:pt idx="752">
                  <c:v>174.15496826</c:v>
                </c:pt>
                <c:pt idx="753">
                  <c:v>178.42492676</c:v>
                </c:pt>
                <c:pt idx="754">
                  <c:v>171.50335693</c:v>
                </c:pt>
                <c:pt idx="755">
                  <c:v>181.693573</c:v>
                </c:pt>
                <c:pt idx="756">
                  <c:v>166.73126221</c:v>
                </c:pt>
                <c:pt idx="757">
                  <c:v>162.8444519</c:v>
                </c:pt>
                <c:pt idx="758">
                  <c:v>168.24691772</c:v>
                </c:pt>
                <c:pt idx="759">
                  <c:v>175.44198608</c:v>
                </c:pt>
                <c:pt idx="760">
                  <c:v>179.04597473</c:v>
                </c:pt>
                <c:pt idx="761">
                  <c:v>185.42730713</c:v>
                </c:pt>
                <c:pt idx="762">
                  <c:v>177.99105835</c:v>
                </c:pt>
                <c:pt idx="763">
                  <c:v>180.80157471</c:v>
                </c:pt>
                <c:pt idx="764">
                  <c:v>175.72689819</c:v>
                </c:pt>
                <c:pt idx="765">
                  <c:v>174.80609131</c:v>
                </c:pt>
                <c:pt idx="766">
                  <c:v>172.862854</c:v>
                </c:pt>
                <c:pt idx="767">
                  <c:v>176.35049438</c:v>
                </c:pt>
                <c:pt idx="768">
                  <c:v>170.69480896</c:v>
                </c:pt>
                <c:pt idx="769">
                  <c:v>168.79669189</c:v>
                </c:pt>
                <c:pt idx="770">
                  <c:v>171.55441284</c:v>
                </c:pt>
                <c:pt idx="771">
                  <c:v>166.45051575</c:v>
                </c:pt>
                <c:pt idx="772">
                  <c:v>171.42643738</c:v>
                </c:pt>
                <c:pt idx="773">
                  <c:v>174.94233704</c:v>
                </c:pt>
                <c:pt idx="774">
                  <c:v>175.5508728</c:v>
                </c:pt>
                <c:pt idx="775">
                  <c:v>174.63009644</c:v>
                </c:pt>
                <c:pt idx="776">
                  <c:v>178.79006958</c:v>
                </c:pt>
                <c:pt idx="777">
                  <c:v>185.40884399</c:v>
                </c:pt>
                <c:pt idx="778">
                  <c:v>173.04379272</c:v>
                </c:pt>
                <c:pt idx="779">
                  <c:v>179.42687988</c:v>
                </c:pt>
                <c:pt idx="780">
                  <c:v>188.84068298</c:v>
                </c:pt>
                <c:pt idx="781">
                  <c:v>182.3734436</c:v>
                </c:pt>
                <c:pt idx="782">
                  <c:v>174.37800598</c:v>
                </c:pt>
                <c:pt idx="783">
                  <c:v>168.00234985</c:v>
                </c:pt>
                <c:pt idx="784">
                  <c:v>179.77635193</c:v>
                </c:pt>
                <c:pt idx="785">
                  <c:v>174.56375122</c:v>
                </c:pt>
                <c:pt idx="786">
                  <c:v>161.98939514</c:v>
                </c:pt>
                <c:pt idx="787">
                  <c:v>169.0103302</c:v>
                </c:pt>
                <c:pt idx="788">
                  <c:v>179.83648682</c:v>
                </c:pt>
                <c:pt idx="789">
                  <c:v>177.48101807</c:v>
                </c:pt>
                <c:pt idx="790">
                  <c:v>167.30265808</c:v>
                </c:pt>
                <c:pt idx="791">
                  <c:v>177.18139648</c:v>
                </c:pt>
                <c:pt idx="792">
                  <c:v>167.95452881</c:v>
                </c:pt>
                <c:pt idx="793">
                  <c:v>177.41621399</c:v>
                </c:pt>
                <c:pt idx="794">
                  <c:v>183.25140381</c:v>
                </c:pt>
                <c:pt idx="795">
                  <c:v>184.4576416</c:v>
                </c:pt>
                <c:pt idx="796">
                  <c:v>170.07214355</c:v>
                </c:pt>
                <c:pt idx="797">
                  <c:v>177.02786255</c:v>
                </c:pt>
                <c:pt idx="798">
                  <c:v>178.71044922</c:v>
                </c:pt>
                <c:pt idx="799">
                  <c:v>171.23826599</c:v>
                </c:pt>
                <c:pt idx="800">
                  <c:v>180.71394348</c:v>
                </c:pt>
                <c:pt idx="801">
                  <c:v>164.43388367</c:v>
                </c:pt>
                <c:pt idx="802">
                  <c:v>169.63726807</c:v>
                </c:pt>
                <c:pt idx="803">
                  <c:v>173.00738525</c:v>
                </c:pt>
                <c:pt idx="804">
                  <c:v>182.20292664</c:v>
                </c:pt>
                <c:pt idx="805">
                  <c:v>175.17999268</c:v>
                </c:pt>
                <c:pt idx="806">
                  <c:v>169.20333862</c:v>
                </c:pt>
                <c:pt idx="807">
                  <c:v>172.14361572</c:v>
                </c:pt>
                <c:pt idx="808">
                  <c:v>168.80310059</c:v>
                </c:pt>
                <c:pt idx="809">
                  <c:v>174.0241394</c:v>
                </c:pt>
                <c:pt idx="810">
                  <c:v>171.57824707</c:v>
                </c:pt>
                <c:pt idx="811">
                  <c:v>177.90353394</c:v>
                </c:pt>
                <c:pt idx="812">
                  <c:v>174.69642639</c:v>
                </c:pt>
                <c:pt idx="813">
                  <c:v>173.88389587</c:v>
                </c:pt>
                <c:pt idx="814">
                  <c:v>172.82144165</c:v>
                </c:pt>
                <c:pt idx="815">
                  <c:v>171.53337097</c:v>
                </c:pt>
                <c:pt idx="816">
                  <c:v>178.11981201</c:v>
                </c:pt>
                <c:pt idx="817">
                  <c:v>185.36839294</c:v>
                </c:pt>
                <c:pt idx="818">
                  <c:v>172.82717896</c:v>
                </c:pt>
                <c:pt idx="819">
                  <c:v>186.38583374</c:v>
                </c:pt>
                <c:pt idx="820">
                  <c:v>178.49024963</c:v>
                </c:pt>
                <c:pt idx="821">
                  <c:v>172.13044739</c:v>
                </c:pt>
                <c:pt idx="822">
                  <c:v>177.50878906</c:v>
                </c:pt>
                <c:pt idx="823">
                  <c:v>170.41168213</c:v>
                </c:pt>
                <c:pt idx="824">
                  <c:v>186.30207825</c:v>
                </c:pt>
                <c:pt idx="825">
                  <c:v>179.99911499</c:v>
                </c:pt>
                <c:pt idx="826">
                  <c:v>170.10829163</c:v>
                </c:pt>
                <c:pt idx="827">
                  <c:v>170.02270508</c:v>
                </c:pt>
                <c:pt idx="828">
                  <c:v>180.71084595</c:v>
                </c:pt>
                <c:pt idx="829">
                  <c:v>178.41040039</c:v>
                </c:pt>
                <c:pt idx="830">
                  <c:v>176.43615723</c:v>
                </c:pt>
                <c:pt idx="831">
                  <c:v>175.68330383</c:v>
                </c:pt>
                <c:pt idx="832">
                  <c:v>170.66334534</c:v>
                </c:pt>
                <c:pt idx="833">
                  <c:v>181.15307617</c:v>
                </c:pt>
                <c:pt idx="834">
                  <c:v>163.14247131</c:v>
                </c:pt>
                <c:pt idx="835">
                  <c:v>174.46768188</c:v>
                </c:pt>
                <c:pt idx="836">
                  <c:v>169.0725708</c:v>
                </c:pt>
                <c:pt idx="837">
                  <c:v>175.27655029</c:v>
                </c:pt>
                <c:pt idx="838">
                  <c:v>166.21025085</c:v>
                </c:pt>
                <c:pt idx="839">
                  <c:v>182.03033447</c:v>
                </c:pt>
                <c:pt idx="840">
                  <c:v>167.95510864</c:v>
                </c:pt>
                <c:pt idx="841">
                  <c:v>176.13755798</c:v>
                </c:pt>
                <c:pt idx="842">
                  <c:v>177.63583374</c:v>
                </c:pt>
                <c:pt idx="843">
                  <c:v>173.35601807</c:v>
                </c:pt>
                <c:pt idx="844">
                  <c:v>172.77772522</c:v>
                </c:pt>
                <c:pt idx="845">
                  <c:v>180.21583557</c:v>
                </c:pt>
                <c:pt idx="846">
                  <c:v>168.39329529</c:v>
                </c:pt>
                <c:pt idx="847">
                  <c:v>182.33679199</c:v>
                </c:pt>
                <c:pt idx="848">
                  <c:v>158.89247131</c:v>
                </c:pt>
                <c:pt idx="849">
                  <c:v>175.36676025</c:v>
                </c:pt>
                <c:pt idx="850">
                  <c:v>173.49827576</c:v>
                </c:pt>
                <c:pt idx="851">
                  <c:v>176.75108337</c:v>
                </c:pt>
                <c:pt idx="852">
                  <c:v>179.66705322</c:v>
                </c:pt>
                <c:pt idx="853">
                  <c:v>172.31491089</c:v>
                </c:pt>
                <c:pt idx="854">
                  <c:v>173.40234375</c:v>
                </c:pt>
                <c:pt idx="855">
                  <c:v>175.09777832</c:v>
                </c:pt>
                <c:pt idx="856">
                  <c:v>173.70046997</c:v>
                </c:pt>
                <c:pt idx="857">
                  <c:v>173.41152954</c:v>
                </c:pt>
                <c:pt idx="858">
                  <c:v>178.36476135</c:v>
                </c:pt>
                <c:pt idx="859">
                  <c:v>172.30601501</c:v>
                </c:pt>
                <c:pt idx="860">
                  <c:v>170.42861938</c:v>
                </c:pt>
                <c:pt idx="861">
                  <c:v>171.98339844</c:v>
                </c:pt>
                <c:pt idx="862">
                  <c:v>192.27668762</c:v>
                </c:pt>
                <c:pt idx="863">
                  <c:v>173.03936768</c:v>
                </c:pt>
                <c:pt idx="864">
                  <c:v>177.14044189</c:v>
                </c:pt>
                <c:pt idx="865">
                  <c:v>169.02819824</c:v>
                </c:pt>
                <c:pt idx="866">
                  <c:v>182.08097839</c:v>
                </c:pt>
                <c:pt idx="867">
                  <c:v>175.50128174</c:v>
                </c:pt>
                <c:pt idx="868">
                  <c:v>171.54626465</c:v>
                </c:pt>
                <c:pt idx="869">
                  <c:v>179.24783325</c:v>
                </c:pt>
                <c:pt idx="870">
                  <c:v>167.42477417</c:v>
                </c:pt>
                <c:pt idx="871">
                  <c:v>176.41412354</c:v>
                </c:pt>
                <c:pt idx="872">
                  <c:v>178.84301758</c:v>
                </c:pt>
                <c:pt idx="873">
                  <c:v>184.19529724</c:v>
                </c:pt>
                <c:pt idx="874">
                  <c:v>178.64784241</c:v>
                </c:pt>
                <c:pt idx="875">
                  <c:v>175.08787537</c:v>
                </c:pt>
                <c:pt idx="876">
                  <c:v>169.18087769</c:v>
                </c:pt>
                <c:pt idx="877">
                  <c:v>177.80703735</c:v>
                </c:pt>
                <c:pt idx="878">
                  <c:v>168.01205444</c:v>
                </c:pt>
                <c:pt idx="879">
                  <c:v>164.08041382</c:v>
                </c:pt>
                <c:pt idx="880">
                  <c:v>174.3021698</c:v>
                </c:pt>
                <c:pt idx="881">
                  <c:v>181.11880493</c:v>
                </c:pt>
                <c:pt idx="882">
                  <c:v>175.96505737</c:v>
                </c:pt>
                <c:pt idx="883">
                  <c:v>162.56765747</c:v>
                </c:pt>
                <c:pt idx="884">
                  <c:v>166.23605347</c:v>
                </c:pt>
                <c:pt idx="885">
                  <c:v>177.43939209</c:v>
                </c:pt>
                <c:pt idx="886">
                  <c:v>163.24014282</c:v>
                </c:pt>
                <c:pt idx="887">
                  <c:v>171.87930298</c:v>
                </c:pt>
                <c:pt idx="888">
                  <c:v>183.68734741</c:v>
                </c:pt>
                <c:pt idx="889">
                  <c:v>163.51928711</c:v>
                </c:pt>
                <c:pt idx="890">
                  <c:v>174.18444824</c:v>
                </c:pt>
                <c:pt idx="891">
                  <c:v>178.56661987</c:v>
                </c:pt>
                <c:pt idx="892">
                  <c:v>183.80838013</c:v>
                </c:pt>
                <c:pt idx="893">
                  <c:v>167.85704041</c:v>
                </c:pt>
                <c:pt idx="894">
                  <c:v>176.85632324</c:v>
                </c:pt>
                <c:pt idx="895">
                  <c:v>169.07977295</c:v>
                </c:pt>
                <c:pt idx="896">
                  <c:v>168.66639709</c:v>
                </c:pt>
                <c:pt idx="897">
                  <c:v>168.45721436</c:v>
                </c:pt>
                <c:pt idx="898">
                  <c:v>160.56645203</c:v>
                </c:pt>
                <c:pt idx="899">
                  <c:v>152.91333008</c:v>
                </c:pt>
                <c:pt idx="900">
                  <c:v>166.84994507</c:v>
                </c:pt>
                <c:pt idx="901">
                  <c:v>176.284729</c:v>
                </c:pt>
                <c:pt idx="902">
                  <c:v>176.58917236</c:v>
                </c:pt>
                <c:pt idx="903">
                  <c:v>162.12945557</c:v>
                </c:pt>
                <c:pt idx="904">
                  <c:v>178.48120117</c:v>
                </c:pt>
                <c:pt idx="905">
                  <c:v>178.02798462</c:v>
                </c:pt>
                <c:pt idx="906">
                  <c:v>178.33634949</c:v>
                </c:pt>
                <c:pt idx="907">
                  <c:v>179.61373901</c:v>
                </c:pt>
                <c:pt idx="908">
                  <c:v>171.3896637</c:v>
                </c:pt>
                <c:pt idx="909">
                  <c:v>163.48634338</c:v>
                </c:pt>
                <c:pt idx="910">
                  <c:v>177.72595215</c:v>
                </c:pt>
                <c:pt idx="911">
                  <c:v>177.5065918</c:v>
                </c:pt>
                <c:pt idx="912">
                  <c:v>179.14183044</c:v>
                </c:pt>
                <c:pt idx="913">
                  <c:v>171.19906616</c:v>
                </c:pt>
                <c:pt idx="914">
                  <c:v>173.00172424</c:v>
                </c:pt>
                <c:pt idx="915">
                  <c:v>177.16766357</c:v>
                </c:pt>
                <c:pt idx="916">
                  <c:v>182.86508179</c:v>
                </c:pt>
                <c:pt idx="917">
                  <c:v>165.5852356</c:v>
                </c:pt>
                <c:pt idx="918">
                  <c:v>177.06784058</c:v>
                </c:pt>
                <c:pt idx="919">
                  <c:v>175.35003662</c:v>
                </c:pt>
                <c:pt idx="920">
                  <c:v>170.10620117</c:v>
                </c:pt>
                <c:pt idx="921">
                  <c:v>176.31478882</c:v>
                </c:pt>
                <c:pt idx="922">
                  <c:v>177.7734375</c:v>
                </c:pt>
                <c:pt idx="923">
                  <c:v>169.38711548</c:v>
                </c:pt>
                <c:pt idx="924">
                  <c:v>162.10153198</c:v>
                </c:pt>
                <c:pt idx="925">
                  <c:v>173.61755371</c:v>
                </c:pt>
                <c:pt idx="926">
                  <c:v>180.50819397</c:v>
                </c:pt>
                <c:pt idx="927">
                  <c:v>170.06466675</c:v>
                </c:pt>
                <c:pt idx="928">
                  <c:v>175.65844727</c:v>
                </c:pt>
                <c:pt idx="929">
                  <c:v>163.33888245</c:v>
                </c:pt>
                <c:pt idx="930">
                  <c:v>177.28141785</c:v>
                </c:pt>
                <c:pt idx="931">
                  <c:v>175.25804138</c:v>
                </c:pt>
                <c:pt idx="932">
                  <c:v>180.45457458</c:v>
                </c:pt>
                <c:pt idx="933">
                  <c:v>179.87757874</c:v>
                </c:pt>
                <c:pt idx="934">
                  <c:v>173.61239624</c:v>
                </c:pt>
                <c:pt idx="935">
                  <c:v>184.18881226</c:v>
                </c:pt>
                <c:pt idx="936">
                  <c:v>169.58744812</c:v>
                </c:pt>
                <c:pt idx="937">
                  <c:v>176.89012146</c:v>
                </c:pt>
                <c:pt idx="938">
                  <c:v>169.19281006</c:v>
                </c:pt>
                <c:pt idx="939">
                  <c:v>170.55389404</c:v>
                </c:pt>
                <c:pt idx="940">
                  <c:v>173.7956543</c:v>
                </c:pt>
                <c:pt idx="941">
                  <c:v>180.29554749</c:v>
                </c:pt>
                <c:pt idx="942">
                  <c:v>166.61791992</c:v>
                </c:pt>
                <c:pt idx="943">
                  <c:v>158.61610413</c:v>
                </c:pt>
                <c:pt idx="944">
                  <c:v>169.46743774</c:v>
                </c:pt>
                <c:pt idx="945">
                  <c:v>178.69778442</c:v>
                </c:pt>
                <c:pt idx="946">
                  <c:v>184.11065674</c:v>
                </c:pt>
                <c:pt idx="947">
                  <c:v>163.92132568</c:v>
                </c:pt>
                <c:pt idx="948">
                  <c:v>178.21511841</c:v>
                </c:pt>
                <c:pt idx="949">
                  <c:v>175.51937866</c:v>
                </c:pt>
                <c:pt idx="950">
                  <c:v>176.57798767</c:v>
                </c:pt>
                <c:pt idx="951">
                  <c:v>168.1300354</c:v>
                </c:pt>
                <c:pt idx="952">
                  <c:v>175.91752625</c:v>
                </c:pt>
                <c:pt idx="953">
                  <c:v>167.44430542</c:v>
                </c:pt>
                <c:pt idx="954">
                  <c:v>165.45019531</c:v>
                </c:pt>
                <c:pt idx="955">
                  <c:v>163.24819946</c:v>
                </c:pt>
                <c:pt idx="956">
                  <c:v>160.43453979</c:v>
                </c:pt>
                <c:pt idx="957">
                  <c:v>165.46905518</c:v>
                </c:pt>
                <c:pt idx="958">
                  <c:v>185.01077271</c:v>
                </c:pt>
                <c:pt idx="959">
                  <c:v>169.56782532</c:v>
                </c:pt>
                <c:pt idx="960">
                  <c:v>180.39994812</c:v>
                </c:pt>
                <c:pt idx="961">
                  <c:v>170.95124817</c:v>
                </c:pt>
                <c:pt idx="962">
                  <c:v>170.55554199</c:v>
                </c:pt>
                <c:pt idx="963">
                  <c:v>171.23742676</c:v>
                </c:pt>
                <c:pt idx="964">
                  <c:v>172.67623901</c:v>
                </c:pt>
                <c:pt idx="965">
                  <c:v>169.6668396</c:v>
                </c:pt>
                <c:pt idx="966">
                  <c:v>167.81594849</c:v>
                </c:pt>
                <c:pt idx="967">
                  <c:v>181.62963867</c:v>
                </c:pt>
                <c:pt idx="968">
                  <c:v>171.71705627</c:v>
                </c:pt>
                <c:pt idx="969">
                  <c:v>172.53540039</c:v>
                </c:pt>
                <c:pt idx="970">
                  <c:v>169.36477661</c:v>
                </c:pt>
                <c:pt idx="971">
                  <c:v>163.3210144</c:v>
                </c:pt>
                <c:pt idx="972">
                  <c:v>168.95324707</c:v>
                </c:pt>
                <c:pt idx="973">
                  <c:v>179.0723114</c:v>
                </c:pt>
                <c:pt idx="974">
                  <c:v>170.2525177</c:v>
                </c:pt>
                <c:pt idx="975">
                  <c:v>164.01733398</c:v>
                </c:pt>
                <c:pt idx="976">
                  <c:v>174.4733429</c:v>
                </c:pt>
                <c:pt idx="977">
                  <c:v>164.94664001</c:v>
                </c:pt>
                <c:pt idx="978">
                  <c:v>168.84185791</c:v>
                </c:pt>
                <c:pt idx="979">
                  <c:v>171.37969971</c:v>
                </c:pt>
                <c:pt idx="980">
                  <c:v>171.45874023</c:v>
                </c:pt>
                <c:pt idx="981">
                  <c:v>173.41139221</c:v>
                </c:pt>
                <c:pt idx="982">
                  <c:v>174.76940918</c:v>
                </c:pt>
                <c:pt idx="983">
                  <c:v>165.40145874</c:v>
                </c:pt>
                <c:pt idx="984">
                  <c:v>175.87588501</c:v>
                </c:pt>
                <c:pt idx="985">
                  <c:v>177.72390747</c:v>
                </c:pt>
                <c:pt idx="986">
                  <c:v>177.50466919</c:v>
                </c:pt>
                <c:pt idx="987">
                  <c:v>176.83995056</c:v>
                </c:pt>
                <c:pt idx="988">
                  <c:v>171.81170654</c:v>
                </c:pt>
                <c:pt idx="989">
                  <c:v>169.55899048</c:v>
                </c:pt>
                <c:pt idx="990">
                  <c:v>174.13278198</c:v>
                </c:pt>
                <c:pt idx="991">
                  <c:v>168.44010925</c:v>
                </c:pt>
                <c:pt idx="992">
                  <c:v>175.41877747</c:v>
                </c:pt>
                <c:pt idx="993">
                  <c:v>178.89886475</c:v>
                </c:pt>
                <c:pt idx="994">
                  <c:v>162.02459717</c:v>
                </c:pt>
                <c:pt idx="995">
                  <c:v>172.38464355</c:v>
                </c:pt>
                <c:pt idx="996">
                  <c:v>167.45379639</c:v>
                </c:pt>
                <c:pt idx="997">
                  <c:v>173.64985657</c:v>
                </c:pt>
                <c:pt idx="998">
                  <c:v>164.83587646</c:v>
                </c:pt>
                <c:pt idx="999">
                  <c:v>163.11564636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8DFE7"/>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10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Host updates (thousands)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25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plotArea>
      <c:scatterChart>
        <c:scatterStyle val="line"/>
        <c:ser>
          <c:idx val="0"/>
          <c:order val="0"/>
          <c:tx>
            <c:v>Host</c:v>
          </c:tx>
          <c:spPr>
            <a:ln xmlns:a="http://schemas.openxmlformats.org/drawingml/2006/main" w="15240">
              <a:solidFill>
                <a:srgbClr val="20365C"/>
              </a:solidFill>
            </a:ln>
          </c:spPr>
          <c:marker>
            <c:symbol val="none"/>
          </c:marker>
          <c:xVal>
            <c:numRef>
              <c:f>'Chart Data'!$A$2:$A$1001</c:f>
              <c:numCache>
                <c:formatCode>General</c:formatCode>
                <c:ptCount val="10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numCache>
            </c:numRef>
          </c:xVal>
          <c:yVal>
            <c:numRef>
              <c:f>'Chart Data'!$B$2:$B$1001</c:f>
              <c:numCache>
                <c:formatCode>General</c:formatCode>
                <c:ptCount val="1000"/>
                <c:pt idx="0">
                  <c:v>12.19752979</c:v>
                </c:pt>
                <c:pt idx="1">
                  <c:v>15.47320652</c:v>
                </c:pt>
                <c:pt idx="2">
                  <c:v>13.81936073</c:v>
                </c:pt>
                <c:pt idx="3">
                  <c:v>17.24420738</c:v>
                </c:pt>
                <c:pt idx="4">
                  <c:v>13.20221806</c:v>
                </c:pt>
                <c:pt idx="5">
                  <c:v>21.19789696</c:v>
                </c:pt>
                <c:pt idx="6">
                  <c:v>17.43736076</c:v>
                </c:pt>
                <c:pt idx="7">
                  <c:v>15.21612358</c:v>
                </c:pt>
                <c:pt idx="8">
                  <c:v>21.04926872</c:v>
                </c:pt>
                <c:pt idx="9">
                  <c:v>16.79242516</c:v>
                </c:pt>
                <c:pt idx="10">
                  <c:v>13.0026865</c:v>
                </c:pt>
                <c:pt idx="11">
                  <c:v>18.33595657</c:v>
                </c:pt>
                <c:pt idx="12">
                  <c:v>21.810812</c:v>
                </c:pt>
                <c:pt idx="13">
                  <c:v>20.87500763</c:v>
                </c:pt>
                <c:pt idx="14">
                  <c:v>20.98797226</c:v>
                </c:pt>
                <c:pt idx="15">
                  <c:v>21.34815407</c:v>
                </c:pt>
                <c:pt idx="16">
                  <c:v>16.10627747</c:v>
                </c:pt>
                <c:pt idx="17">
                  <c:v>26.74677277</c:v>
                </c:pt>
                <c:pt idx="18">
                  <c:v>19.22086716</c:v>
                </c:pt>
                <c:pt idx="19">
                  <c:v>33.99475098</c:v>
                </c:pt>
                <c:pt idx="20">
                  <c:v>38.26927567</c:v>
                </c:pt>
                <c:pt idx="21">
                  <c:v>18.7125988</c:v>
                </c:pt>
                <c:pt idx="22">
                  <c:v>19.96648216</c:v>
                </c:pt>
                <c:pt idx="23">
                  <c:v>27.67034149</c:v>
                </c:pt>
                <c:pt idx="24">
                  <c:v>26.4807663</c:v>
                </c:pt>
                <c:pt idx="25">
                  <c:v>25.85035324</c:v>
                </c:pt>
                <c:pt idx="26">
                  <c:v>27.92891693</c:v>
                </c:pt>
                <c:pt idx="27">
                  <c:v>29.9731884</c:v>
                </c:pt>
                <c:pt idx="28">
                  <c:v>30.06790543</c:v>
                </c:pt>
                <c:pt idx="29">
                  <c:v>32.52624512</c:v>
                </c:pt>
                <c:pt idx="30">
                  <c:v>29.13819885</c:v>
                </c:pt>
                <c:pt idx="31">
                  <c:v>44.22941208</c:v>
                </c:pt>
                <c:pt idx="32">
                  <c:v>25.9279232</c:v>
                </c:pt>
                <c:pt idx="33">
                  <c:v>25.1315155</c:v>
                </c:pt>
                <c:pt idx="34">
                  <c:v>25.74431992</c:v>
                </c:pt>
                <c:pt idx="35">
                  <c:v>34.235672</c:v>
                </c:pt>
                <c:pt idx="36">
                  <c:v>55.81658936</c:v>
                </c:pt>
                <c:pt idx="37">
                  <c:v>35.28709412</c:v>
                </c:pt>
                <c:pt idx="38">
                  <c:v>31.85311127</c:v>
                </c:pt>
                <c:pt idx="39">
                  <c:v>33.5771904</c:v>
                </c:pt>
                <c:pt idx="40">
                  <c:v>42.93154907</c:v>
                </c:pt>
                <c:pt idx="41">
                  <c:v>31.88363457</c:v>
                </c:pt>
                <c:pt idx="42">
                  <c:v>46.98345947</c:v>
                </c:pt>
                <c:pt idx="43">
                  <c:v>41.39165497</c:v>
                </c:pt>
                <c:pt idx="44">
                  <c:v>54.5992012</c:v>
                </c:pt>
                <c:pt idx="45">
                  <c:v>45.49182892</c:v>
                </c:pt>
                <c:pt idx="46">
                  <c:v>41.7794342</c:v>
                </c:pt>
                <c:pt idx="47">
                  <c:v>37.65673447</c:v>
                </c:pt>
                <c:pt idx="48">
                  <c:v>48.48783875</c:v>
                </c:pt>
                <c:pt idx="49">
                  <c:v>40.20037842</c:v>
                </c:pt>
                <c:pt idx="50">
                  <c:v>36.5618515</c:v>
                </c:pt>
                <c:pt idx="51">
                  <c:v>41.34622192</c:v>
                </c:pt>
                <c:pt idx="52">
                  <c:v>44.94063568</c:v>
                </c:pt>
                <c:pt idx="53">
                  <c:v>37.26566315</c:v>
                </c:pt>
                <c:pt idx="54">
                  <c:v>40.06977844</c:v>
                </c:pt>
                <c:pt idx="55">
                  <c:v>43.47817993</c:v>
                </c:pt>
                <c:pt idx="56">
                  <c:v>41.82613373</c:v>
                </c:pt>
                <c:pt idx="57">
                  <c:v>44.13752365</c:v>
                </c:pt>
                <c:pt idx="58">
                  <c:v>41.53694916</c:v>
                </c:pt>
                <c:pt idx="59">
                  <c:v>45.06628418</c:v>
                </c:pt>
                <c:pt idx="60">
                  <c:v>33.23467255</c:v>
                </c:pt>
                <c:pt idx="61">
                  <c:v>43.76843643</c:v>
                </c:pt>
                <c:pt idx="62">
                  <c:v>40.73724365</c:v>
                </c:pt>
                <c:pt idx="63">
                  <c:v>40.93562317</c:v>
                </c:pt>
                <c:pt idx="64">
                  <c:v>42.20602036</c:v>
                </c:pt>
                <c:pt idx="65">
                  <c:v>44.54865265</c:v>
                </c:pt>
                <c:pt idx="66">
                  <c:v>45.07184601</c:v>
                </c:pt>
                <c:pt idx="67">
                  <c:v>38.60883713</c:v>
                </c:pt>
                <c:pt idx="68">
                  <c:v>45.0227623</c:v>
                </c:pt>
                <c:pt idx="69">
                  <c:v>32.15177155</c:v>
                </c:pt>
                <c:pt idx="70">
                  <c:v>43.41531372</c:v>
                </c:pt>
                <c:pt idx="71">
                  <c:v>43.03047562</c:v>
                </c:pt>
                <c:pt idx="72">
                  <c:v>56.26929855</c:v>
                </c:pt>
                <c:pt idx="73">
                  <c:v>40.17372894</c:v>
                </c:pt>
                <c:pt idx="74">
                  <c:v>47.71876526</c:v>
                </c:pt>
                <c:pt idx="75">
                  <c:v>47.02420044</c:v>
                </c:pt>
                <c:pt idx="76">
                  <c:v>43.28863525</c:v>
                </c:pt>
                <c:pt idx="77">
                  <c:v>36.39183807</c:v>
                </c:pt>
                <c:pt idx="78">
                  <c:v>48.19141006</c:v>
                </c:pt>
                <c:pt idx="79">
                  <c:v>48.40161133</c:v>
                </c:pt>
                <c:pt idx="80">
                  <c:v>46.15288162</c:v>
                </c:pt>
                <c:pt idx="81">
                  <c:v>54.98294067</c:v>
                </c:pt>
                <c:pt idx="82">
                  <c:v>55.38236618</c:v>
                </c:pt>
                <c:pt idx="83">
                  <c:v>46.11672211</c:v>
                </c:pt>
                <c:pt idx="84">
                  <c:v>64.34745789</c:v>
                </c:pt>
                <c:pt idx="85">
                  <c:v>40.72552109</c:v>
                </c:pt>
                <c:pt idx="86">
                  <c:v>38.73371887</c:v>
                </c:pt>
                <c:pt idx="87">
                  <c:v>51.9113884</c:v>
                </c:pt>
                <c:pt idx="88">
                  <c:v>38.3548851</c:v>
                </c:pt>
                <c:pt idx="89">
                  <c:v>53.80113602</c:v>
                </c:pt>
                <c:pt idx="90">
                  <c:v>80.01550293</c:v>
                </c:pt>
                <c:pt idx="91">
                  <c:v>45.17273712</c:v>
                </c:pt>
                <c:pt idx="92">
                  <c:v>42.3403244</c:v>
                </c:pt>
                <c:pt idx="93">
                  <c:v>46.43425751</c:v>
                </c:pt>
                <c:pt idx="94">
                  <c:v>50.27872849</c:v>
                </c:pt>
                <c:pt idx="95">
                  <c:v>37.63978195</c:v>
                </c:pt>
                <c:pt idx="96">
                  <c:v>49.84754181</c:v>
                </c:pt>
                <c:pt idx="97">
                  <c:v>45.59106827</c:v>
                </c:pt>
                <c:pt idx="98">
                  <c:v>52.65211105</c:v>
                </c:pt>
                <c:pt idx="99">
                  <c:v>43.2076149</c:v>
                </c:pt>
                <c:pt idx="100">
                  <c:v>46.86850739</c:v>
                </c:pt>
                <c:pt idx="101">
                  <c:v>46.90750122</c:v>
                </c:pt>
                <c:pt idx="102">
                  <c:v>50.1529007</c:v>
                </c:pt>
                <c:pt idx="103">
                  <c:v>40.60506439</c:v>
                </c:pt>
                <c:pt idx="104">
                  <c:v>61.75041962</c:v>
                </c:pt>
                <c:pt idx="105">
                  <c:v>36.11336899</c:v>
                </c:pt>
                <c:pt idx="106">
                  <c:v>45.26414108</c:v>
                </c:pt>
                <c:pt idx="107">
                  <c:v>43.69872284</c:v>
                </c:pt>
                <c:pt idx="108">
                  <c:v>47.22657013</c:v>
                </c:pt>
                <c:pt idx="109">
                  <c:v>43.65785217</c:v>
                </c:pt>
                <c:pt idx="110">
                  <c:v>47.44908142</c:v>
                </c:pt>
                <c:pt idx="111">
                  <c:v>40.74272156</c:v>
                </c:pt>
                <c:pt idx="112">
                  <c:v>34.58231354</c:v>
                </c:pt>
                <c:pt idx="113">
                  <c:v>37.59725952</c:v>
                </c:pt>
                <c:pt idx="114">
                  <c:v>37.56678772</c:v>
                </c:pt>
                <c:pt idx="115">
                  <c:v>43.99980164</c:v>
                </c:pt>
                <c:pt idx="116">
                  <c:v>49.03404617</c:v>
                </c:pt>
                <c:pt idx="117">
                  <c:v>34.19877243</c:v>
                </c:pt>
                <c:pt idx="118">
                  <c:v>37.78259277</c:v>
                </c:pt>
                <c:pt idx="119">
                  <c:v>42.04442978</c:v>
                </c:pt>
                <c:pt idx="120">
                  <c:v>43.24512482</c:v>
                </c:pt>
                <c:pt idx="121">
                  <c:v>44.59094238</c:v>
                </c:pt>
                <c:pt idx="122">
                  <c:v>43.73665619</c:v>
                </c:pt>
                <c:pt idx="123">
                  <c:v>32.45421982</c:v>
                </c:pt>
                <c:pt idx="124">
                  <c:v>51.46311569</c:v>
                </c:pt>
                <c:pt idx="125">
                  <c:v>52.5818634</c:v>
                </c:pt>
                <c:pt idx="126">
                  <c:v>58.96073151</c:v>
                </c:pt>
                <c:pt idx="127">
                  <c:v>53.3278923</c:v>
                </c:pt>
                <c:pt idx="128">
                  <c:v>43.56322861</c:v>
                </c:pt>
                <c:pt idx="129">
                  <c:v>47.73898697</c:v>
                </c:pt>
                <c:pt idx="130">
                  <c:v>50.77012634</c:v>
                </c:pt>
                <c:pt idx="131">
                  <c:v>53.45059204</c:v>
                </c:pt>
                <c:pt idx="132">
                  <c:v>36.29180908</c:v>
                </c:pt>
                <c:pt idx="133">
                  <c:v>53.50113678</c:v>
                </c:pt>
                <c:pt idx="134">
                  <c:v>42.86179733</c:v>
                </c:pt>
                <c:pt idx="135">
                  <c:v>59.02877426</c:v>
                </c:pt>
                <c:pt idx="136">
                  <c:v>36.31173706</c:v>
                </c:pt>
                <c:pt idx="137">
                  <c:v>38.04167175</c:v>
                </c:pt>
                <c:pt idx="138">
                  <c:v>46.34386063</c:v>
                </c:pt>
                <c:pt idx="139">
                  <c:v>34.19062042</c:v>
                </c:pt>
                <c:pt idx="140">
                  <c:v>43.12453079</c:v>
                </c:pt>
                <c:pt idx="141">
                  <c:v>41.62419891</c:v>
                </c:pt>
                <c:pt idx="142">
                  <c:v>63.9089241</c:v>
                </c:pt>
                <c:pt idx="143">
                  <c:v>49.22968674</c:v>
                </c:pt>
                <c:pt idx="144">
                  <c:v>36.26559448</c:v>
                </c:pt>
                <c:pt idx="145">
                  <c:v>46.77837372</c:v>
                </c:pt>
                <c:pt idx="146">
                  <c:v>53.39129639</c:v>
                </c:pt>
                <c:pt idx="147">
                  <c:v>62.92924881</c:v>
                </c:pt>
                <c:pt idx="148">
                  <c:v>50.34057999</c:v>
                </c:pt>
                <c:pt idx="149">
                  <c:v>42.5100975</c:v>
                </c:pt>
                <c:pt idx="150">
                  <c:v>35.39912415</c:v>
                </c:pt>
                <c:pt idx="151">
                  <c:v>50.83382416</c:v>
                </c:pt>
                <c:pt idx="152">
                  <c:v>36.21483994</c:v>
                </c:pt>
                <c:pt idx="153">
                  <c:v>36.78921509</c:v>
                </c:pt>
                <c:pt idx="154">
                  <c:v>39.54970169</c:v>
                </c:pt>
                <c:pt idx="155">
                  <c:v>53.46045685</c:v>
                </c:pt>
                <c:pt idx="156">
                  <c:v>46.89883041</c:v>
                </c:pt>
                <c:pt idx="157">
                  <c:v>28.7572937</c:v>
                </c:pt>
                <c:pt idx="158">
                  <c:v>55.89821243</c:v>
                </c:pt>
                <c:pt idx="159">
                  <c:v>51.20856857</c:v>
                </c:pt>
                <c:pt idx="160">
                  <c:v>57.29095459</c:v>
                </c:pt>
                <c:pt idx="161">
                  <c:v>42.7983551</c:v>
                </c:pt>
                <c:pt idx="162">
                  <c:v>37.20359039</c:v>
                </c:pt>
                <c:pt idx="163">
                  <c:v>62.90844727</c:v>
                </c:pt>
                <c:pt idx="164">
                  <c:v>47.5751152</c:v>
                </c:pt>
                <c:pt idx="165">
                  <c:v>63.01750946</c:v>
                </c:pt>
                <c:pt idx="166">
                  <c:v>42.94364929</c:v>
                </c:pt>
                <c:pt idx="167">
                  <c:v>53.23931122</c:v>
                </c:pt>
                <c:pt idx="168">
                  <c:v>47.56431198</c:v>
                </c:pt>
                <c:pt idx="169">
                  <c:v>45.47545624</c:v>
                </c:pt>
                <c:pt idx="170">
                  <c:v>45.90871429</c:v>
                </c:pt>
                <c:pt idx="171">
                  <c:v>32.33960724</c:v>
                </c:pt>
                <c:pt idx="172">
                  <c:v>38.61056137</c:v>
                </c:pt>
                <c:pt idx="173">
                  <c:v>47.63253403</c:v>
                </c:pt>
                <c:pt idx="174">
                  <c:v>48.39720917</c:v>
                </c:pt>
                <c:pt idx="175">
                  <c:v>42.9666214</c:v>
                </c:pt>
                <c:pt idx="176">
                  <c:v>34.39974976</c:v>
                </c:pt>
                <c:pt idx="177">
                  <c:v>51.73504639</c:v>
                </c:pt>
                <c:pt idx="178">
                  <c:v>42.30713272</c:v>
                </c:pt>
                <c:pt idx="179">
                  <c:v>50.57696152</c:v>
                </c:pt>
                <c:pt idx="180">
                  <c:v>54.48998642</c:v>
                </c:pt>
                <c:pt idx="181">
                  <c:v>38.05207825</c:v>
                </c:pt>
                <c:pt idx="182">
                  <c:v>34.64998245</c:v>
                </c:pt>
                <c:pt idx="183">
                  <c:v>41.89074326</c:v>
                </c:pt>
                <c:pt idx="184">
                  <c:v>46.30937958</c:v>
                </c:pt>
                <c:pt idx="185">
                  <c:v>49.05904388</c:v>
                </c:pt>
                <c:pt idx="186">
                  <c:v>44.76918793</c:v>
                </c:pt>
                <c:pt idx="187">
                  <c:v>40.92063141</c:v>
                </c:pt>
                <c:pt idx="188">
                  <c:v>34.625</c:v>
                </c:pt>
                <c:pt idx="189">
                  <c:v>44.08345032</c:v>
                </c:pt>
                <c:pt idx="190">
                  <c:v>52.72720718</c:v>
                </c:pt>
                <c:pt idx="191">
                  <c:v>47.3837738</c:v>
                </c:pt>
                <c:pt idx="192">
                  <c:v>45.33256531</c:v>
                </c:pt>
                <c:pt idx="193">
                  <c:v>46.75117874</c:v>
                </c:pt>
                <c:pt idx="194">
                  <c:v>43.16105652</c:v>
                </c:pt>
                <c:pt idx="195">
                  <c:v>40.3553772</c:v>
                </c:pt>
                <c:pt idx="196">
                  <c:v>44.62664795</c:v>
                </c:pt>
                <c:pt idx="197">
                  <c:v>47.33555603</c:v>
                </c:pt>
                <c:pt idx="198">
                  <c:v>54.40750122</c:v>
                </c:pt>
                <c:pt idx="199">
                  <c:v>42.77259827</c:v>
                </c:pt>
                <c:pt idx="200">
                  <c:v>50.08457947</c:v>
                </c:pt>
                <c:pt idx="201">
                  <c:v>53.23984909</c:v>
                </c:pt>
                <c:pt idx="202">
                  <c:v>54.74398041</c:v>
                </c:pt>
                <c:pt idx="203">
                  <c:v>43.98184204</c:v>
                </c:pt>
                <c:pt idx="204">
                  <c:v>44.55872345</c:v>
                </c:pt>
                <c:pt idx="205">
                  <c:v>58.15316772</c:v>
                </c:pt>
                <c:pt idx="206">
                  <c:v>41.4606781</c:v>
                </c:pt>
                <c:pt idx="207">
                  <c:v>36.93494415</c:v>
                </c:pt>
                <c:pt idx="208">
                  <c:v>37.39388275</c:v>
                </c:pt>
                <c:pt idx="209">
                  <c:v>41.88222504</c:v>
                </c:pt>
                <c:pt idx="210">
                  <c:v>39.96686554</c:v>
                </c:pt>
                <c:pt idx="211">
                  <c:v>46.75810623</c:v>
                </c:pt>
                <c:pt idx="212">
                  <c:v>39.29185486</c:v>
                </c:pt>
                <c:pt idx="213">
                  <c:v>46.63039398</c:v>
                </c:pt>
                <c:pt idx="214">
                  <c:v>35.12036133</c:v>
                </c:pt>
                <c:pt idx="215">
                  <c:v>51.66468811</c:v>
                </c:pt>
                <c:pt idx="216">
                  <c:v>45.35848236</c:v>
                </c:pt>
                <c:pt idx="217">
                  <c:v>50.17512512</c:v>
                </c:pt>
                <c:pt idx="218">
                  <c:v>40.62833405</c:v>
                </c:pt>
                <c:pt idx="219">
                  <c:v>44.61064911</c:v>
                </c:pt>
                <c:pt idx="220">
                  <c:v>44.95811081</c:v>
                </c:pt>
                <c:pt idx="221">
                  <c:v>46.70218658</c:v>
                </c:pt>
                <c:pt idx="222">
                  <c:v>36.16881561</c:v>
                </c:pt>
                <c:pt idx="223">
                  <c:v>41.83447266</c:v>
                </c:pt>
                <c:pt idx="224">
                  <c:v>41.8451004</c:v>
                </c:pt>
                <c:pt idx="225">
                  <c:v>38.0667038</c:v>
                </c:pt>
                <c:pt idx="226">
                  <c:v>45.7660141</c:v>
                </c:pt>
                <c:pt idx="227">
                  <c:v>40.38446808</c:v>
                </c:pt>
                <c:pt idx="228">
                  <c:v>44.67041779</c:v>
                </c:pt>
                <c:pt idx="229">
                  <c:v>44.81968689</c:v>
                </c:pt>
                <c:pt idx="230">
                  <c:v>47.22061157</c:v>
                </c:pt>
                <c:pt idx="231">
                  <c:v>55.14916992</c:v>
                </c:pt>
                <c:pt idx="232">
                  <c:v>47.42495728</c:v>
                </c:pt>
                <c:pt idx="233">
                  <c:v>44.25521851</c:v>
                </c:pt>
                <c:pt idx="234">
                  <c:v>39.66968155</c:v>
                </c:pt>
                <c:pt idx="235">
                  <c:v>52.78049088</c:v>
                </c:pt>
                <c:pt idx="236">
                  <c:v>36.61415482</c:v>
                </c:pt>
                <c:pt idx="237">
                  <c:v>32.43551636</c:v>
                </c:pt>
                <c:pt idx="238">
                  <c:v>38.704422</c:v>
                </c:pt>
                <c:pt idx="239">
                  <c:v>42.23886871</c:v>
                </c:pt>
                <c:pt idx="240">
                  <c:v>40.58610153</c:v>
                </c:pt>
                <c:pt idx="241">
                  <c:v>46.12700272</c:v>
                </c:pt>
                <c:pt idx="242">
                  <c:v>53.79606247</c:v>
                </c:pt>
                <c:pt idx="243">
                  <c:v>57.18080139</c:v>
                </c:pt>
                <c:pt idx="244">
                  <c:v>33.51347351</c:v>
                </c:pt>
                <c:pt idx="245">
                  <c:v>53.7195549</c:v>
                </c:pt>
                <c:pt idx="246">
                  <c:v>29.75878716</c:v>
                </c:pt>
                <c:pt idx="247">
                  <c:v>42.21683502</c:v>
                </c:pt>
                <c:pt idx="248">
                  <c:v>48.00565338</c:v>
                </c:pt>
                <c:pt idx="249">
                  <c:v>41.3757515</c:v>
                </c:pt>
                <c:pt idx="250">
                  <c:v>45.62023163</c:v>
                </c:pt>
                <c:pt idx="251">
                  <c:v>32.64218521</c:v>
                </c:pt>
                <c:pt idx="252">
                  <c:v>44.47509766</c:v>
                </c:pt>
                <c:pt idx="253">
                  <c:v>35.04886627</c:v>
                </c:pt>
                <c:pt idx="254">
                  <c:v>39.62833405</c:v>
                </c:pt>
                <c:pt idx="255">
                  <c:v>36.82744598</c:v>
                </c:pt>
                <c:pt idx="256">
                  <c:v>35.82854462</c:v>
                </c:pt>
                <c:pt idx="257">
                  <c:v>40.70233154</c:v>
                </c:pt>
                <c:pt idx="258">
                  <c:v>45.51984024</c:v>
                </c:pt>
                <c:pt idx="259">
                  <c:v>44.15306091</c:v>
                </c:pt>
                <c:pt idx="260">
                  <c:v>48.2199707</c:v>
                </c:pt>
                <c:pt idx="261">
                  <c:v>38.11814117</c:v>
                </c:pt>
                <c:pt idx="262">
                  <c:v>57.53648376</c:v>
                </c:pt>
                <c:pt idx="263">
                  <c:v>45.7067337</c:v>
                </c:pt>
                <c:pt idx="264">
                  <c:v>46.07384491</c:v>
                </c:pt>
                <c:pt idx="265">
                  <c:v>69.29716492</c:v>
                </c:pt>
                <c:pt idx="266">
                  <c:v>33.89575195</c:v>
                </c:pt>
                <c:pt idx="267">
                  <c:v>42.59101105</c:v>
                </c:pt>
                <c:pt idx="268">
                  <c:v>55.74142456</c:v>
                </c:pt>
                <c:pt idx="269">
                  <c:v>48.00314331</c:v>
                </c:pt>
                <c:pt idx="270">
                  <c:v>46.30526733</c:v>
                </c:pt>
                <c:pt idx="271">
                  <c:v>62.34344864</c:v>
                </c:pt>
                <c:pt idx="272">
                  <c:v>57.34375381</c:v>
                </c:pt>
                <c:pt idx="273">
                  <c:v>46.88947296</c:v>
                </c:pt>
                <c:pt idx="274">
                  <c:v>43.56261444</c:v>
                </c:pt>
                <c:pt idx="275">
                  <c:v>51.86434174</c:v>
                </c:pt>
                <c:pt idx="276">
                  <c:v>34.7336235</c:v>
                </c:pt>
                <c:pt idx="277">
                  <c:v>35.30932617</c:v>
                </c:pt>
                <c:pt idx="278">
                  <c:v>38.71874237</c:v>
                </c:pt>
                <c:pt idx="279">
                  <c:v>49.21944427</c:v>
                </c:pt>
                <c:pt idx="280">
                  <c:v>46.3266983</c:v>
                </c:pt>
                <c:pt idx="281">
                  <c:v>44.8710556</c:v>
                </c:pt>
                <c:pt idx="282">
                  <c:v>47.54281616</c:v>
                </c:pt>
                <c:pt idx="283">
                  <c:v>35.69119263</c:v>
                </c:pt>
                <c:pt idx="284">
                  <c:v>44.50035095</c:v>
                </c:pt>
                <c:pt idx="285">
                  <c:v>39.23110962</c:v>
                </c:pt>
                <c:pt idx="286">
                  <c:v>39.72257996</c:v>
                </c:pt>
                <c:pt idx="287">
                  <c:v>41.58847046</c:v>
                </c:pt>
                <c:pt idx="288">
                  <c:v>44.32292175</c:v>
                </c:pt>
                <c:pt idx="289">
                  <c:v>47.10814285</c:v>
                </c:pt>
                <c:pt idx="290">
                  <c:v>37.84883118</c:v>
                </c:pt>
                <c:pt idx="291">
                  <c:v>50.62949371</c:v>
                </c:pt>
                <c:pt idx="292">
                  <c:v>43.11397934</c:v>
                </c:pt>
                <c:pt idx="293">
                  <c:v>36.54307175</c:v>
                </c:pt>
                <c:pt idx="294">
                  <c:v>33.01864624</c:v>
                </c:pt>
                <c:pt idx="295">
                  <c:v>41.95307922</c:v>
                </c:pt>
                <c:pt idx="296">
                  <c:v>58.58947372</c:v>
                </c:pt>
                <c:pt idx="297">
                  <c:v>42.29920578</c:v>
                </c:pt>
                <c:pt idx="298">
                  <c:v>38.35608292</c:v>
                </c:pt>
                <c:pt idx="299">
                  <c:v>44.65081787</c:v>
                </c:pt>
                <c:pt idx="300">
                  <c:v>44.8416481</c:v>
                </c:pt>
                <c:pt idx="301">
                  <c:v>34.98660278</c:v>
                </c:pt>
                <c:pt idx="302">
                  <c:v>37.5280304</c:v>
                </c:pt>
                <c:pt idx="303">
                  <c:v>40.73645401</c:v>
                </c:pt>
                <c:pt idx="304">
                  <c:v>43.87717819</c:v>
                </c:pt>
                <c:pt idx="305">
                  <c:v>49.06858826</c:v>
                </c:pt>
                <c:pt idx="306">
                  <c:v>45.18702698</c:v>
                </c:pt>
                <c:pt idx="307">
                  <c:v>50.72297668</c:v>
                </c:pt>
                <c:pt idx="308">
                  <c:v>38.6186409</c:v>
                </c:pt>
                <c:pt idx="309">
                  <c:v>44.3344574</c:v>
                </c:pt>
                <c:pt idx="310">
                  <c:v>53.46163177</c:v>
                </c:pt>
                <c:pt idx="311">
                  <c:v>36.91017151</c:v>
                </c:pt>
                <c:pt idx="312">
                  <c:v>36.45848465</c:v>
                </c:pt>
                <c:pt idx="313">
                  <c:v>44.91203308</c:v>
                </c:pt>
                <c:pt idx="314">
                  <c:v>37.3328743</c:v>
                </c:pt>
                <c:pt idx="315">
                  <c:v>37.38065338</c:v>
                </c:pt>
                <c:pt idx="316">
                  <c:v>48.92134476</c:v>
                </c:pt>
                <c:pt idx="317">
                  <c:v>52.60229492</c:v>
                </c:pt>
                <c:pt idx="318">
                  <c:v>44.75263214</c:v>
                </c:pt>
                <c:pt idx="319">
                  <c:v>34.57632065</c:v>
                </c:pt>
                <c:pt idx="320">
                  <c:v>47.2673912</c:v>
                </c:pt>
                <c:pt idx="321">
                  <c:v>32.70827484</c:v>
                </c:pt>
                <c:pt idx="322">
                  <c:v>49.57736969</c:v>
                </c:pt>
                <c:pt idx="323">
                  <c:v>51.12069702</c:v>
                </c:pt>
                <c:pt idx="324">
                  <c:v>52.92572403</c:v>
                </c:pt>
                <c:pt idx="325">
                  <c:v>37.77869415</c:v>
                </c:pt>
                <c:pt idx="326">
                  <c:v>35.86508179</c:v>
                </c:pt>
                <c:pt idx="327">
                  <c:v>47.6974411</c:v>
                </c:pt>
                <c:pt idx="328">
                  <c:v>44.38338852</c:v>
                </c:pt>
                <c:pt idx="329">
                  <c:v>35.61343002</c:v>
                </c:pt>
                <c:pt idx="330">
                  <c:v>33.78736877</c:v>
                </c:pt>
                <c:pt idx="331">
                  <c:v>36.62961578</c:v>
                </c:pt>
                <c:pt idx="332">
                  <c:v>52.82575226</c:v>
                </c:pt>
                <c:pt idx="333">
                  <c:v>39.87913513</c:v>
                </c:pt>
                <c:pt idx="334">
                  <c:v>41.09589767</c:v>
                </c:pt>
                <c:pt idx="335">
                  <c:v>44.40288162</c:v>
                </c:pt>
                <c:pt idx="336">
                  <c:v>41.5353775</c:v>
                </c:pt>
                <c:pt idx="337">
                  <c:v>34.81391144</c:v>
                </c:pt>
                <c:pt idx="338">
                  <c:v>45.85515976</c:v>
                </c:pt>
                <c:pt idx="339">
                  <c:v>44.63489151</c:v>
                </c:pt>
                <c:pt idx="340">
                  <c:v>36.78851318</c:v>
                </c:pt>
                <c:pt idx="341">
                  <c:v>32.2209816</c:v>
                </c:pt>
                <c:pt idx="342">
                  <c:v>35.94551468</c:v>
                </c:pt>
                <c:pt idx="343">
                  <c:v>52.71890259</c:v>
                </c:pt>
                <c:pt idx="344">
                  <c:v>44.94525146</c:v>
                </c:pt>
                <c:pt idx="345">
                  <c:v>46.94814682</c:v>
                </c:pt>
                <c:pt idx="346">
                  <c:v>35.9210968</c:v>
                </c:pt>
                <c:pt idx="347">
                  <c:v>37.63114166</c:v>
                </c:pt>
                <c:pt idx="348">
                  <c:v>29.80490494</c:v>
                </c:pt>
                <c:pt idx="349">
                  <c:v>39.49002457</c:v>
                </c:pt>
                <c:pt idx="350">
                  <c:v>45.98565674</c:v>
                </c:pt>
                <c:pt idx="351">
                  <c:v>41.74675751</c:v>
                </c:pt>
                <c:pt idx="352">
                  <c:v>36.65720367</c:v>
                </c:pt>
                <c:pt idx="353">
                  <c:v>43.62424088</c:v>
                </c:pt>
                <c:pt idx="354">
                  <c:v>38.09863281</c:v>
                </c:pt>
                <c:pt idx="355">
                  <c:v>41.61626434</c:v>
                </c:pt>
                <c:pt idx="356">
                  <c:v>36.39115143</c:v>
                </c:pt>
                <c:pt idx="357">
                  <c:v>37.62096024</c:v>
                </c:pt>
                <c:pt idx="358">
                  <c:v>38.20265198</c:v>
                </c:pt>
                <c:pt idx="359">
                  <c:v>56.66762924</c:v>
                </c:pt>
                <c:pt idx="360">
                  <c:v>44.4534111</c:v>
                </c:pt>
                <c:pt idx="361">
                  <c:v>41.27149963</c:v>
                </c:pt>
                <c:pt idx="362">
                  <c:v>37.82565308</c:v>
                </c:pt>
                <c:pt idx="363">
                  <c:v>47.71469498</c:v>
                </c:pt>
                <c:pt idx="364">
                  <c:v>36.88939285</c:v>
                </c:pt>
                <c:pt idx="365">
                  <c:v>34.95598221</c:v>
                </c:pt>
                <c:pt idx="366">
                  <c:v>37.50384521</c:v>
                </c:pt>
                <c:pt idx="367">
                  <c:v>37.07908249</c:v>
                </c:pt>
                <c:pt idx="368">
                  <c:v>47.33541489</c:v>
                </c:pt>
                <c:pt idx="369">
                  <c:v>37.93521118</c:v>
                </c:pt>
                <c:pt idx="370">
                  <c:v>45.38094711</c:v>
                </c:pt>
                <c:pt idx="371">
                  <c:v>25.93654251</c:v>
                </c:pt>
                <c:pt idx="372">
                  <c:v>53.13360596</c:v>
                </c:pt>
                <c:pt idx="373">
                  <c:v>51.51875305</c:v>
                </c:pt>
                <c:pt idx="374">
                  <c:v>48.41667557</c:v>
                </c:pt>
                <c:pt idx="375">
                  <c:v>41.9042244</c:v>
                </c:pt>
                <c:pt idx="376">
                  <c:v>33.22999954</c:v>
                </c:pt>
                <c:pt idx="377">
                  <c:v>43.73370743</c:v>
                </c:pt>
                <c:pt idx="378">
                  <c:v>43.43895721</c:v>
                </c:pt>
                <c:pt idx="379">
                  <c:v>50.66557693</c:v>
                </c:pt>
                <c:pt idx="380">
                  <c:v>39.12914276</c:v>
                </c:pt>
                <c:pt idx="381">
                  <c:v>40.62248611</c:v>
                </c:pt>
                <c:pt idx="382">
                  <c:v>38.02362061</c:v>
                </c:pt>
                <c:pt idx="383">
                  <c:v>52.43754578</c:v>
                </c:pt>
                <c:pt idx="384">
                  <c:v>39.16106415</c:v>
                </c:pt>
                <c:pt idx="385">
                  <c:v>52.53568649</c:v>
                </c:pt>
                <c:pt idx="386">
                  <c:v>38.06114197</c:v>
                </c:pt>
                <c:pt idx="387">
                  <c:v>44.73842621</c:v>
                </c:pt>
                <c:pt idx="388">
                  <c:v>51.05529785</c:v>
                </c:pt>
                <c:pt idx="389">
                  <c:v>33.91549301</c:v>
                </c:pt>
                <c:pt idx="390">
                  <c:v>35.34519196</c:v>
                </c:pt>
                <c:pt idx="391">
                  <c:v>39.35875702</c:v>
                </c:pt>
                <c:pt idx="392">
                  <c:v>46.7090683</c:v>
                </c:pt>
                <c:pt idx="393">
                  <c:v>30.57197762</c:v>
                </c:pt>
                <c:pt idx="394">
                  <c:v>41.35086441</c:v>
                </c:pt>
                <c:pt idx="395">
                  <c:v>42.92319489</c:v>
                </c:pt>
                <c:pt idx="396">
                  <c:v>32.22604752</c:v>
                </c:pt>
                <c:pt idx="397">
                  <c:v>44.02080917</c:v>
                </c:pt>
                <c:pt idx="398">
                  <c:v>37.99853134</c:v>
                </c:pt>
                <c:pt idx="399">
                  <c:v>35.33385468</c:v>
                </c:pt>
                <c:pt idx="400">
                  <c:v>43.33695602</c:v>
                </c:pt>
                <c:pt idx="401">
                  <c:v>38.38778687</c:v>
                </c:pt>
                <c:pt idx="402">
                  <c:v>31.91848564</c:v>
                </c:pt>
                <c:pt idx="403">
                  <c:v>54.98348999</c:v>
                </c:pt>
                <c:pt idx="404">
                  <c:v>37.57860947</c:v>
                </c:pt>
                <c:pt idx="405">
                  <c:v>46.07522583</c:v>
                </c:pt>
                <c:pt idx="406">
                  <c:v>31.84202003</c:v>
                </c:pt>
                <c:pt idx="407">
                  <c:v>30.8397522</c:v>
                </c:pt>
                <c:pt idx="408">
                  <c:v>33.3015976</c:v>
                </c:pt>
                <c:pt idx="409">
                  <c:v>31.94378281</c:v>
                </c:pt>
                <c:pt idx="410">
                  <c:v>42.58791733</c:v>
                </c:pt>
                <c:pt idx="411">
                  <c:v>42.41361237</c:v>
                </c:pt>
                <c:pt idx="412">
                  <c:v>39.36388016</c:v>
                </c:pt>
                <c:pt idx="413">
                  <c:v>39.90808868</c:v>
                </c:pt>
                <c:pt idx="414">
                  <c:v>40.28127289</c:v>
                </c:pt>
                <c:pt idx="415">
                  <c:v>40.68180847</c:v>
                </c:pt>
                <c:pt idx="416">
                  <c:v>32.01581955</c:v>
                </c:pt>
                <c:pt idx="417">
                  <c:v>42.65409851</c:v>
                </c:pt>
                <c:pt idx="418">
                  <c:v>58.31171036</c:v>
                </c:pt>
                <c:pt idx="419">
                  <c:v>35.79740143</c:v>
                </c:pt>
                <c:pt idx="420">
                  <c:v>42.02122879</c:v>
                </c:pt>
                <c:pt idx="421">
                  <c:v>36.35131836</c:v>
                </c:pt>
                <c:pt idx="422">
                  <c:v>38.99964905</c:v>
                </c:pt>
                <c:pt idx="423">
                  <c:v>33.42136765</c:v>
                </c:pt>
                <c:pt idx="424">
                  <c:v>45.08264923</c:v>
                </c:pt>
                <c:pt idx="425">
                  <c:v>49.28865814</c:v>
                </c:pt>
                <c:pt idx="426">
                  <c:v>31.86722183</c:v>
                </c:pt>
                <c:pt idx="427">
                  <c:v>36.91898346</c:v>
                </c:pt>
                <c:pt idx="428">
                  <c:v>37.62744141</c:v>
                </c:pt>
                <c:pt idx="429">
                  <c:v>47.29886246</c:v>
                </c:pt>
                <c:pt idx="430">
                  <c:v>39.82052994</c:v>
                </c:pt>
                <c:pt idx="431">
                  <c:v>42.2491684</c:v>
                </c:pt>
                <c:pt idx="432">
                  <c:v>39.07224274</c:v>
                </c:pt>
                <c:pt idx="433">
                  <c:v>40.94464874</c:v>
                </c:pt>
                <c:pt idx="434">
                  <c:v>41.11010742</c:v>
                </c:pt>
                <c:pt idx="435">
                  <c:v>40.27816772</c:v>
                </c:pt>
                <c:pt idx="436">
                  <c:v>37.96127319</c:v>
                </c:pt>
                <c:pt idx="437">
                  <c:v>46.74534988</c:v>
                </c:pt>
                <c:pt idx="438">
                  <c:v>47.48455429</c:v>
                </c:pt>
                <c:pt idx="439">
                  <c:v>41.80629349</c:v>
                </c:pt>
                <c:pt idx="440">
                  <c:v>29.91740608</c:v>
                </c:pt>
                <c:pt idx="441">
                  <c:v>43.43873215</c:v>
                </c:pt>
                <c:pt idx="442">
                  <c:v>41.42403412</c:v>
                </c:pt>
                <c:pt idx="443">
                  <c:v>36.33365631</c:v>
                </c:pt>
                <c:pt idx="444">
                  <c:v>31.86234856</c:v>
                </c:pt>
                <c:pt idx="445">
                  <c:v>43.38988113</c:v>
                </c:pt>
                <c:pt idx="446">
                  <c:v>35.06898499</c:v>
                </c:pt>
                <c:pt idx="447">
                  <c:v>37.47112274</c:v>
                </c:pt>
                <c:pt idx="448">
                  <c:v>45.26275253</c:v>
                </c:pt>
                <c:pt idx="449">
                  <c:v>37.21498871</c:v>
                </c:pt>
                <c:pt idx="450">
                  <c:v>33.6146698</c:v>
                </c:pt>
                <c:pt idx="451">
                  <c:v>45.84547424</c:v>
                </c:pt>
                <c:pt idx="452">
                  <c:v>43.30619049</c:v>
                </c:pt>
                <c:pt idx="453">
                  <c:v>38.68666077</c:v>
                </c:pt>
                <c:pt idx="454">
                  <c:v>41.35279083</c:v>
                </c:pt>
                <c:pt idx="455">
                  <c:v>48.62751007</c:v>
                </c:pt>
                <c:pt idx="456">
                  <c:v>38.41925812</c:v>
                </c:pt>
                <c:pt idx="457">
                  <c:v>31.61811447</c:v>
                </c:pt>
                <c:pt idx="458">
                  <c:v>56.43548584</c:v>
                </c:pt>
                <c:pt idx="459">
                  <c:v>42.1473999</c:v>
                </c:pt>
                <c:pt idx="460">
                  <c:v>43.34825516</c:v>
                </c:pt>
                <c:pt idx="461">
                  <c:v>35.37271881</c:v>
                </c:pt>
                <c:pt idx="462">
                  <c:v>43.54946899</c:v>
                </c:pt>
                <c:pt idx="463">
                  <c:v>49.05445099</c:v>
                </c:pt>
                <c:pt idx="464">
                  <c:v>35.05501556</c:v>
                </c:pt>
                <c:pt idx="465">
                  <c:v>46.32053375</c:v>
                </c:pt>
                <c:pt idx="466">
                  <c:v>39.40270233</c:v>
                </c:pt>
                <c:pt idx="467">
                  <c:v>37.76160049</c:v>
                </c:pt>
                <c:pt idx="468">
                  <c:v>34.53266144</c:v>
                </c:pt>
                <c:pt idx="469">
                  <c:v>39.45154572</c:v>
                </c:pt>
                <c:pt idx="470">
                  <c:v>44.01837921</c:v>
                </c:pt>
                <c:pt idx="471">
                  <c:v>38.46038055</c:v>
                </c:pt>
                <c:pt idx="472">
                  <c:v>42.8780899</c:v>
                </c:pt>
                <c:pt idx="473">
                  <c:v>36.81268692</c:v>
                </c:pt>
                <c:pt idx="474">
                  <c:v>33.15258789</c:v>
                </c:pt>
                <c:pt idx="475">
                  <c:v>33.60525131</c:v>
                </c:pt>
                <c:pt idx="476">
                  <c:v>39.45972443</c:v>
                </c:pt>
                <c:pt idx="477">
                  <c:v>38.03996277</c:v>
                </c:pt>
                <c:pt idx="478">
                  <c:v>33.83638</c:v>
                </c:pt>
                <c:pt idx="479">
                  <c:v>40.07189941</c:v>
                </c:pt>
                <c:pt idx="480">
                  <c:v>50.31581879</c:v>
                </c:pt>
                <c:pt idx="481">
                  <c:v>39.48906708</c:v>
                </c:pt>
                <c:pt idx="482">
                  <c:v>42.46666336</c:v>
                </c:pt>
                <c:pt idx="483">
                  <c:v>36.65080261</c:v>
                </c:pt>
                <c:pt idx="484">
                  <c:v>52.65018463</c:v>
                </c:pt>
                <c:pt idx="485">
                  <c:v>32.67962646</c:v>
                </c:pt>
                <c:pt idx="486">
                  <c:v>44.35811615</c:v>
                </c:pt>
                <c:pt idx="487">
                  <c:v>41.4815979</c:v>
                </c:pt>
                <c:pt idx="488">
                  <c:v>44.44451523</c:v>
                </c:pt>
                <c:pt idx="489">
                  <c:v>47.38182068</c:v>
                </c:pt>
                <c:pt idx="490">
                  <c:v>49.78803253</c:v>
                </c:pt>
                <c:pt idx="491">
                  <c:v>57.68113708</c:v>
                </c:pt>
                <c:pt idx="492">
                  <c:v>37.23051453</c:v>
                </c:pt>
                <c:pt idx="493">
                  <c:v>40.73706055</c:v>
                </c:pt>
                <c:pt idx="494">
                  <c:v>40.45628357</c:v>
                </c:pt>
                <c:pt idx="495">
                  <c:v>37.37535477</c:v>
                </c:pt>
                <c:pt idx="496">
                  <c:v>35.56302643</c:v>
                </c:pt>
                <c:pt idx="497">
                  <c:v>51.2911644</c:v>
                </c:pt>
                <c:pt idx="498">
                  <c:v>43.64564514</c:v>
                </c:pt>
                <c:pt idx="499">
                  <c:v>39.90553284</c:v>
                </c:pt>
                <c:pt idx="500">
                  <c:v>40.6484375</c:v>
                </c:pt>
                <c:pt idx="501">
                  <c:v>51.14883804</c:v>
                </c:pt>
                <c:pt idx="502">
                  <c:v>49.81958771</c:v>
                </c:pt>
                <c:pt idx="503">
                  <c:v>50.20975113</c:v>
                </c:pt>
                <c:pt idx="504">
                  <c:v>35.7806282</c:v>
                </c:pt>
                <c:pt idx="505">
                  <c:v>40.97793961</c:v>
                </c:pt>
                <c:pt idx="506">
                  <c:v>32.20484924</c:v>
                </c:pt>
                <c:pt idx="507">
                  <c:v>48.48867035</c:v>
                </c:pt>
                <c:pt idx="508">
                  <c:v>31.27628708</c:v>
                </c:pt>
                <c:pt idx="509">
                  <c:v>46.79319382</c:v>
                </c:pt>
                <c:pt idx="510">
                  <c:v>51.46664047</c:v>
                </c:pt>
                <c:pt idx="511">
                  <c:v>47.56582642</c:v>
                </c:pt>
                <c:pt idx="512">
                  <c:v>36.90395355</c:v>
                </c:pt>
                <c:pt idx="513">
                  <c:v>35.78902817</c:v>
                </c:pt>
                <c:pt idx="514">
                  <c:v>44.8262558</c:v>
                </c:pt>
                <c:pt idx="515">
                  <c:v>46.61516953</c:v>
                </c:pt>
                <c:pt idx="516">
                  <c:v>35.53250122</c:v>
                </c:pt>
                <c:pt idx="517">
                  <c:v>57.3768692</c:v>
                </c:pt>
                <c:pt idx="518">
                  <c:v>48.1252327</c:v>
                </c:pt>
                <c:pt idx="519">
                  <c:v>49.98648453</c:v>
                </c:pt>
                <c:pt idx="520">
                  <c:v>52.54851913</c:v>
                </c:pt>
                <c:pt idx="521">
                  <c:v>39.04755783</c:v>
                </c:pt>
                <c:pt idx="522">
                  <c:v>58.85874176</c:v>
                </c:pt>
                <c:pt idx="523">
                  <c:v>32.79963684</c:v>
                </c:pt>
                <c:pt idx="524">
                  <c:v>52.92169952</c:v>
                </c:pt>
                <c:pt idx="525">
                  <c:v>43.0451355</c:v>
                </c:pt>
                <c:pt idx="526">
                  <c:v>42.95856476</c:v>
                </c:pt>
                <c:pt idx="527">
                  <c:v>45.14165497</c:v>
                </c:pt>
                <c:pt idx="528">
                  <c:v>40.57605743</c:v>
                </c:pt>
                <c:pt idx="529">
                  <c:v>37.44108582</c:v>
                </c:pt>
                <c:pt idx="530">
                  <c:v>47.02825165</c:v>
                </c:pt>
                <c:pt idx="531">
                  <c:v>32.99224854</c:v>
                </c:pt>
                <c:pt idx="532">
                  <c:v>37.7563858</c:v>
                </c:pt>
                <c:pt idx="533">
                  <c:v>43.73886108</c:v>
                </c:pt>
                <c:pt idx="534">
                  <c:v>53.38539886</c:v>
                </c:pt>
                <c:pt idx="535">
                  <c:v>41.04173279</c:v>
                </c:pt>
                <c:pt idx="536">
                  <c:v>44.4390831</c:v>
                </c:pt>
                <c:pt idx="537">
                  <c:v>33.31826782</c:v>
                </c:pt>
                <c:pt idx="538">
                  <c:v>31.55156898</c:v>
                </c:pt>
                <c:pt idx="539">
                  <c:v>43.26647186</c:v>
                </c:pt>
                <c:pt idx="540">
                  <c:v>32.72455215</c:v>
                </c:pt>
                <c:pt idx="541">
                  <c:v>40.95552826</c:v>
                </c:pt>
                <c:pt idx="542">
                  <c:v>37.79128265</c:v>
                </c:pt>
                <c:pt idx="543">
                  <c:v>39.31535721</c:v>
                </c:pt>
                <c:pt idx="544">
                  <c:v>37.7862854</c:v>
                </c:pt>
                <c:pt idx="545">
                  <c:v>35.14768219</c:v>
                </c:pt>
                <c:pt idx="546">
                  <c:v>33.58575058</c:v>
                </c:pt>
                <c:pt idx="547">
                  <c:v>58.69665527</c:v>
                </c:pt>
                <c:pt idx="548">
                  <c:v>39.11148071</c:v>
                </c:pt>
                <c:pt idx="549">
                  <c:v>40.1252594</c:v>
                </c:pt>
                <c:pt idx="550">
                  <c:v>38.89368439</c:v>
                </c:pt>
                <c:pt idx="551">
                  <c:v>30.62495041</c:v>
                </c:pt>
                <c:pt idx="552">
                  <c:v>55.49245834</c:v>
                </c:pt>
                <c:pt idx="553">
                  <c:v>41.77018738</c:v>
                </c:pt>
                <c:pt idx="554">
                  <c:v>33.93270493</c:v>
                </c:pt>
                <c:pt idx="555">
                  <c:v>38.30117035</c:v>
                </c:pt>
                <c:pt idx="556">
                  <c:v>42.67228699</c:v>
                </c:pt>
                <c:pt idx="557">
                  <c:v>37.16546631</c:v>
                </c:pt>
                <c:pt idx="558">
                  <c:v>37.91373444</c:v>
                </c:pt>
                <c:pt idx="559">
                  <c:v>34.8924675</c:v>
                </c:pt>
                <c:pt idx="560">
                  <c:v>34.15932083</c:v>
                </c:pt>
                <c:pt idx="561">
                  <c:v>37.03676605</c:v>
                </c:pt>
                <c:pt idx="562">
                  <c:v>41.97468567</c:v>
                </c:pt>
                <c:pt idx="563">
                  <c:v>36.22653961</c:v>
                </c:pt>
                <c:pt idx="564">
                  <c:v>54.35118866</c:v>
                </c:pt>
                <c:pt idx="565">
                  <c:v>28.04264832</c:v>
                </c:pt>
                <c:pt idx="566">
                  <c:v>36.15389633</c:v>
                </c:pt>
                <c:pt idx="567">
                  <c:v>34.24026871</c:v>
                </c:pt>
                <c:pt idx="568">
                  <c:v>40.7911911</c:v>
                </c:pt>
                <c:pt idx="569">
                  <c:v>40.17343521</c:v>
                </c:pt>
                <c:pt idx="570">
                  <c:v>47.52147675</c:v>
                </c:pt>
                <c:pt idx="571">
                  <c:v>49.46663666</c:v>
                </c:pt>
                <c:pt idx="572">
                  <c:v>45.67922211</c:v>
                </c:pt>
                <c:pt idx="573">
                  <c:v>41.60034561</c:v>
                </c:pt>
                <c:pt idx="574">
                  <c:v>37.84929657</c:v>
                </c:pt>
                <c:pt idx="575">
                  <c:v>52.70002747</c:v>
                </c:pt>
                <c:pt idx="576">
                  <c:v>42.93190384</c:v>
                </c:pt>
                <c:pt idx="577">
                  <c:v>40.79533768</c:v>
                </c:pt>
                <c:pt idx="578">
                  <c:v>35.10046387</c:v>
                </c:pt>
                <c:pt idx="579">
                  <c:v>41.26638794</c:v>
                </c:pt>
                <c:pt idx="580">
                  <c:v>32.22289276</c:v>
                </c:pt>
                <c:pt idx="581">
                  <c:v>49.58670807</c:v>
                </c:pt>
                <c:pt idx="582">
                  <c:v>32.62654877</c:v>
                </c:pt>
                <c:pt idx="583">
                  <c:v>43.67472839</c:v>
                </c:pt>
                <c:pt idx="584">
                  <c:v>43.82203674</c:v>
                </c:pt>
                <c:pt idx="585">
                  <c:v>37.19575119</c:v>
                </c:pt>
                <c:pt idx="586">
                  <c:v>37.68359375</c:v>
                </c:pt>
                <c:pt idx="587">
                  <c:v>44.0594635</c:v>
                </c:pt>
                <c:pt idx="588">
                  <c:v>48.32601166</c:v>
                </c:pt>
                <c:pt idx="589">
                  <c:v>40.78928757</c:v>
                </c:pt>
                <c:pt idx="590">
                  <c:v>40.2779808</c:v>
                </c:pt>
                <c:pt idx="591">
                  <c:v>43.88085556</c:v>
                </c:pt>
                <c:pt idx="592">
                  <c:v>34.99330902</c:v>
                </c:pt>
                <c:pt idx="593">
                  <c:v>36.26174164</c:v>
                </c:pt>
                <c:pt idx="594">
                  <c:v>38.04298401</c:v>
                </c:pt>
                <c:pt idx="595">
                  <c:v>23.64907455</c:v>
                </c:pt>
                <c:pt idx="596">
                  <c:v>32.43730164</c:v>
                </c:pt>
                <c:pt idx="597">
                  <c:v>50.58436584</c:v>
                </c:pt>
                <c:pt idx="598">
                  <c:v>35.06497574</c:v>
                </c:pt>
                <c:pt idx="599">
                  <c:v>48.97718811</c:v>
                </c:pt>
                <c:pt idx="600">
                  <c:v>40.31290436</c:v>
                </c:pt>
                <c:pt idx="601">
                  <c:v>33.9778595</c:v>
                </c:pt>
                <c:pt idx="602">
                  <c:v>29.03399467</c:v>
                </c:pt>
                <c:pt idx="603">
                  <c:v>35.24490356</c:v>
                </c:pt>
                <c:pt idx="604">
                  <c:v>40.18852997</c:v>
                </c:pt>
                <c:pt idx="605">
                  <c:v>37.40389633</c:v>
                </c:pt>
                <c:pt idx="606">
                  <c:v>42.98914337</c:v>
                </c:pt>
                <c:pt idx="607">
                  <c:v>40.13438416</c:v>
                </c:pt>
                <c:pt idx="608">
                  <c:v>40.59656143</c:v>
                </c:pt>
                <c:pt idx="609">
                  <c:v>32.60422897</c:v>
                </c:pt>
                <c:pt idx="610">
                  <c:v>37.68994522</c:v>
                </c:pt>
                <c:pt idx="611">
                  <c:v>41.45215225</c:v>
                </c:pt>
                <c:pt idx="612">
                  <c:v>28.04121017</c:v>
                </c:pt>
                <c:pt idx="613">
                  <c:v>33.12695694</c:v>
                </c:pt>
                <c:pt idx="614">
                  <c:v>37.45730972</c:v>
                </c:pt>
                <c:pt idx="615">
                  <c:v>32.27398682</c:v>
                </c:pt>
                <c:pt idx="616">
                  <c:v>39.91823578</c:v>
                </c:pt>
                <c:pt idx="617">
                  <c:v>44.65577698</c:v>
                </c:pt>
                <c:pt idx="618">
                  <c:v>44.5887413</c:v>
                </c:pt>
                <c:pt idx="619">
                  <c:v>40.33658981</c:v>
                </c:pt>
                <c:pt idx="620">
                  <c:v>46.87800598</c:v>
                </c:pt>
                <c:pt idx="621">
                  <c:v>41.30495071</c:v>
                </c:pt>
                <c:pt idx="622">
                  <c:v>38.07246399</c:v>
                </c:pt>
                <c:pt idx="623">
                  <c:v>36.57043076</c:v>
                </c:pt>
                <c:pt idx="624">
                  <c:v>34.26723862</c:v>
                </c:pt>
                <c:pt idx="625">
                  <c:v>40.49685669</c:v>
                </c:pt>
                <c:pt idx="626">
                  <c:v>34.87783051</c:v>
                </c:pt>
                <c:pt idx="627">
                  <c:v>48.29620361</c:v>
                </c:pt>
                <c:pt idx="628">
                  <c:v>41.91381073</c:v>
                </c:pt>
                <c:pt idx="629">
                  <c:v>43.82375717</c:v>
                </c:pt>
                <c:pt idx="630">
                  <c:v>41.80583191</c:v>
                </c:pt>
                <c:pt idx="631">
                  <c:v>33.05738068</c:v>
                </c:pt>
                <c:pt idx="632">
                  <c:v>45.74630737</c:v>
                </c:pt>
                <c:pt idx="633">
                  <c:v>37.77880859</c:v>
                </c:pt>
                <c:pt idx="634">
                  <c:v>36.74979401</c:v>
                </c:pt>
                <c:pt idx="635">
                  <c:v>36.07655334</c:v>
                </c:pt>
                <c:pt idx="636">
                  <c:v>41.93344879</c:v>
                </c:pt>
                <c:pt idx="637">
                  <c:v>33.77002716</c:v>
                </c:pt>
                <c:pt idx="638">
                  <c:v>46.92274094</c:v>
                </c:pt>
                <c:pt idx="639">
                  <c:v>35.66845703</c:v>
                </c:pt>
                <c:pt idx="640">
                  <c:v>41.94154358</c:v>
                </c:pt>
                <c:pt idx="641">
                  <c:v>35.00289917</c:v>
                </c:pt>
                <c:pt idx="642">
                  <c:v>45.2638092</c:v>
                </c:pt>
                <c:pt idx="643">
                  <c:v>34.14241028</c:v>
                </c:pt>
                <c:pt idx="644">
                  <c:v>34.39993286</c:v>
                </c:pt>
                <c:pt idx="645">
                  <c:v>38.01694489</c:v>
                </c:pt>
                <c:pt idx="646">
                  <c:v>35.65811157</c:v>
                </c:pt>
                <c:pt idx="647">
                  <c:v>34.01621246</c:v>
                </c:pt>
                <c:pt idx="648">
                  <c:v>42.74980545</c:v>
                </c:pt>
                <c:pt idx="649">
                  <c:v>48.84170532</c:v>
                </c:pt>
                <c:pt idx="650">
                  <c:v>39.05618286</c:v>
                </c:pt>
                <c:pt idx="651">
                  <c:v>35.81826782</c:v>
                </c:pt>
                <c:pt idx="652">
                  <c:v>36.67432022</c:v>
                </c:pt>
                <c:pt idx="653">
                  <c:v>38.51696014</c:v>
                </c:pt>
                <c:pt idx="654">
                  <c:v>38.26441193</c:v>
                </c:pt>
                <c:pt idx="655">
                  <c:v>39.55908203</c:v>
                </c:pt>
                <c:pt idx="656">
                  <c:v>33.8689537</c:v>
                </c:pt>
                <c:pt idx="657">
                  <c:v>37.31139374</c:v>
                </c:pt>
                <c:pt idx="658">
                  <c:v>32.278862</c:v>
                </c:pt>
                <c:pt idx="659">
                  <c:v>42.40592194</c:v>
                </c:pt>
                <c:pt idx="660">
                  <c:v>37.82261658</c:v>
                </c:pt>
                <c:pt idx="661">
                  <c:v>40.23101044</c:v>
                </c:pt>
                <c:pt idx="662">
                  <c:v>39.22237396</c:v>
                </c:pt>
                <c:pt idx="663">
                  <c:v>37.14374542</c:v>
                </c:pt>
                <c:pt idx="664">
                  <c:v>28.97353745</c:v>
                </c:pt>
                <c:pt idx="665">
                  <c:v>40.20650482</c:v>
                </c:pt>
                <c:pt idx="666">
                  <c:v>32.35891724</c:v>
                </c:pt>
                <c:pt idx="667">
                  <c:v>34.78366089</c:v>
                </c:pt>
                <c:pt idx="668">
                  <c:v>43.11346436</c:v>
                </c:pt>
                <c:pt idx="669">
                  <c:v>46.57142639</c:v>
                </c:pt>
                <c:pt idx="670">
                  <c:v>40.17866898</c:v>
                </c:pt>
                <c:pt idx="671">
                  <c:v>34.87950516</c:v>
                </c:pt>
                <c:pt idx="672">
                  <c:v>48.17054749</c:v>
                </c:pt>
                <c:pt idx="673">
                  <c:v>36.51963043</c:v>
                </c:pt>
                <c:pt idx="674">
                  <c:v>39.25556946</c:v>
                </c:pt>
                <c:pt idx="675">
                  <c:v>41.83325577</c:v>
                </c:pt>
                <c:pt idx="676">
                  <c:v>33.05832291</c:v>
                </c:pt>
                <c:pt idx="677">
                  <c:v>35.11943436</c:v>
                </c:pt>
                <c:pt idx="678">
                  <c:v>29.97042656</c:v>
                </c:pt>
                <c:pt idx="679">
                  <c:v>38.33489227</c:v>
                </c:pt>
                <c:pt idx="680">
                  <c:v>42.55242157</c:v>
                </c:pt>
                <c:pt idx="681">
                  <c:v>54.04462814</c:v>
                </c:pt>
                <c:pt idx="682">
                  <c:v>45.25505829</c:v>
                </c:pt>
                <c:pt idx="683">
                  <c:v>35.09269714</c:v>
                </c:pt>
                <c:pt idx="684">
                  <c:v>36.47533798</c:v>
                </c:pt>
                <c:pt idx="685">
                  <c:v>36.99614716</c:v>
                </c:pt>
                <c:pt idx="686">
                  <c:v>36.8740387</c:v>
                </c:pt>
                <c:pt idx="687">
                  <c:v>35.860466</c:v>
                </c:pt>
                <c:pt idx="688">
                  <c:v>41.88232422</c:v>
                </c:pt>
                <c:pt idx="689">
                  <c:v>50.56993484</c:v>
                </c:pt>
                <c:pt idx="690">
                  <c:v>41.58737946</c:v>
                </c:pt>
                <c:pt idx="691">
                  <c:v>33.00532532</c:v>
                </c:pt>
                <c:pt idx="692">
                  <c:v>27.30979919</c:v>
                </c:pt>
                <c:pt idx="693">
                  <c:v>40.27793121</c:v>
                </c:pt>
                <c:pt idx="694">
                  <c:v>32.62248993</c:v>
                </c:pt>
                <c:pt idx="695">
                  <c:v>38.13079834</c:v>
                </c:pt>
                <c:pt idx="696">
                  <c:v>36.67216492</c:v>
                </c:pt>
                <c:pt idx="697">
                  <c:v>41.59011078</c:v>
                </c:pt>
                <c:pt idx="698">
                  <c:v>32.12321472</c:v>
                </c:pt>
                <c:pt idx="699">
                  <c:v>27.32493973</c:v>
                </c:pt>
                <c:pt idx="700">
                  <c:v>42.83729172</c:v>
                </c:pt>
                <c:pt idx="701">
                  <c:v>43.96424103</c:v>
                </c:pt>
                <c:pt idx="702">
                  <c:v>30.9371376</c:v>
                </c:pt>
                <c:pt idx="703">
                  <c:v>33.78133392</c:v>
                </c:pt>
                <c:pt idx="704">
                  <c:v>32.85188293</c:v>
                </c:pt>
                <c:pt idx="705">
                  <c:v>43.27836227</c:v>
                </c:pt>
                <c:pt idx="706">
                  <c:v>37.27830124</c:v>
                </c:pt>
                <c:pt idx="707">
                  <c:v>31.89167213</c:v>
                </c:pt>
                <c:pt idx="708">
                  <c:v>38.70422363</c:v>
                </c:pt>
                <c:pt idx="709">
                  <c:v>39.36372375</c:v>
                </c:pt>
                <c:pt idx="710">
                  <c:v>47.56781769</c:v>
                </c:pt>
                <c:pt idx="711">
                  <c:v>48.73595428</c:v>
                </c:pt>
                <c:pt idx="712">
                  <c:v>40.10942078</c:v>
                </c:pt>
                <c:pt idx="713">
                  <c:v>45.93599701</c:v>
                </c:pt>
                <c:pt idx="714">
                  <c:v>37.37548065</c:v>
                </c:pt>
                <c:pt idx="715">
                  <c:v>44.08358765</c:v>
                </c:pt>
                <c:pt idx="716">
                  <c:v>39.38053894</c:v>
                </c:pt>
                <c:pt idx="717">
                  <c:v>37.79520798</c:v>
                </c:pt>
                <c:pt idx="718">
                  <c:v>39.78139496</c:v>
                </c:pt>
                <c:pt idx="719">
                  <c:v>37.0165863</c:v>
                </c:pt>
                <c:pt idx="720">
                  <c:v>35.27557373</c:v>
                </c:pt>
                <c:pt idx="721">
                  <c:v>35.08945465</c:v>
                </c:pt>
                <c:pt idx="722">
                  <c:v>31.22631454</c:v>
                </c:pt>
                <c:pt idx="723">
                  <c:v>41.14342499</c:v>
                </c:pt>
                <c:pt idx="724">
                  <c:v>40.54984283</c:v>
                </c:pt>
                <c:pt idx="725">
                  <c:v>28.62303543</c:v>
                </c:pt>
                <c:pt idx="726">
                  <c:v>41.51292801</c:v>
                </c:pt>
                <c:pt idx="727">
                  <c:v>36.70702744</c:v>
                </c:pt>
                <c:pt idx="728">
                  <c:v>39.28951645</c:v>
                </c:pt>
                <c:pt idx="729">
                  <c:v>37.84780502</c:v>
                </c:pt>
                <c:pt idx="730">
                  <c:v>40.18751526</c:v>
                </c:pt>
                <c:pt idx="731">
                  <c:v>36.88317108</c:v>
                </c:pt>
                <c:pt idx="732">
                  <c:v>42.66506577</c:v>
                </c:pt>
                <c:pt idx="733">
                  <c:v>39.73918533</c:v>
                </c:pt>
                <c:pt idx="734">
                  <c:v>30.46137238</c:v>
                </c:pt>
                <c:pt idx="735">
                  <c:v>39.43386841</c:v>
                </c:pt>
                <c:pt idx="736">
                  <c:v>37.84535217</c:v>
                </c:pt>
                <c:pt idx="737">
                  <c:v>34.55133057</c:v>
                </c:pt>
                <c:pt idx="738">
                  <c:v>42.54973602</c:v>
                </c:pt>
                <c:pt idx="739">
                  <c:v>45.43006897</c:v>
                </c:pt>
                <c:pt idx="740">
                  <c:v>33.05020142</c:v>
                </c:pt>
                <c:pt idx="741">
                  <c:v>39.79383087</c:v>
                </c:pt>
                <c:pt idx="742">
                  <c:v>39.79236221</c:v>
                </c:pt>
                <c:pt idx="743">
                  <c:v>34.89878845</c:v>
                </c:pt>
                <c:pt idx="744">
                  <c:v>40.34828568</c:v>
                </c:pt>
                <c:pt idx="745">
                  <c:v>34.92728806</c:v>
                </c:pt>
                <c:pt idx="746">
                  <c:v>31.68131256</c:v>
                </c:pt>
                <c:pt idx="747">
                  <c:v>34.25444794</c:v>
                </c:pt>
                <c:pt idx="748">
                  <c:v>33.37554169</c:v>
                </c:pt>
                <c:pt idx="749">
                  <c:v>38.67156219</c:v>
                </c:pt>
                <c:pt idx="750">
                  <c:v>30.6384697</c:v>
                </c:pt>
                <c:pt idx="751">
                  <c:v>38.95362473</c:v>
                </c:pt>
                <c:pt idx="752">
                  <c:v>31.07824326</c:v>
                </c:pt>
                <c:pt idx="753">
                  <c:v>34.26199341</c:v>
                </c:pt>
                <c:pt idx="754">
                  <c:v>41.59830856</c:v>
                </c:pt>
                <c:pt idx="755">
                  <c:v>40.96030807</c:v>
                </c:pt>
                <c:pt idx="756">
                  <c:v>39.54334259</c:v>
                </c:pt>
                <c:pt idx="757">
                  <c:v>37.73555756</c:v>
                </c:pt>
                <c:pt idx="758">
                  <c:v>42.7363205</c:v>
                </c:pt>
                <c:pt idx="759">
                  <c:v>34.88615417</c:v>
                </c:pt>
                <c:pt idx="760">
                  <c:v>29.60019302</c:v>
                </c:pt>
                <c:pt idx="761">
                  <c:v>35.66347504</c:v>
                </c:pt>
                <c:pt idx="762">
                  <c:v>41.19776917</c:v>
                </c:pt>
                <c:pt idx="763">
                  <c:v>35.37143326</c:v>
                </c:pt>
                <c:pt idx="764">
                  <c:v>42.81439972</c:v>
                </c:pt>
                <c:pt idx="765">
                  <c:v>35.06507111</c:v>
                </c:pt>
                <c:pt idx="766">
                  <c:v>31.86247253</c:v>
                </c:pt>
                <c:pt idx="767">
                  <c:v>41.21043396</c:v>
                </c:pt>
                <c:pt idx="768">
                  <c:v>45.00962448</c:v>
                </c:pt>
                <c:pt idx="769">
                  <c:v>36.50362015</c:v>
                </c:pt>
                <c:pt idx="770">
                  <c:v>34.53007126</c:v>
                </c:pt>
                <c:pt idx="771">
                  <c:v>35.55054092</c:v>
                </c:pt>
                <c:pt idx="772">
                  <c:v>38.03692627</c:v>
                </c:pt>
                <c:pt idx="773">
                  <c:v>31.32477951</c:v>
                </c:pt>
                <c:pt idx="774">
                  <c:v>40.71486282</c:v>
                </c:pt>
                <c:pt idx="775">
                  <c:v>39.81871033</c:v>
                </c:pt>
                <c:pt idx="776">
                  <c:v>35.32575989</c:v>
                </c:pt>
                <c:pt idx="777">
                  <c:v>32.71952057</c:v>
                </c:pt>
                <c:pt idx="778">
                  <c:v>45.84426117</c:v>
                </c:pt>
                <c:pt idx="779">
                  <c:v>41.26772308</c:v>
                </c:pt>
                <c:pt idx="780">
                  <c:v>37.12997437</c:v>
                </c:pt>
                <c:pt idx="781">
                  <c:v>33.7769165</c:v>
                </c:pt>
                <c:pt idx="782">
                  <c:v>43.32931519</c:v>
                </c:pt>
                <c:pt idx="783">
                  <c:v>35.71923065</c:v>
                </c:pt>
                <c:pt idx="784">
                  <c:v>37.1714592</c:v>
                </c:pt>
                <c:pt idx="785">
                  <c:v>38.82738495</c:v>
                </c:pt>
                <c:pt idx="786">
                  <c:v>33.3871727</c:v>
                </c:pt>
                <c:pt idx="787">
                  <c:v>35.69985199</c:v>
                </c:pt>
                <c:pt idx="788">
                  <c:v>38.73737335</c:v>
                </c:pt>
                <c:pt idx="789">
                  <c:v>47.39671326</c:v>
                </c:pt>
                <c:pt idx="790">
                  <c:v>45.84217453</c:v>
                </c:pt>
                <c:pt idx="791">
                  <c:v>39.67843246</c:v>
                </c:pt>
                <c:pt idx="792">
                  <c:v>26.25423813</c:v>
                </c:pt>
                <c:pt idx="793">
                  <c:v>47.55467987</c:v>
                </c:pt>
                <c:pt idx="794">
                  <c:v>39.95515442</c:v>
                </c:pt>
                <c:pt idx="795">
                  <c:v>32.91053772</c:v>
                </c:pt>
                <c:pt idx="796">
                  <c:v>35.00977707</c:v>
                </c:pt>
                <c:pt idx="797">
                  <c:v>43.73815155</c:v>
                </c:pt>
                <c:pt idx="798">
                  <c:v>37.60170746</c:v>
                </c:pt>
                <c:pt idx="799">
                  <c:v>42.81002045</c:v>
                </c:pt>
                <c:pt idx="800">
                  <c:v>33.72187805</c:v>
                </c:pt>
                <c:pt idx="801">
                  <c:v>36.39757156</c:v>
                </c:pt>
                <c:pt idx="802">
                  <c:v>33.78212738</c:v>
                </c:pt>
                <c:pt idx="803">
                  <c:v>53.72978973</c:v>
                </c:pt>
                <c:pt idx="804">
                  <c:v>30.83274651</c:v>
                </c:pt>
                <c:pt idx="805">
                  <c:v>41.25629425</c:v>
                </c:pt>
                <c:pt idx="806">
                  <c:v>40.07719803</c:v>
                </c:pt>
                <c:pt idx="807">
                  <c:v>44.83540344</c:v>
                </c:pt>
                <c:pt idx="808">
                  <c:v>36.84959412</c:v>
                </c:pt>
                <c:pt idx="809">
                  <c:v>42.50771332</c:v>
                </c:pt>
                <c:pt idx="810">
                  <c:v>35.7269516</c:v>
                </c:pt>
                <c:pt idx="811">
                  <c:v>40.24485779</c:v>
                </c:pt>
                <c:pt idx="812">
                  <c:v>39.07876968</c:v>
                </c:pt>
                <c:pt idx="813">
                  <c:v>33.76512527</c:v>
                </c:pt>
                <c:pt idx="814">
                  <c:v>34.05976868</c:v>
                </c:pt>
                <c:pt idx="815">
                  <c:v>31.18026733</c:v>
                </c:pt>
                <c:pt idx="816">
                  <c:v>37.77474213</c:v>
                </c:pt>
                <c:pt idx="817">
                  <c:v>33.14567947</c:v>
                </c:pt>
                <c:pt idx="818">
                  <c:v>40.21417618</c:v>
                </c:pt>
                <c:pt idx="819">
                  <c:v>40.71062851</c:v>
                </c:pt>
                <c:pt idx="820">
                  <c:v>31.63552284</c:v>
                </c:pt>
                <c:pt idx="821">
                  <c:v>36.87898254</c:v>
                </c:pt>
                <c:pt idx="822">
                  <c:v>40.19144821</c:v>
                </c:pt>
                <c:pt idx="823">
                  <c:v>43.8457756</c:v>
                </c:pt>
                <c:pt idx="824">
                  <c:v>35.44102478</c:v>
                </c:pt>
                <c:pt idx="825">
                  <c:v>39.91085052</c:v>
                </c:pt>
                <c:pt idx="826">
                  <c:v>43.8834343</c:v>
                </c:pt>
                <c:pt idx="827">
                  <c:v>38.86385727</c:v>
                </c:pt>
                <c:pt idx="828">
                  <c:v>39.6496315</c:v>
                </c:pt>
                <c:pt idx="829">
                  <c:v>37.90317917</c:v>
                </c:pt>
                <c:pt idx="830">
                  <c:v>31.84410095</c:v>
                </c:pt>
                <c:pt idx="831">
                  <c:v>41.02198792</c:v>
                </c:pt>
                <c:pt idx="832">
                  <c:v>38.82710648</c:v>
                </c:pt>
                <c:pt idx="833">
                  <c:v>36.15602112</c:v>
                </c:pt>
                <c:pt idx="834">
                  <c:v>33.90174103</c:v>
                </c:pt>
                <c:pt idx="835">
                  <c:v>41.21630859</c:v>
                </c:pt>
                <c:pt idx="836">
                  <c:v>29.72906113</c:v>
                </c:pt>
                <c:pt idx="837">
                  <c:v>52.37535858</c:v>
                </c:pt>
                <c:pt idx="838">
                  <c:v>40.34680176</c:v>
                </c:pt>
                <c:pt idx="839">
                  <c:v>29.80239296</c:v>
                </c:pt>
                <c:pt idx="840">
                  <c:v>36.72126389</c:v>
                </c:pt>
                <c:pt idx="841">
                  <c:v>36.92498016</c:v>
                </c:pt>
                <c:pt idx="842">
                  <c:v>46.90710068</c:v>
                </c:pt>
                <c:pt idx="843">
                  <c:v>38.69407272</c:v>
                </c:pt>
                <c:pt idx="844">
                  <c:v>41.11772537</c:v>
                </c:pt>
                <c:pt idx="845">
                  <c:v>40.2591629</c:v>
                </c:pt>
                <c:pt idx="846">
                  <c:v>38.86731339</c:v>
                </c:pt>
                <c:pt idx="847">
                  <c:v>28.79578781</c:v>
                </c:pt>
                <c:pt idx="848">
                  <c:v>37.62053299</c:v>
                </c:pt>
                <c:pt idx="849">
                  <c:v>45.19049072</c:v>
                </c:pt>
                <c:pt idx="850">
                  <c:v>34.74300003</c:v>
                </c:pt>
                <c:pt idx="851">
                  <c:v>34.14740372</c:v>
                </c:pt>
                <c:pt idx="852">
                  <c:v>47.85226822</c:v>
                </c:pt>
                <c:pt idx="853">
                  <c:v>29.76676941</c:v>
                </c:pt>
                <c:pt idx="854">
                  <c:v>42.46948242</c:v>
                </c:pt>
                <c:pt idx="855">
                  <c:v>33.61425018</c:v>
                </c:pt>
                <c:pt idx="856">
                  <c:v>54.47522354</c:v>
                </c:pt>
                <c:pt idx="857">
                  <c:v>32.64230728</c:v>
                </c:pt>
                <c:pt idx="858">
                  <c:v>38.07127762</c:v>
                </c:pt>
                <c:pt idx="859">
                  <c:v>35.32423782</c:v>
                </c:pt>
                <c:pt idx="860">
                  <c:v>34.12892151</c:v>
                </c:pt>
                <c:pt idx="861">
                  <c:v>47.99758911</c:v>
                </c:pt>
                <c:pt idx="862">
                  <c:v>35.70372009</c:v>
                </c:pt>
                <c:pt idx="863">
                  <c:v>53.9638443</c:v>
                </c:pt>
                <c:pt idx="864">
                  <c:v>32.48125076</c:v>
                </c:pt>
                <c:pt idx="865">
                  <c:v>41.59306717</c:v>
                </c:pt>
                <c:pt idx="866">
                  <c:v>29.10085297</c:v>
                </c:pt>
                <c:pt idx="867">
                  <c:v>47.11595154</c:v>
                </c:pt>
                <c:pt idx="868">
                  <c:v>34.78348541</c:v>
                </c:pt>
                <c:pt idx="869">
                  <c:v>32.15377045</c:v>
                </c:pt>
                <c:pt idx="870">
                  <c:v>37.01995087</c:v>
                </c:pt>
                <c:pt idx="871">
                  <c:v>35.96726227</c:v>
                </c:pt>
                <c:pt idx="872">
                  <c:v>30.56432343</c:v>
                </c:pt>
                <c:pt idx="873">
                  <c:v>42.48223114</c:v>
                </c:pt>
                <c:pt idx="874">
                  <c:v>37.60861588</c:v>
                </c:pt>
                <c:pt idx="875">
                  <c:v>37.31796265</c:v>
                </c:pt>
                <c:pt idx="876">
                  <c:v>47.36054993</c:v>
                </c:pt>
                <c:pt idx="877">
                  <c:v>33.65078735</c:v>
                </c:pt>
                <c:pt idx="878">
                  <c:v>37.55184174</c:v>
                </c:pt>
                <c:pt idx="879">
                  <c:v>48.84601593</c:v>
                </c:pt>
                <c:pt idx="880">
                  <c:v>34.47705841</c:v>
                </c:pt>
                <c:pt idx="881">
                  <c:v>40.33377075</c:v>
                </c:pt>
                <c:pt idx="882">
                  <c:v>60.85481644</c:v>
                </c:pt>
                <c:pt idx="883">
                  <c:v>40.89997101</c:v>
                </c:pt>
                <c:pt idx="884">
                  <c:v>38.712883</c:v>
                </c:pt>
                <c:pt idx="885">
                  <c:v>37.88807678</c:v>
                </c:pt>
                <c:pt idx="886">
                  <c:v>31.98376846</c:v>
                </c:pt>
                <c:pt idx="887">
                  <c:v>37.87401581</c:v>
                </c:pt>
                <c:pt idx="888">
                  <c:v>35.96324158</c:v>
                </c:pt>
                <c:pt idx="889">
                  <c:v>39.18678284</c:v>
                </c:pt>
                <c:pt idx="890">
                  <c:v>35.97186279</c:v>
                </c:pt>
                <c:pt idx="891">
                  <c:v>26.4032135</c:v>
                </c:pt>
                <c:pt idx="892">
                  <c:v>34.01951599</c:v>
                </c:pt>
                <c:pt idx="893">
                  <c:v>33.33473969</c:v>
                </c:pt>
                <c:pt idx="894">
                  <c:v>27.54008865</c:v>
                </c:pt>
                <c:pt idx="895">
                  <c:v>33.34681702</c:v>
                </c:pt>
                <c:pt idx="896">
                  <c:v>43.42167664</c:v>
                </c:pt>
                <c:pt idx="897">
                  <c:v>37.10587311</c:v>
                </c:pt>
                <c:pt idx="898">
                  <c:v>44.9435463</c:v>
                </c:pt>
                <c:pt idx="899">
                  <c:v>47.80686569</c:v>
                </c:pt>
                <c:pt idx="900">
                  <c:v>37.06542206</c:v>
                </c:pt>
                <c:pt idx="901">
                  <c:v>35.19997406</c:v>
                </c:pt>
                <c:pt idx="902">
                  <c:v>44.3877182</c:v>
                </c:pt>
                <c:pt idx="903">
                  <c:v>58.29512024</c:v>
                </c:pt>
                <c:pt idx="904">
                  <c:v>33.35585022</c:v>
                </c:pt>
                <c:pt idx="905">
                  <c:v>38.52080917</c:v>
                </c:pt>
                <c:pt idx="906">
                  <c:v>35.61261749</c:v>
                </c:pt>
                <c:pt idx="907">
                  <c:v>39.01885986</c:v>
                </c:pt>
                <c:pt idx="908">
                  <c:v>40.49474335</c:v>
                </c:pt>
                <c:pt idx="909">
                  <c:v>39.03261566</c:v>
                </c:pt>
                <c:pt idx="910">
                  <c:v>44.4836731</c:v>
                </c:pt>
                <c:pt idx="911">
                  <c:v>42.10991669</c:v>
                </c:pt>
                <c:pt idx="912">
                  <c:v>32.80999756</c:v>
                </c:pt>
                <c:pt idx="913">
                  <c:v>36.91179657</c:v>
                </c:pt>
                <c:pt idx="914">
                  <c:v>35.93107605</c:v>
                </c:pt>
                <c:pt idx="915">
                  <c:v>38.26693344</c:v>
                </c:pt>
                <c:pt idx="916">
                  <c:v>40.99838638</c:v>
                </c:pt>
                <c:pt idx="917">
                  <c:v>35.14801788</c:v>
                </c:pt>
                <c:pt idx="918">
                  <c:v>30.39862823</c:v>
                </c:pt>
                <c:pt idx="919">
                  <c:v>40.41631699</c:v>
                </c:pt>
                <c:pt idx="920">
                  <c:v>36.96551132</c:v>
                </c:pt>
                <c:pt idx="921">
                  <c:v>42.25170135</c:v>
                </c:pt>
                <c:pt idx="922">
                  <c:v>38.05630112</c:v>
                </c:pt>
                <c:pt idx="923">
                  <c:v>32.71949387</c:v>
                </c:pt>
                <c:pt idx="924">
                  <c:v>51.88526154</c:v>
                </c:pt>
                <c:pt idx="925">
                  <c:v>35.25303268</c:v>
                </c:pt>
                <c:pt idx="926">
                  <c:v>30.21854401</c:v>
                </c:pt>
                <c:pt idx="927">
                  <c:v>32.6239357</c:v>
                </c:pt>
                <c:pt idx="928">
                  <c:v>29.56697273</c:v>
                </c:pt>
                <c:pt idx="929">
                  <c:v>38.62627411</c:v>
                </c:pt>
                <c:pt idx="930">
                  <c:v>32.09467316</c:v>
                </c:pt>
                <c:pt idx="931">
                  <c:v>32.41358948</c:v>
                </c:pt>
                <c:pt idx="932">
                  <c:v>38.84454346</c:v>
                </c:pt>
                <c:pt idx="933">
                  <c:v>30.53529549</c:v>
                </c:pt>
                <c:pt idx="934">
                  <c:v>38.53767776</c:v>
                </c:pt>
                <c:pt idx="935">
                  <c:v>36.17664719</c:v>
                </c:pt>
                <c:pt idx="936">
                  <c:v>32.47477722</c:v>
                </c:pt>
                <c:pt idx="937">
                  <c:v>41.83213806</c:v>
                </c:pt>
                <c:pt idx="938">
                  <c:v>40.59795761</c:v>
                </c:pt>
                <c:pt idx="939">
                  <c:v>35.75861359</c:v>
                </c:pt>
                <c:pt idx="940">
                  <c:v>28.87628365</c:v>
                </c:pt>
                <c:pt idx="941">
                  <c:v>33.77745819</c:v>
                </c:pt>
                <c:pt idx="942">
                  <c:v>34.2745018</c:v>
                </c:pt>
                <c:pt idx="943">
                  <c:v>46.06098175</c:v>
                </c:pt>
                <c:pt idx="944">
                  <c:v>44.18422699</c:v>
                </c:pt>
                <c:pt idx="945">
                  <c:v>37.03746414</c:v>
                </c:pt>
                <c:pt idx="946">
                  <c:v>37.31215668</c:v>
                </c:pt>
                <c:pt idx="947">
                  <c:v>26.88294983</c:v>
                </c:pt>
                <c:pt idx="948">
                  <c:v>41.56439209</c:v>
                </c:pt>
                <c:pt idx="949">
                  <c:v>34.38510132</c:v>
                </c:pt>
                <c:pt idx="950">
                  <c:v>33.2341156</c:v>
                </c:pt>
                <c:pt idx="951">
                  <c:v>35.84302521</c:v>
                </c:pt>
                <c:pt idx="952">
                  <c:v>40.15718079</c:v>
                </c:pt>
                <c:pt idx="953">
                  <c:v>45.35015488</c:v>
                </c:pt>
                <c:pt idx="954">
                  <c:v>39.46652985</c:v>
                </c:pt>
                <c:pt idx="955">
                  <c:v>36.46537018</c:v>
                </c:pt>
                <c:pt idx="956">
                  <c:v>36.98802948</c:v>
                </c:pt>
                <c:pt idx="957">
                  <c:v>35.61256409</c:v>
                </c:pt>
                <c:pt idx="958">
                  <c:v>33.16073608</c:v>
                </c:pt>
                <c:pt idx="959">
                  <c:v>29.66048813</c:v>
                </c:pt>
                <c:pt idx="960">
                  <c:v>37.24747467</c:v>
                </c:pt>
                <c:pt idx="961">
                  <c:v>38.23523712</c:v>
                </c:pt>
                <c:pt idx="962">
                  <c:v>31.25346184</c:v>
                </c:pt>
                <c:pt idx="963">
                  <c:v>33.95561218</c:v>
                </c:pt>
                <c:pt idx="964">
                  <c:v>43.60569763</c:v>
                </c:pt>
                <c:pt idx="965">
                  <c:v>30.48760033</c:v>
                </c:pt>
                <c:pt idx="966">
                  <c:v>33.93342209</c:v>
                </c:pt>
                <c:pt idx="967">
                  <c:v>37.28919983</c:v>
                </c:pt>
                <c:pt idx="968">
                  <c:v>31.40236282</c:v>
                </c:pt>
                <c:pt idx="969">
                  <c:v>28.28055382</c:v>
                </c:pt>
                <c:pt idx="970">
                  <c:v>30.36457062</c:v>
                </c:pt>
                <c:pt idx="971">
                  <c:v>36.36224747</c:v>
                </c:pt>
                <c:pt idx="972">
                  <c:v>37.56558228</c:v>
                </c:pt>
                <c:pt idx="973">
                  <c:v>35.80774689</c:v>
                </c:pt>
                <c:pt idx="974">
                  <c:v>39.15654755</c:v>
                </c:pt>
                <c:pt idx="975">
                  <c:v>36.80882263</c:v>
                </c:pt>
                <c:pt idx="976">
                  <c:v>33.79389572</c:v>
                </c:pt>
                <c:pt idx="977">
                  <c:v>36.61172485</c:v>
                </c:pt>
                <c:pt idx="978">
                  <c:v>39.22837448</c:v>
                </c:pt>
                <c:pt idx="979">
                  <c:v>38.24391174</c:v>
                </c:pt>
                <c:pt idx="980">
                  <c:v>36.30690765</c:v>
                </c:pt>
                <c:pt idx="981">
                  <c:v>32.67531586</c:v>
                </c:pt>
                <c:pt idx="982">
                  <c:v>33.02507782</c:v>
                </c:pt>
                <c:pt idx="983">
                  <c:v>34.07245636</c:v>
                </c:pt>
                <c:pt idx="984">
                  <c:v>32.89021301</c:v>
                </c:pt>
                <c:pt idx="985">
                  <c:v>36.91313553</c:v>
                </c:pt>
                <c:pt idx="986">
                  <c:v>24.46851158</c:v>
                </c:pt>
                <c:pt idx="987">
                  <c:v>35.60797882</c:v>
                </c:pt>
                <c:pt idx="988">
                  <c:v>32.06402206</c:v>
                </c:pt>
                <c:pt idx="989">
                  <c:v>38.46976852</c:v>
                </c:pt>
                <c:pt idx="990">
                  <c:v>36.31404877</c:v>
                </c:pt>
                <c:pt idx="991">
                  <c:v>25.89845657</c:v>
                </c:pt>
                <c:pt idx="992">
                  <c:v>33.83533478</c:v>
                </c:pt>
                <c:pt idx="993">
                  <c:v>31.50537109</c:v>
                </c:pt>
                <c:pt idx="994">
                  <c:v>35.38621521</c:v>
                </c:pt>
                <c:pt idx="995">
                  <c:v>32.60064697</c:v>
                </c:pt>
                <c:pt idx="996">
                  <c:v>36.53962708</c:v>
                </c:pt>
                <c:pt idx="997">
                  <c:v>37.40348434</c:v>
                </c:pt>
                <c:pt idx="998">
                  <c:v>34.80664825</c:v>
                </c:pt>
                <c:pt idx="999">
                  <c:v>35.59741974</c:v>
                </c:pt>
              </c:numCache>
            </c:numRef>
          </c:yVal>
        </c:ser>
        <c:ser>
          <c:idx val="1"/>
          <c:order val="1"/>
          <c:tx>
            <c:v>BCA</c:v>
          </c:tx>
          <c:spPr>
            <a:ln xmlns:a="http://schemas.openxmlformats.org/drawingml/2006/main" w="15240">
              <a:solidFill>
                <a:srgbClr val="087F8C"/>
              </a:solidFill>
            </a:ln>
          </c:spPr>
          <c:marker>
            <c:symbol val="none"/>
          </c:marker>
          <c:xVal>
            <c:numRef>
              <c:f>'Chart Data'!$C$2:$C$1001</c:f>
              <c:numCache>
                <c:formatCode>General</c:formatCode>
                <c:ptCount val="10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numCache>
            </c:numRef>
          </c:xVal>
          <c:yVal>
            <c:numRef>
              <c:f>'Chart Data'!$D$2:$D$1001</c:f>
              <c:numCache>
                <c:formatCode>General</c:formatCode>
                <c:ptCount val="1000"/>
                <c:pt idx="0">
                  <c:v>12.1546669</c:v>
                </c:pt>
                <c:pt idx="1">
                  <c:v>15.99975872</c:v>
                </c:pt>
                <c:pt idx="2">
                  <c:v>14.09474182</c:v>
                </c:pt>
                <c:pt idx="3">
                  <c:v>16.96132851</c:v>
                </c:pt>
                <c:pt idx="4">
                  <c:v>13.81481266</c:v>
                </c:pt>
                <c:pt idx="5">
                  <c:v>20.77659225</c:v>
                </c:pt>
                <c:pt idx="6">
                  <c:v>16.96760178</c:v>
                </c:pt>
                <c:pt idx="7">
                  <c:v>14.66278076</c:v>
                </c:pt>
                <c:pt idx="8">
                  <c:v>19.60625839</c:v>
                </c:pt>
                <c:pt idx="9">
                  <c:v>17.79099274</c:v>
                </c:pt>
                <c:pt idx="10">
                  <c:v>14.21934032</c:v>
                </c:pt>
                <c:pt idx="11">
                  <c:v>19.83217239</c:v>
                </c:pt>
                <c:pt idx="12">
                  <c:v>23.96377754</c:v>
                </c:pt>
                <c:pt idx="13">
                  <c:v>21.8469429</c:v>
                </c:pt>
                <c:pt idx="14">
                  <c:v>22.59816742</c:v>
                </c:pt>
                <c:pt idx="15">
                  <c:v>24.30305862</c:v>
                </c:pt>
                <c:pt idx="16">
                  <c:v>18.86164665</c:v>
                </c:pt>
                <c:pt idx="17">
                  <c:v>28.57700729</c:v>
                </c:pt>
                <c:pt idx="18">
                  <c:v>21.30720901</c:v>
                </c:pt>
                <c:pt idx="19">
                  <c:v>34.62429428</c:v>
                </c:pt>
                <c:pt idx="20">
                  <c:v>31.97807312</c:v>
                </c:pt>
                <c:pt idx="21">
                  <c:v>21.01595306</c:v>
                </c:pt>
                <c:pt idx="22">
                  <c:v>25.54668427</c:v>
                </c:pt>
                <c:pt idx="23">
                  <c:v>30.53951263</c:v>
                </c:pt>
                <c:pt idx="24">
                  <c:v>25.41553879</c:v>
                </c:pt>
                <c:pt idx="25">
                  <c:v>26.04007721</c:v>
                </c:pt>
                <c:pt idx="26">
                  <c:v>34.66071701</c:v>
                </c:pt>
                <c:pt idx="27">
                  <c:v>31.81262589</c:v>
                </c:pt>
                <c:pt idx="28">
                  <c:v>30.17991447</c:v>
                </c:pt>
                <c:pt idx="29">
                  <c:v>32.69187927</c:v>
                </c:pt>
                <c:pt idx="30">
                  <c:v>33.63310623</c:v>
                </c:pt>
                <c:pt idx="31">
                  <c:v>46.21369171</c:v>
                </c:pt>
                <c:pt idx="32">
                  <c:v>26.92328262</c:v>
                </c:pt>
                <c:pt idx="33">
                  <c:v>31.31777382</c:v>
                </c:pt>
                <c:pt idx="34">
                  <c:v>29.39406586</c:v>
                </c:pt>
                <c:pt idx="35">
                  <c:v>37.86117935</c:v>
                </c:pt>
                <c:pt idx="36">
                  <c:v>61.46047974</c:v>
                </c:pt>
                <c:pt idx="37">
                  <c:v>38.8547287</c:v>
                </c:pt>
                <c:pt idx="38">
                  <c:v>37.81700134</c:v>
                </c:pt>
                <c:pt idx="39">
                  <c:v>37.52291489</c:v>
                </c:pt>
                <c:pt idx="40">
                  <c:v>43.51888275</c:v>
                </c:pt>
                <c:pt idx="41">
                  <c:v>35.61682129</c:v>
                </c:pt>
                <c:pt idx="42">
                  <c:v>57.310215</c:v>
                </c:pt>
                <c:pt idx="43">
                  <c:v>44.10905457</c:v>
                </c:pt>
                <c:pt idx="44">
                  <c:v>53.63018417</c:v>
                </c:pt>
                <c:pt idx="45">
                  <c:v>46.26226044</c:v>
                </c:pt>
                <c:pt idx="46">
                  <c:v>40.59047318</c:v>
                </c:pt>
                <c:pt idx="47">
                  <c:v>40.33632278</c:v>
                </c:pt>
                <c:pt idx="48">
                  <c:v>44.88603592</c:v>
                </c:pt>
                <c:pt idx="49">
                  <c:v>48.07688904</c:v>
                </c:pt>
                <c:pt idx="50">
                  <c:v>33.45698166</c:v>
                </c:pt>
                <c:pt idx="51">
                  <c:v>54.85154724</c:v>
                </c:pt>
                <c:pt idx="52">
                  <c:v>43.95121002</c:v>
                </c:pt>
                <c:pt idx="53">
                  <c:v>46.31259155</c:v>
                </c:pt>
                <c:pt idx="54">
                  <c:v>36.29814148</c:v>
                </c:pt>
                <c:pt idx="55">
                  <c:v>46.88248825</c:v>
                </c:pt>
                <c:pt idx="56">
                  <c:v>41.87900543</c:v>
                </c:pt>
                <c:pt idx="57">
                  <c:v>54.88031387</c:v>
                </c:pt>
                <c:pt idx="58">
                  <c:v>48.49350739</c:v>
                </c:pt>
                <c:pt idx="59">
                  <c:v>49.40070724</c:v>
                </c:pt>
                <c:pt idx="60">
                  <c:v>34.10069656</c:v>
                </c:pt>
                <c:pt idx="61">
                  <c:v>47.54257584</c:v>
                </c:pt>
                <c:pt idx="62">
                  <c:v>39.95982361</c:v>
                </c:pt>
                <c:pt idx="63">
                  <c:v>54.20851898</c:v>
                </c:pt>
                <c:pt idx="64">
                  <c:v>41.59975433</c:v>
                </c:pt>
                <c:pt idx="65">
                  <c:v>42.42720032</c:v>
                </c:pt>
                <c:pt idx="66">
                  <c:v>46.67664337</c:v>
                </c:pt>
                <c:pt idx="67">
                  <c:v>38.02292633</c:v>
                </c:pt>
                <c:pt idx="68">
                  <c:v>37.9499054</c:v>
                </c:pt>
                <c:pt idx="69">
                  <c:v>40.60147095</c:v>
                </c:pt>
                <c:pt idx="70">
                  <c:v>45.69426346</c:v>
                </c:pt>
                <c:pt idx="71">
                  <c:v>44.85546112</c:v>
                </c:pt>
                <c:pt idx="72">
                  <c:v>64.27088928</c:v>
                </c:pt>
                <c:pt idx="73">
                  <c:v>35.62178802</c:v>
                </c:pt>
                <c:pt idx="74">
                  <c:v>57.47293091</c:v>
                </c:pt>
                <c:pt idx="75">
                  <c:v>51.89960861</c:v>
                </c:pt>
                <c:pt idx="76">
                  <c:v>44.12885666</c:v>
                </c:pt>
                <c:pt idx="77">
                  <c:v>29.14855957</c:v>
                </c:pt>
                <c:pt idx="78">
                  <c:v>39.50611877</c:v>
                </c:pt>
                <c:pt idx="79">
                  <c:v>48.12073898</c:v>
                </c:pt>
                <c:pt idx="80">
                  <c:v>41.55145264</c:v>
                </c:pt>
                <c:pt idx="81">
                  <c:v>46.36428833</c:v>
                </c:pt>
                <c:pt idx="82">
                  <c:v>45.30778503</c:v>
                </c:pt>
                <c:pt idx="83">
                  <c:v>52.95571899</c:v>
                </c:pt>
                <c:pt idx="84">
                  <c:v>57.97445679</c:v>
                </c:pt>
                <c:pt idx="85">
                  <c:v>47.99711227</c:v>
                </c:pt>
                <c:pt idx="86">
                  <c:v>48.97883606</c:v>
                </c:pt>
                <c:pt idx="87">
                  <c:v>60.97964478</c:v>
                </c:pt>
                <c:pt idx="88">
                  <c:v>48.74213028</c:v>
                </c:pt>
                <c:pt idx="89">
                  <c:v>57.12421417</c:v>
                </c:pt>
                <c:pt idx="90">
                  <c:v>69.66062927</c:v>
                </c:pt>
                <c:pt idx="91">
                  <c:v>42.7233429</c:v>
                </c:pt>
                <c:pt idx="92">
                  <c:v>38.11958313</c:v>
                </c:pt>
                <c:pt idx="93">
                  <c:v>46.98579407</c:v>
                </c:pt>
                <c:pt idx="94">
                  <c:v>53.80066681</c:v>
                </c:pt>
                <c:pt idx="95">
                  <c:v>38.28320313</c:v>
                </c:pt>
                <c:pt idx="96">
                  <c:v>49.93904114</c:v>
                </c:pt>
                <c:pt idx="97">
                  <c:v>47.70293808</c:v>
                </c:pt>
                <c:pt idx="98">
                  <c:v>65.97846222</c:v>
                </c:pt>
                <c:pt idx="99">
                  <c:v>45.76931381</c:v>
                </c:pt>
                <c:pt idx="100">
                  <c:v>53.7661972</c:v>
                </c:pt>
                <c:pt idx="101">
                  <c:v>42.84904099</c:v>
                </c:pt>
                <c:pt idx="102">
                  <c:v>50.07931519</c:v>
                </c:pt>
                <c:pt idx="103">
                  <c:v>44.85464859</c:v>
                </c:pt>
                <c:pt idx="104">
                  <c:v>48.20729065</c:v>
                </c:pt>
                <c:pt idx="105">
                  <c:v>42.14446259</c:v>
                </c:pt>
                <c:pt idx="106">
                  <c:v>41.68560791</c:v>
                </c:pt>
                <c:pt idx="107">
                  <c:v>47.77402878</c:v>
                </c:pt>
                <c:pt idx="108">
                  <c:v>48.9847374</c:v>
                </c:pt>
                <c:pt idx="109">
                  <c:v>45.76464081</c:v>
                </c:pt>
                <c:pt idx="110">
                  <c:v>50.91231155</c:v>
                </c:pt>
                <c:pt idx="111">
                  <c:v>42.45925522</c:v>
                </c:pt>
                <c:pt idx="112">
                  <c:v>35.89286423</c:v>
                </c:pt>
                <c:pt idx="113">
                  <c:v>46.99661255</c:v>
                </c:pt>
                <c:pt idx="114">
                  <c:v>37.60460663</c:v>
                </c:pt>
                <c:pt idx="115">
                  <c:v>43.29354477</c:v>
                </c:pt>
                <c:pt idx="116">
                  <c:v>50.92775726</c:v>
                </c:pt>
                <c:pt idx="117">
                  <c:v>42.8431282</c:v>
                </c:pt>
                <c:pt idx="118">
                  <c:v>44.1835022</c:v>
                </c:pt>
                <c:pt idx="119">
                  <c:v>46.68759155</c:v>
                </c:pt>
                <c:pt idx="120">
                  <c:v>40.526474</c:v>
                </c:pt>
                <c:pt idx="121">
                  <c:v>45.05271912</c:v>
                </c:pt>
                <c:pt idx="122">
                  <c:v>41.65806198</c:v>
                </c:pt>
                <c:pt idx="123">
                  <c:v>39.34928894</c:v>
                </c:pt>
                <c:pt idx="124">
                  <c:v>47.98542023</c:v>
                </c:pt>
                <c:pt idx="125">
                  <c:v>51.00305176</c:v>
                </c:pt>
                <c:pt idx="126">
                  <c:v>53.00485229</c:v>
                </c:pt>
                <c:pt idx="127">
                  <c:v>63.64263916</c:v>
                </c:pt>
                <c:pt idx="128">
                  <c:v>53.68367767</c:v>
                </c:pt>
                <c:pt idx="129">
                  <c:v>38.8455162</c:v>
                </c:pt>
                <c:pt idx="130">
                  <c:v>44.45675659</c:v>
                </c:pt>
                <c:pt idx="131">
                  <c:v>41.80802917</c:v>
                </c:pt>
                <c:pt idx="132">
                  <c:v>40.66550064</c:v>
                </c:pt>
                <c:pt idx="133">
                  <c:v>51.06361771</c:v>
                </c:pt>
                <c:pt idx="134">
                  <c:v>44.42521667</c:v>
                </c:pt>
                <c:pt idx="135">
                  <c:v>60.60997772</c:v>
                </c:pt>
                <c:pt idx="136">
                  <c:v>37.47623444</c:v>
                </c:pt>
                <c:pt idx="137">
                  <c:v>53.88526917</c:v>
                </c:pt>
                <c:pt idx="138">
                  <c:v>45.73025513</c:v>
                </c:pt>
                <c:pt idx="139">
                  <c:v>37.94107056</c:v>
                </c:pt>
                <c:pt idx="140">
                  <c:v>58.69986725</c:v>
                </c:pt>
                <c:pt idx="141">
                  <c:v>43.06764221</c:v>
                </c:pt>
                <c:pt idx="142">
                  <c:v>58.08895111</c:v>
                </c:pt>
                <c:pt idx="143">
                  <c:v>34.78437042</c:v>
                </c:pt>
                <c:pt idx="144">
                  <c:v>36.53013229</c:v>
                </c:pt>
                <c:pt idx="145">
                  <c:v>41.63093948</c:v>
                </c:pt>
                <c:pt idx="146">
                  <c:v>51.69714355</c:v>
                </c:pt>
                <c:pt idx="147">
                  <c:v>53.32848358</c:v>
                </c:pt>
                <c:pt idx="148">
                  <c:v>39.04148102</c:v>
                </c:pt>
                <c:pt idx="149">
                  <c:v>44.26746368</c:v>
                </c:pt>
                <c:pt idx="150">
                  <c:v>42.26993179</c:v>
                </c:pt>
                <c:pt idx="151">
                  <c:v>54.11447906</c:v>
                </c:pt>
                <c:pt idx="152">
                  <c:v>45.89502335</c:v>
                </c:pt>
                <c:pt idx="153">
                  <c:v>43.24449158</c:v>
                </c:pt>
                <c:pt idx="154">
                  <c:v>49.65787506</c:v>
                </c:pt>
                <c:pt idx="155">
                  <c:v>50.69949722</c:v>
                </c:pt>
                <c:pt idx="156">
                  <c:v>48.45269012</c:v>
                </c:pt>
                <c:pt idx="157">
                  <c:v>33.96157074</c:v>
                </c:pt>
                <c:pt idx="158">
                  <c:v>47.13273621</c:v>
                </c:pt>
                <c:pt idx="159">
                  <c:v>47.91598511</c:v>
                </c:pt>
                <c:pt idx="160">
                  <c:v>49.19534302</c:v>
                </c:pt>
                <c:pt idx="161">
                  <c:v>52.34564972</c:v>
                </c:pt>
                <c:pt idx="162">
                  <c:v>33.61769867</c:v>
                </c:pt>
                <c:pt idx="163">
                  <c:v>53.89432907</c:v>
                </c:pt>
                <c:pt idx="164">
                  <c:v>49.38179016</c:v>
                </c:pt>
                <c:pt idx="165">
                  <c:v>62.19801331</c:v>
                </c:pt>
                <c:pt idx="166">
                  <c:v>44.31475449</c:v>
                </c:pt>
                <c:pt idx="167">
                  <c:v>46.7390213</c:v>
                </c:pt>
                <c:pt idx="168">
                  <c:v>54.6353302</c:v>
                </c:pt>
                <c:pt idx="169">
                  <c:v>53.21679688</c:v>
                </c:pt>
                <c:pt idx="170">
                  <c:v>47.65648651</c:v>
                </c:pt>
                <c:pt idx="171">
                  <c:v>43.89044952</c:v>
                </c:pt>
                <c:pt idx="172">
                  <c:v>44.59096909</c:v>
                </c:pt>
                <c:pt idx="173">
                  <c:v>48.66937256</c:v>
                </c:pt>
                <c:pt idx="174">
                  <c:v>39.56303024</c:v>
                </c:pt>
                <c:pt idx="175">
                  <c:v>48.46746826</c:v>
                </c:pt>
                <c:pt idx="176">
                  <c:v>27.61153984</c:v>
                </c:pt>
                <c:pt idx="177">
                  <c:v>45.4325676</c:v>
                </c:pt>
                <c:pt idx="178">
                  <c:v>38.93789291</c:v>
                </c:pt>
                <c:pt idx="179">
                  <c:v>52.81591034</c:v>
                </c:pt>
                <c:pt idx="180">
                  <c:v>42.68841934</c:v>
                </c:pt>
                <c:pt idx="181">
                  <c:v>33.19919586</c:v>
                </c:pt>
                <c:pt idx="182">
                  <c:v>31.14988899</c:v>
                </c:pt>
                <c:pt idx="183">
                  <c:v>48.90140533</c:v>
                </c:pt>
                <c:pt idx="184">
                  <c:v>38.45370865</c:v>
                </c:pt>
                <c:pt idx="185">
                  <c:v>56.53091431</c:v>
                </c:pt>
                <c:pt idx="186">
                  <c:v>43.11228561</c:v>
                </c:pt>
                <c:pt idx="187">
                  <c:v>39.05049515</c:v>
                </c:pt>
                <c:pt idx="188">
                  <c:v>39.22005081</c:v>
                </c:pt>
                <c:pt idx="189">
                  <c:v>40.83999252</c:v>
                </c:pt>
                <c:pt idx="190">
                  <c:v>46.24438477</c:v>
                </c:pt>
                <c:pt idx="191">
                  <c:v>46.40475464</c:v>
                </c:pt>
                <c:pt idx="192">
                  <c:v>43.45209503</c:v>
                </c:pt>
                <c:pt idx="193">
                  <c:v>44.27275085</c:v>
                </c:pt>
                <c:pt idx="194">
                  <c:v>46.89837646</c:v>
                </c:pt>
                <c:pt idx="195">
                  <c:v>38.28044891</c:v>
                </c:pt>
                <c:pt idx="196">
                  <c:v>42.99976349</c:v>
                </c:pt>
                <c:pt idx="197">
                  <c:v>47.40802383</c:v>
                </c:pt>
                <c:pt idx="198">
                  <c:v>42.87150955</c:v>
                </c:pt>
                <c:pt idx="199">
                  <c:v>41.66884613</c:v>
                </c:pt>
                <c:pt idx="200">
                  <c:v>47.88446808</c:v>
                </c:pt>
                <c:pt idx="201">
                  <c:v>49.54335022</c:v>
                </c:pt>
                <c:pt idx="202">
                  <c:v>56.39479065</c:v>
                </c:pt>
                <c:pt idx="203">
                  <c:v>48.63037872</c:v>
                </c:pt>
                <c:pt idx="204">
                  <c:v>43.73272324</c:v>
                </c:pt>
                <c:pt idx="205">
                  <c:v>47.23568344</c:v>
                </c:pt>
                <c:pt idx="206">
                  <c:v>38.7512207</c:v>
                </c:pt>
                <c:pt idx="207">
                  <c:v>37.66418076</c:v>
                </c:pt>
                <c:pt idx="208">
                  <c:v>39.27422714</c:v>
                </c:pt>
                <c:pt idx="209">
                  <c:v>34.81940842</c:v>
                </c:pt>
                <c:pt idx="210">
                  <c:v>53.35441589</c:v>
                </c:pt>
                <c:pt idx="211">
                  <c:v>47.66184235</c:v>
                </c:pt>
                <c:pt idx="212">
                  <c:v>39.46609497</c:v>
                </c:pt>
                <c:pt idx="213">
                  <c:v>44.20317078</c:v>
                </c:pt>
                <c:pt idx="214">
                  <c:v>47.61016464</c:v>
                </c:pt>
                <c:pt idx="215">
                  <c:v>47.32123184</c:v>
                </c:pt>
                <c:pt idx="216">
                  <c:v>42.70495605</c:v>
                </c:pt>
                <c:pt idx="217">
                  <c:v>42.66989136</c:v>
                </c:pt>
                <c:pt idx="218">
                  <c:v>43.42459106</c:v>
                </c:pt>
                <c:pt idx="219">
                  <c:v>41.92741776</c:v>
                </c:pt>
                <c:pt idx="220">
                  <c:v>44.61775208</c:v>
                </c:pt>
                <c:pt idx="221">
                  <c:v>40.49549866</c:v>
                </c:pt>
                <c:pt idx="222">
                  <c:v>34.45558167</c:v>
                </c:pt>
                <c:pt idx="223">
                  <c:v>40.78407288</c:v>
                </c:pt>
                <c:pt idx="224">
                  <c:v>44.40853882</c:v>
                </c:pt>
                <c:pt idx="225">
                  <c:v>37.32121658</c:v>
                </c:pt>
                <c:pt idx="226">
                  <c:v>40.55854797</c:v>
                </c:pt>
                <c:pt idx="227">
                  <c:v>50.02742004</c:v>
                </c:pt>
                <c:pt idx="228">
                  <c:v>49.14770126</c:v>
                </c:pt>
                <c:pt idx="229">
                  <c:v>48.0738678</c:v>
                </c:pt>
                <c:pt idx="230">
                  <c:v>35.1138382</c:v>
                </c:pt>
                <c:pt idx="231">
                  <c:v>44.09060669</c:v>
                </c:pt>
                <c:pt idx="232">
                  <c:v>50.25402069</c:v>
                </c:pt>
                <c:pt idx="233">
                  <c:v>43.51417542</c:v>
                </c:pt>
                <c:pt idx="234">
                  <c:v>41.55840683</c:v>
                </c:pt>
                <c:pt idx="235">
                  <c:v>46.94464874</c:v>
                </c:pt>
                <c:pt idx="236">
                  <c:v>40.07711792</c:v>
                </c:pt>
                <c:pt idx="237">
                  <c:v>42.79427338</c:v>
                </c:pt>
                <c:pt idx="238">
                  <c:v>38.78092194</c:v>
                </c:pt>
                <c:pt idx="239">
                  <c:v>41.72120667</c:v>
                </c:pt>
                <c:pt idx="240">
                  <c:v>47.06964874</c:v>
                </c:pt>
                <c:pt idx="241">
                  <c:v>45.43289566</c:v>
                </c:pt>
                <c:pt idx="242">
                  <c:v>60.27740097</c:v>
                </c:pt>
                <c:pt idx="243">
                  <c:v>60.84260559</c:v>
                </c:pt>
                <c:pt idx="244">
                  <c:v>36.33015442</c:v>
                </c:pt>
                <c:pt idx="245">
                  <c:v>50.87675476</c:v>
                </c:pt>
                <c:pt idx="246">
                  <c:v>38.40865326</c:v>
                </c:pt>
                <c:pt idx="247">
                  <c:v>45.76386261</c:v>
                </c:pt>
                <c:pt idx="248">
                  <c:v>43.34747314</c:v>
                </c:pt>
                <c:pt idx="249">
                  <c:v>41.91588974</c:v>
                </c:pt>
                <c:pt idx="250">
                  <c:v>37.93239975</c:v>
                </c:pt>
                <c:pt idx="251">
                  <c:v>37.9756546</c:v>
                </c:pt>
                <c:pt idx="252">
                  <c:v>40.42343903</c:v>
                </c:pt>
                <c:pt idx="253">
                  <c:v>35.70783234</c:v>
                </c:pt>
                <c:pt idx="254">
                  <c:v>43.63796997</c:v>
                </c:pt>
                <c:pt idx="255">
                  <c:v>55.01628876</c:v>
                </c:pt>
                <c:pt idx="256">
                  <c:v>37.18901062</c:v>
                </c:pt>
                <c:pt idx="257">
                  <c:v>48.41752625</c:v>
                </c:pt>
                <c:pt idx="258">
                  <c:v>42.57730103</c:v>
                </c:pt>
                <c:pt idx="259">
                  <c:v>43.11525726</c:v>
                </c:pt>
                <c:pt idx="260">
                  <c:v>40.70991135</c:v>
                </c:pt>
                <c:pt idx="261">
                  <c:v>42.28873444</c:v>
                </c:pt>
                <c:pt idx="262">
                  <c:v>55.33878708</c:v>
                </c:pt>
                <c:pt idx="263">
                  <c:v>39.04232407</c:v>
                </c:pt>
                <c:pt idx="264">
                  <c:v>55.74594116</c:v>
                </c:pt>
                <c:pt idx="265">
                  <c:v>55.32827759</c:v>
                </c:pt>
                <c:pt idx="266">
                  <c:v>39.78823853</c:v>
                </c:pt>
                <c:pt idx="267">
                  <c:v>39.116745</c:v>
                </c:pt>
                <c:pt idx="268">
                  <c:v>48.87346649</c:v>
                </c:pt>
                <c:pt idx="269">
                  <c:v>35.00759125</c:v>
                </c:pt>
                <c:pt idx="270">
                  <c:v>50.98835754</c:v>
                </c:pt>
                <c:pt idx="271">
                  <c:v>47.9070816</c:v>
                </c:pt>
                <c:pt idx="272">
                  <c:v>41.9350853</c:v>
                </c:pt>
                <c:pt idx="273">
                  <c:v>49.78343964</c:v>
                </c:pt>
                <c:pt idx="274">
                  <c:v>35.48900604</c:v>
                </c:pt>
                <c:pt idx="275">
                  <c:v>58.93275833</c:v>
                </c:pt>
                <c:pt idx="276">
                  <c:v>35.60843277</c:v>
                </c:pt>
                <c:pt idx="277">
                  <c:v>32.87697601</c:v>
                </c:pt>
                <c:pt idx="278">
                  <c:v>35.34964371</c:v>
                </c:pt>
                <c:pt idx="279">
                  <c:v>43.93081284</c:v>
                </c:pt>
                <c:pt idx="280">
                  <c:v>42.66919327</c:v>
                </c:pt>
                <c:pt idx="281">
                  <c:v>47.39572144</c:v>
                </c:pt>
                <c:pt idx="282">
                  <c:v>40.96560669</c:v>
                </c:pt>
                <c:pt idx="283">
                  <c:v>33.15961838</c:v>
                </c:pt>
                <c:pt idx="284">
                  <c:v>47.12070084</c:v>
                </c:pt>
                <c:pt idx="285">
                  <c:v>36.6407814</c:v>
                </c:pt>
                <c:pt idx="286">
                  <c:v>40.82393646</c:v>
                </c:pt>
                <c:pt idx="287">
                  <c:v>45.38460541</c:v>
                </c:pt>
                <c:pt idx="288">
                  <c:v>41.8542099</c:v>
                </c:pt>
                <c:pt idx="289">
                  <c:v>37.50800705</c:v>
                </c:pt>
                <c:pt idx="290">
                  <c:v>37.10707092</c:v>
                </c:pt>
                <c:pt idx="291">
                  <c:v>43.58209229</c:v>
                </c:pt>
                <c:pt idx="292">
                  <c:v>48.11240768</c:v>
                </c:pt>
                <c:pt idx="293">
                  <c:v>37.87940216</c:v>
                </c:pt>
                <c:pt idx="294">
                  <c:v>29.86088562</c:v>
                </c:pt>
                <c:pt idx="295">
                  <c:v>39.18470764</c:v>
                </c:pt>
                <c:pt idx="296">
                  <c:v>49.50361252</c:v>
                </c:pt>
                <c:pt idx="297">
                  <c:v>51.1763916</c:v>
                </c:pt>
                <c:pt idx="298">
                  <c:v>32.86961365</c:v>
                </c:pt>
                <c:pt idx="299">
                  <c:v>34.31391907</c:v>
                </c:pt>
                <c:pt idx="300">
                  <c:v>45.70062256</c:v>
                </c:pt>
                <c:pt idx="301">
                  <c:v>40.69776154</c:v>
                </c:pt>
                <c:pt idx="302">
                  <c:v>38.96665192</c:v>
                </c:pt>
                <c:pt idx="303">
                  <c:v>37.15757751</c:v>
                </c:pt>
                <c:pt idx="304">
                  <c:v>44.21450806</c:v>
                </c:pt>
                <c:pt idx="305">
                  <c:v>43.1472435</c:v>
                </c:pt>
                <c:pt idx="306">
                  <c:v>48.13270187</c:v>
                </c:pt>
                <c:pt idx="307">
                  <c:v>48.85871887</c:v>
                </c:pt>
                <c:pt idx="308">
                  <c:v>53.47936249</c:v>
                </c:pt>
                <c:pt idx="309">
                  <c:v>39.44596863</c:v>
                </c:pt>
                <c:pt idx="310">
                  <c:v>43.69714355</c:v>
                </c:pt>
                <c:pt idx="311">
                  <c:v>37.02569962</c:v>
                </c:pt>
                <c:pt idx="312">
                  <c:v>37.48100281</c:v>
                </c:pt>
                <c:pt idx="313">
                  <c:v>42.3060379</c:v>
                </c:pt>
                <c:pt idx="314">
                  <c:v>35.80748749</c:v>
                </c:pt>
                <c:pt idx="315">
                  <c:v>43.57310486</c:v>
                </c:pt>
                <c:pt idx="316">
                  <c:v>44.3600502</c:v>
                </c:pt>
                <c:pt idx="317">
                  <c:v>54.76055527</c:v>
                </c:pt>
                <c:pt idx="318">
                  <c:v>40.57487488</c:v>
                </c:pt>
                <c:pt idx="319">
                  <c:v>41.14071655</c:v>
                </c:pt>
                <c:pt idx="320">
                  <c:v>42.30325317</c:v>
                </c:pt>
                <c:pt idx="321">
                  <c:v>40.54509735</c:v>
                </c:pt>
                <c:pt idx="322">
                  <c:v>47.17979431</c:v>
                </c:pt>
                <c:pt idx="323">
                  <c:v>42.33773804</c:v>
                </c:pt>
                <c:pt idx="324">
                  <c:v>36.93656158</c:v>
                </c:pt>
                <c:pt idx="325">
                  <c:v>37.76220322</c:v>
                </c:pt>
                <c:pt idx="326">
                  <c:v>33.33493805</c:v>
                </c:pt>
                <c:pt idx="327">
                  <c:v>52.20159149</c:v>
                </c:pt>
                <c:pt idx="328">
                  <c:v>40.13826752</c:v>
                </c:pt>
                <c:pt idx="329">
                  <c:v>39.51189804</c:v>
                </c:pt>
                <c:pt idx="330">
                  <c:v>33.79490662</c:v>
                </c:pt>
                <c:pt idx="331">
                  <c:v>35.65690613</c:v>
                </c:pt>
                <c:pt idx="332">
                  <c:v>41.79636383</c:v>
                </c:pt>
                <c:pt idx="333">
                  <c:v>34.51620483</c:v>
                </c:pt>
                <c:pt idx="334">
                  <c:v>36.65075684</c:v>
                </c:pt>
                <c:pt idx="335">
                  <c:v>48.02524567</c:v>
                </c:pt>
                <c:pt idx="336">
                  <c:v>33.61339569</c:v>
                </c:pt>
                <c:pt idx="337">
                  <c:v>56.18089294</c:v>
                </c:pt>
                <c:pt idx="338">
                  <c:v>44.83530807</c:v>
                </c:pt>
                <c:pt idx="339">
                  <c:v>49.04714966</c:v>
                </c:pt>
                <c:pt idx="340">
                  <c:v>37.82268906</c:v>
                </c:pt>
                <c:pt idx="341">
                  <c:v>35.21303558</c:v>
                </c:pt>
                <c:pt idx="342">
                  <c:v>32.82125092</c:v>
                </c:pt>
                <c:pt idx="343">
                  <c:v>51.72528076</c:v>
                </c:pt>
                <c:pt idx="344">
                  <c:v>37.1083374</c:v>
                </c:pt>
                <c:pt idx="345">
                  <c:v>46.20474243</c:v>
                </c:pt>
                <c:pt idx="346">
                  <c:v>39.8134346</c:v>
                </c:pt>
                <c:pt idx="347">
                  <c:v>36.10480499</c:v>
                </c:pt>
                <c:pt idx="348">
                  <c:v>34.032547</c:v>
                </c:pt>
                <c:pt idx="349">
                  <c:v>50.95090485</c:v>
                </c:pt>
                <c:pt idx="350">
                  <c:v>38.16107941</c:v>
                </c:pt>
                <c:pt idx="351">
                  <c:v>42.03593445</c:v>
                </c:pt>
                <c:pt idx="352">
                  <c:v>31.80806732</c:v>
                </c:pt>
                <c:pt idx="353">
                  <c:v>41.536026</c:v>
                </c:pt>
                <c:pt idx="354">
                  <c:v>37.46099472</c:v>
                </c:pt>
                <c:pt idx="355">
                  <c:v>36.81343842</c:v>
                </c:pt>
                <c:pt idx="356">
                  <c:v>47.9815712</c:v>
                </c:pt>
                <c:pt idx="357">
                  <c:v>42.79677582</c:v>
                </c:pt>
                <c:pt idx="358">
                  <c:v>37.17441177</c:v>
                </c:pt>
                <c:pt idx="359">
                  <c:v>37.90848923</c:v>
                </c:pt>
                <c:pt idx="360">
                  <c:v>43.90757751</c:v>
                </c:pt>
                <c:pt idx="361">
                  <c:v>42.42717361</c:v>
                </c:pt>
                <c:pt idx="362">
                  <c:v>41.49987793</c:v>
                </c:pt>
                <c:pt idx="363">
                  <c:v>33.94210815</c:v>
                </c:pt>
                <c:pt idx="364">
                  <c:v>43.59092712</c:v>
                </c:pt>
                <c:pt idx="365">
                  <c:v>36.23043823</c:v>
                </c:pt>
                <c:pt idx="366">
                  <c:v>38.53299332</c:v>
                </c:pt>
                <c:pt idx="367">
                  <c:v>41.20023727</c:v>
                </c:pt>
                <c:pt idx="368">
                  <c:v>35.99761581</c:v>
                </c:pt>
                <c:pt idx="369">
                  <c:v>43.43175507</c:v>
                </c:pt>
                <c:pt idx="370">
                  <c:v>44.9711647</c:v>
                </c:pt>
                <c:pt idx="371">
                  <c:v>27.58820534</c:v>
                </c:pt>
                <c:pt idx="372">
                  <c:v>52.84477997</c:v>
                </c:pt>
                <c:pt idx="373">
                  <c:v>47.92147827</c:v>
                </c:pt>
                <c:pt idx="374">
                  <c:v>48.78395081</c:v>
                </c:pt>
                <c:pt idx="375">
                  <c:v>39.81673431</c:v>
                </c:pt>
                <c:pt idx="376">
                  <c:v>43.61822891</c:v>
                </c:pt>
                <c:pt idx="377">
                  <c:v>37.64443588</c:v>
                </c:pt>
                <c:pt idx="378">
                  <c:v>43.32923889</c:v>
                </c:pt>
                <c:pt idx="379">
                  <c:v>51.22012329</c:v>
                </c:pt>
                <c:pt idx="380">
                  <c:v>31.31118202</c:v>
                </c:pt>
                <c:pt idx="381">
                  <c:v>37.8877449</c:v>
                </c:pt>
                <c:pt idx="382">
                  <c:v>38.30442047</c:v>
                </c:pt>
                <c:pt idx="383">
                  <c:v>37.53481674</c:v>
                </c:pt>
                <c:pt idx="384">
                  <c:v>38.49356842</c:v>
                </c:pt>
                <c:pt idx="385">
                  <c:v>43.07254028</c:v>
                </c:pt>
                <c:pt idx="386">
                  <c:v>44.65222168</c:v>
                </c:pt>
                <c:pt idx="387">
                  <c:v>48.85671234</c:v>
                </c:pt>
                <c:pt idx="388">
                  <c:v>46.19275665</c:v>
                </c:pt>
                <c:pt idx="389">
                  <c:v>37.88745499</c:v>
                </c:pt>
                <c:pt idx="390">
                  <c:v>34.6223259</c:v>
                </c:pt>
                <c:pt idx="391">
                  <c:v>45.44544983</c:v>
                </c:pt>
                <c:pt idx="392">
                  <c:v>37.00991058</c:v>
                </c:pt>
                <c:pt idx="393">
                  <c:v>37.29398346</c:v>
                </c:pt>
                <c:pt idx="394">
                  <c:v>35.72768402</c:v>
                </c:pt>
                <c:pt idx="395">
                  <c:v>47.42035294</c:v>
                </c:pt>
                <c:pt idx="396">
                  <c:v>33.45880508</c:v>
                </c:pt>
                <c:pt idx="397">
                  <c:v>37.20760345</c:v>
                </c:pt>
                <c:pt idx="398">
                  <c:v>38.41843796</c:v>
                </c:pt>
                <c:pt idx="399">
                  <c:v>34.42720795</c:v>
                </c:pt>
                <c:pt idx="400">
                  <c:v>32.59362411</c:v>
                </c:pt>
                <c:pt idx="401">
                  <c:v>36.15014648</c:v>
                </c:pt>
                <c:pt idx="402">
                  <c:v>38.5332756</c:v>
                </c:pt>
                <c:pt idx="403">
                  <c:v>49.4169426</c:v>
                </c:pt>
                <c:pt idx="404">
                  <c:v>35.94244385</c:v>
                </c:pt>
                <c:pt idx="405">
                  <c:v>38.97322083</c:v>
                </c:pt>
                <c:pt idx="406">
                  <c:v>35.00948715</c:v>
                </c:pt>
                <c:pt idx="407">
                  <c:v>43.83167267</c:v>
                </c:pt>
                <c:pt idx="408">
                  <c:v>35.99812317</c:v>
                </c:pt>
                <c:pt idx="409">
                  <c:v>37.08239746</c:v>
                </c:pt>
                <c:pt idx="410">
                  <c:v>42.65231323</c:v>
                </c:pt>
                <c:pt idx="411">
                  <c:v>37.55942154</c:v>
                </c:pt>
                <c:pt idx="412">
                  <c:v>38.98687363</c:v>
                </c:pt>
                <c:pt idx="413">
                  <c:v>33.27252579</c:v>
                </c:pt>
                <c:pt idx="414">
                  <c:v>40.22077179</c:v>
                </c:pt>
                <c:pt idx="415">
                  <c:v>46.04801559</c:v>
                </c:pt>
                <c:pt idx="416">
                  <c:v>37.43521881</c:v>
                </c:pt>
                <c:pt idx="417">
                  <c:v>43.01778793</c:v>
                </c:pt>
                <c:pt idx="418">
                  <c:v>44.04985046</c:v>
                </c:pt>
                <c:pt idx="419">
                  <c:v>36.52634811</c:v>
                </c:pt>
                <c:pt idx="420">
                  <c:v>37.64923096</c:v>
                </c:pt>
                <c:pt idx="421">
                  <c:v>31.2423439</c:v>
                </c:pt>
                <c:pt idx="422">
                  <c:v>37.85590363</c:v>
                </c:pt>
                <c:pt idx="423">
                  <c:v>42.17292023</c:v>
                </c:pt>
                <c:pt idx="424">
                  <c:v>41.07371902</c:v>
                </c:pt>
                <c:pt idx="425">
                  <c:v>45.36547089</c:v>
                </c:pt>
                <c:pt idx="426">
                  <c:v>35.5214386</c:v>
                </c:pt>
                <c:pt idx="427">
                  <c:v>36.61613083</c:v>
                </c:pt>
                <c:pt idx="428">
                  <c:v>37.93572617</c:v>
                </c:pt>
                <c:pt idx="429">
                  <c:v>38.7387619</c:v>
                </c:pt>
                <c:pt idx="430">
                  <c:v>38.42291641</c:v>
                </c:pt>
                <c:pt idx="431">
                  <c:v>49.04773331</c:v>
                </c:pt>
                <c:pt idx="432">
                  <c:v>44.62661362</c:v>
                </c:pt>
                <c:pt idx="433">
                  <c:v>35.68419266</c:v>
                </c:pt>
                <c:pt idx="434">
                  <c:v>38.04365921</c:v>
                </c:pt>
                <c:pt idx="435">
                  <c:v>43.74058533</c:v>
                </c:pt>
                <c:pt idx="436">
                  <c:v>39.61531448</c:v>
                </c:pt>
                <c:pt idx="437">
                  <c:v>44.24397659</c:v>
                </c:pt>
                <c:pt idx="438">
                  <c:v>44.15024567</c:v>
                </c:pt>
                <c:pt idx="439">
                  <c:v>34.10436249</c:v>
                </c:pt>
                <c:pt idx="440">
                  <c:v>36.47231293</c:v>
                </c:pt>
                <c:pt idx="441">
                  <c:v>42.31209564</c:v>
                </c:pt>
                <c:pt idx="442">
                  <c:v>35.61933136</c:v>
                </c:pt>
                <c:pt idx="443">
                  <c:v>38.31615448</c:v>
                </c:pt>
                <c:pt idx="444">
                  <c:v>33.22677612</c:v>
                </c:pt>
                <c:pt idx="445">
                  <c:v>47.26583862</c:v>
                </c:pt>
                <c:pt idx="446">
                  <c:v>30.52891922</c:v>
                </c:pt>
                <c:pt idx="447">
                  <c:v>35.67533875</c:v>
                </c:pt>
                <c:pt idx="448">
                  <c:v>41.07886124</c:v>
                </c:pt>
                <c:pt idx="449">
                  <c:v>36.6768837</c:v>
                </c:pt>
                <c:pt idx="450">
                  <c:v>35.94872284</c:v>
                </c:pt>
                <c:pt idx="451">
                  <c:v>42.4214859</c:v>
                </c:pt>
                <c:pt idx="452">
                  <c:v>36.5217514</c:v>
                </c:pt>
                <c:pt idx="453">
                  <c:v>38.97577667</c:v>
                </c:pt>
                <c:pt idx="454">
                  <c:v>39.39336777</c:v>
                </c:pt>
                <c:pt idx="455">
                  <c:v>49.03154373</c:v>
                </c:pt>
                <c:pt idx="456">
                  <c:v>38.35753632</c:v>
                </c:pt>
                <c:pt idx="457">
                  <c:v>37.93972778</c:v>
                </c:pt>
                <c:pt idx="458">
                  <c:v>37.9678421</c:v>
                </c:pt>
                <c:pt idx="459">
                  <c:v>39.58290482</c:v>
                </c:pt>
                <c:pt idx="460">
                  <c:v>48.69318008</c:v>
                </c:pt>
                <c:pt idx="461">
                  <c:v>42.32182693</c:v>
                </c:pt>
                <c:pt idx="462">
                  <c:v>43.31736374</c:v>
                </c:pt>
                <c:pt idx="463">
                  <c:v>40.70363998</c:v>
                </c:pt>
                <c:pt idx="464">
                  <c:v>30.79698563</c:v>
                </c:pt>
                <c:pt idx="465">
                  <c:v>39.64229202</c:v>
                </c:pt>
                <c:pt idx="466">
                  <c:v>41.79308319</c:v>
                </c:pt>
                <c:pt idx="467">
                  <c:v>34.54163361</c:v>
                </c:pt>
                <c:pt idx="468">
                  <c:v>32.11616898</c:v>
                </c:pt>
                <c:pt idx="469">
                  <c:v>47.6791153</c:v>
                </c:pt>
                <c:pt idx="470">
                  <c:v>47.65159607</c:v>
                </c:pt>
                <c:pt idx="471">
                  <c:v>34.72163391</c:v>
                </c:pt>
                <c:pt idx="472">
                  <c:v>31.60306931</c:v>
                </c:pt>
                <c:pt idx="473">
                  <c:v>35.73669815</c:v>
                </c:pt>
                <c:pt idx="474">
                  <c:v>36.09299469</c:v>
                </c:pt>
                <c:pt idx="475">
                  <c:v>31.69382477</c:v>
                </c:pt>
                <c:pt idx="476">
                  <c:v>49.89493561</c:v>
                </c:pt>
                <c:pt idx="477">
                  <c:v>34.361763</c:v>
                </c:pt>
                <c:pt idx="478">
                  <c:v>27.93957138</c:v>
                </c:pt>
                <c:pt idx="479">
                  <c:v>44.75957489</c:v>
                </c:pt>
                <c:pt idx="480">
                  <c:v>38.79741287</c:v>
                </c:pt>
                <c:pt idx="481">
                  <c:v>41.94208527</c:v>
                </c:pt>
                <c:pt idx="482">
                  <c:v>30.24987221</c:v>
                </c:pt>
                <c:pt idx="483">
                  <c:v>36.4720726</c:v>
                </c:pt>
                <c:pt idx="484">
                  <c:v>47.56915283</c:v>
                </c:pt>
                <c:pt idx="485">
                  <c:v>50.21870041</c:v>
                </c:pt>
                <c:pt idx="486">
                  <c:v>41.09389114</c:v>
                </c:pt>
                <c:pt idx="487">
                  <c:v>41.78646088</c:v>
                </c:pt>
                <c:pt idx="488">
                  <c:v>34.29039383</c:v>
                </c:pt>
                <c:pt idx="489">
                  <c:v>42.12563324</c:v>
                </c:pt>
                <c:pt idx="490">
                  <c:v>55.57321548</c:v>
                </c:pt>
                <c:pt idx="491">
                  <c:v>48.71351242</c:v>
                </c:pt>
                <c:pt idx="492">
                  <c:v>32.89770126</c:v>
                </c:pt>
                <c:pt idx="493">
                  <c:v>39.92902374</c:v>
                </c:pt>
                <c:pt idx="494">
                  <c:v>32.09500122</c:v>
                </c:pt>
                <c:pt idx="495">
                  <c:v>39.20526886</c:v>
                </c:pt>
                <c:pt idx="496">
                  <c:v>39.07917023</c:v>
                </c:pt>
                <c:pt idx="497">
                  <c:v>53.87737274</c:v>
                </c:pt>
                <c:pt idx="498">
                  <c:v>54.30212402</c:v>
                </c:pt>
                <c:pt idx="499">
                  <c:v>33.60649109</c:v>
                </c:pt>
                <c:pt idx="500">
                  <c:v>31.97130585</c:v>
                </c:pt>
                <c:pt idx="501">
                  <c:v>44.91303253</c:v>
                </c:pt>
                <c:pt idx="502">
                  <c:v>29.68419075</c:v>
                </c:pt>
                <c:pt idx="503">
                  <c:v>48.97116852</c:v>
                </c:pt>
                <c:pt idx="504">
                  <c:v>43.19809723</c:v>
                </c:pt>
                <c:pt idx="505">
                  <c:v>37.08338547</c:v>
                </c:pt>
                <c:pt idx="506">
                  <c:v>34.538517</c:v>
                </c:pt>
                <c:pt idx="507">
                  <c:v>34.98467255</c:v>
                </c:pt>
                <c:pt idx="508">
                  <c:v>30.88733482</c:v>
                </c:pt>
                <c:pt idx="509">
                  <c:v>57.97273254</c:v>
                </c:pt>
                <c:pt idx="510">
                  <c:v>42.09832764</c:v>
                </c:pt>
                <c:pt idx="511">
                  <c:v>46.67686462</c:v>
                </c:pt>
                <c:pt idx="512">
                  <c:v>32.35266113</c:v>
                </c:pt>
                <c:pt idx="513">
                  <c:v>33.63432312</c:v>
                </c:pt>
                <c:pt idx="514">
                  <c:v>43.72256088</c:v>
                </c:pt>
                <c:pt idx="515">
                  <c:v>45.80471802</c:v>
                </c:pt>
                <c:pt idx="516">
                  <c:v>39.11302185</c:v>
                </c:pt>
                <c:pt idx="517">
                  <c:v>56.83346939</c:v>
                </c:pt>
                <c:pt idx="518">
                  <c:v>48.09493256</c:v>
                </c:pt>
                <c:pt idx="519">
                  <c:v>37.64845276</c:v>
                </c:pt>
                <c:pt idx="520">
                  <c:v>38.61437988</c:v>
                </c:pt>
                <c:pt idx="521">
                  <c:v>38.6579361</c:v>
                </c:pt>
                <c:pt idx="522">
                  <c:v>54.31585693</c:v>
                </c:pt>
                <c:pt idx="523">
                  <c:v>40.94433594</c:v>
                </c:pt>
                <c:pt idx="524">
                  <c:v>37.44563293</c:v>
                </c:pt>
                <c:pt idx="525">
                  <c:v>42.92702866</c:v>
                </c:pt>
                <c:pt idx="526">
                  <c:v>34.8276062</c:v>
                </c:pt>
                <c:pt idx="527">
                  <c:v>40.98761368</c:v>
                </c:pt>
                <c:pt idx="528">
                  <c:v>36.69564819</c:v>
                </c:pt>
                <c:pt idx="529">
                  <c:v>37.95273972</c:v>
                </c:pt>
                <c:pt idx="530">
                  <c:v>45.92584991</c:v>
                </c:pt>
                <c:pt idx="531">
                  <c:v>31.78367233</c:v>
                </c:pt>
                <c:pt idx="532">
                  <c:v>40.78590393</c:v>
                </c:pt>
                <c:pt idx="533">
                  <c:v>47.85458374</c:v>
                </c:pt>
                <c:pt idx="534">
                  <c:v>45.52708435</c:v>
                </c:pt>
                <c:pt idx="535">
                  <c:v>30.57455254</c:v>
                </c:pt>
                <c:pt idx="536">
                  <c:v>41.60701752</c:v>
                </c:pt>
                <c:pt idx="537">
                  <c:v>34.52841187</c:v>
                </c:pt>
                <c:pt idx="538">
                  <c:v>32.45318222</c:v>
                </c:pt>
                <c:pt idx="539">
                  <c:v>48.50028229</c:v>
                </c:pt>
                <c:pt idx="540">
                  <c:v>34.33112335</c:v>
                </c:pt>
                <c:pt idx="541">
                  <c:v>36.36732864</c:v>
                </c:pt>
                <c:pt idx="542">
                  <c:v>44.72396088</c:v>
                </c:pt>
                <c:pt idx="543">
                  <c:v>45.3351593</c:v>
                </c:pt>
                <c:pt idx="544">
                  <c:v>44.06695557</c:v>
                </c:pt>
                <c:pt idx="545">
                  <c:v>37.49373245</c:v>
                </c:pt>
                <c:pt idx="546">
                  <c:v>41.305439</c:v>
                </c:pt>
                <c:pt idx="547">
                  <c:v>45.32576752</c:v>
                </c:pt>
                <c:pt idx="548">
                  <c:v>36.80548859</c:v>
                </c:pt>
                <c:pt idx="549">
                  <c:v>35.21390533</c:v>
                </c:pt>
                <c:pt idx="550">
                  <c:v>43.46451569</c:v>
                </c:pt>
                <c:pt idx="551">
                  <c:v>41.76217651</c:v>
                </c:pt>
                <c:pt idx="552">
                  <c:v>50.91156769</c:v>
                </c:pt>
                <c:pt idx="553">
                  <c:v>39.02365875</c:v>
                </c:pt>
                <c:pt idx="554">
                  <c:v>34.87453842</c:v>
                </c:pt>
                <c:pt idx="555">
                  <c:v>46.41541672</c:v>
                </c:pt>
                <c:pt idx="556">
                  <c:v>36.25519562</c:v>
                </c:pt>
                <c:pt idx="557">
                  <c:v>37.14663696</c:v>
                </c:pt>
                <c:pt idx="558">
                  <c:v>33.86431122</c:v>
                </c:pt>
                <c:pt idx="559">
                  <c:v>29.86953354</c:v>
                </c:pt>
                <c:pt idx="560">
                  <c:v>38.4358902</c:v>
                </c:pt>
                <c:pt idx="561">
                  <c:v>33.23497009</c:v>
                </c:pt>
                <c:pt idx="562">
                  <c:v>38.43337631</c:v>
                </c:pt>
                <c:pt idx="563">
                  <c:v>32.3638916</c:v>
                </c:pt>
                <c:pt idx="564">
                  <c:v>59.9704361</c:v>
                </c:pt>
                <c:pt idx="565">
                  <c:v>44.69704819</c:v>
                </c:pt>
                <c:pt idx="566">
                  <c:v>33.51340866</c:v>
                </c:pt>
                <c:pt idx="567">
                  <c:v>35.40606689</c:v>
                </c:pt>
                <c:pt idx="568">
                  <c:v>36.72911453</c:v>
                </c:pt>
                <c:pt idx="569">
                  <c:v>39.63825989</c:v>
                </c:pt>
                <c:pt idx="570">
                  <c:v>40.47032547</c:v>
                </c:pt>
                <c:pt idx="571">
                  <c:v>41.2895813</c:v>
                </c:pt>
                <c:pt idx="572">
                  <c:v>52.0242691</c:v>
                </c:pt>
                <c:pt idx="573">
                  <c:v>38.26496124</c:v>
                </c:pt>
                <c:pt idx="574">
                  <c:v>36.17704773</c:v>
                </c:pt>
                <c:pt idx="575">
                  <c:v>58.43950653</c:v>
                </c:pt>
                <c:pt idx="576">
                  <c:v>34.94007492</c:v>
                </c:pt>
                <c:pt idx="577">
                  <c:v>39.15305328</c:v>
                </c:pt>
                <c:pt idx="578">
                  <c:v>34.29466248</c:v>
                </c:pt>
                <c:pt idx="579">
                  <c:v>53.1148262</c:v>
                </c:pt>
                <c:pt idx="580">
                  <c:v>34.19757843</c:v>
                </c:pt>
                <c:pt idx="581">
                  <c:v>38.07745361</c:v>
                </c:pt>
                <c:pt idx="582">
                  <c:v>44.41294479</c:v>
                </c:pt>
                <c:pt idx="583">
                  <c:v>41.43811035</c:v>
                </c:pt>
                <c:pt idx="584">
                  <c:v>41.12659073</c:v>
                </c:pt>
                <c:pt idx="585">
                  <c:v>40.04216766</c:v>
                </c:pt>
                <c:pt idx="586">
                  <c:v>44.85961151</c:v>
                </c:pt>
                <c:pt idx="587">
                  <c:v>46.12743759</c:v>
                </c:pt>
                <c:pt idx="588">
                  <c:v>35.38186646</c:v>
                </c:pt>
                <c:pt idx="589">
                  <c:v>40.12135315</c:v>
                </c:pt>
                <c:pt idx="590">
                  <c:v>27.28915787</c:v>
                </c:pt>
                <c:pt idx="591">
                  <c:v>29.92899704</c:v>
                </c:pt>
                <c:pt idx="592">
                  <c:v>43.66082764</c:v>
                </c:pt>
                <c:pt idx="593">
                  <c:v>45.89198303</c:v>
                </c:pt>
                <c:pt idx="594">
                  <c:v>33.90743637</c:v>
                </c:pt>
                <c:pt idx="595">
                  <c:v>38.02528763</c:v>
                </c:pt>
                <c:pt idx="596">
                  <c:v>43.17493439</c:v>
                </c:pt>
                <c:pt idx="597">
                  <c:v>30.00657272</c:v>
                </c:pt>
                <c:pt idx="598">
                  <c:v>42.11370087</c:v>
                </c:pt>
                <c:pt idx="599">
                  <c:v>36.32229996</c:v>
                </c:pt>
                <c:pt idx="600">
                  <c:v>38.60062027</c:v>
                </c:pt>
                <c:pt idx="601">
                  <c:v>29.85692215</c:v>
                </c:pt>
                <c:pt idx="602">
                  <c:v>34.18704987</c:v>
                </c:pt>
                <c:pt idx="603">
                  <c:v>51.46207809</c:v>
                </c:pt>
                <c:pt idx="604">
                  <c:v>40.57686996</c:v>
                </c:pt>
                <c:pt idx="605">
                  <c:v>43.47631073</c:v>
                </c:pt>
                <c:pt idx="606">
                  <c:v>37.46871948</c:v>
                </c:pt>
                <c:pt idx="607">
                  <c:v>38.94524002</c:v>
                </c:pt>
                <c:pt idx="608">
                  <c:v>36.15130234</c:v>
                </c:pt>
                <c:pt idx="609">
                  <c:v>37.28931046</c:v>
                </c:pt>
                <c:pt idx="610">
                  <c:v>32.56430817</c:v>
                </c:pt>
                <c:pt idx="611">
                  <c:v>38.28257751</c:v>
                </c:pt>
                <c:pt idx="612">
                  <c:v>33.47851181</c:v>
                </c:pt>
                <c:pt idx="613">
                  <c:v>39.57025909</c:v>
                </c:pt>
                <c:pt idx="614">
                  <c:v>29.48241043</c:v>
                </c:pt>
                <c:pt idx="615">
                  <c:v>33.56415939</c:v>
                </c:pt>
                <c:pt idx="616">
                  <c:v>39.74542999</c:v>
                </c:pt>
                <c:pt idx="617">
                  <c:v>41.55500031</c:v>
                </c:pt>
                <c:pt idx="618">
                  <c:v>51.32685089</c:v>
                </c:pt>
                <c:pt idx="619">
                  <c:v>40.87337494</c:v>
                </c:pt>
                <c:pt idx="620">
                  <c:v>49.98846817</c:v>
                </c:pt>
                <c:pt idx="621">
                  <c:v>39.03214264</c:v>
                </c:pt>
                <c:pt idx="622">
                  <c:v>34.47144318</c:v>
                </c:pt>
                <c:pt idx="623">
                  <c:v>33.78392029</c:v>
                </c:pt>
                <c:pt idx="624">
                  <c:v>42.09447098</c:v>
                </c:pt>
                <c:pt idx="625">
                  <c:v>36.0566864</c:v>
                </c:pt>
                <c:pt idx="626">
                  <c:v>32.87071228</c:v>
                </c:pt>
                <c:pt idx="627">
                  <c:v>35.93688965</c:v>
                </c:pt>
                <c:pt idx="628">
                  <c:v>37.23876953</c:v>
                </c:pt>
                <c:pt idx="629">
                  <c:v>39.05035019</c:v>
                </c:pt>
                <c:pt idx="630">
                  <c:v>40.22312164</c:v>
                </c:pt>
                <c:pt idx="631">
                  <c:v>46.42327118</c:v>
                </c:pt>
                <c:pt idx="632">
                  <c:v>42.25469208</c:v>
                </c:pt>
                <c:pt idx="633">
                  <c:v>47.84908295</c:v>
                </c:pt>
                <c:pt idx="634">
                  <c:v>43.69578934</c:v>
                </c:pt>
                <c:pt idx="635">
                  <c:v>39.08264923</c:v>
                </c:pt>
                <c:pt idx="636">
                  <c:v>40.34093475</c:v>
                </c:pt>
                <c:pt idx="637">
                  <c:v>36.90600204</c:v>
                </c:pt>
                <c:pt idx="638">
                  <c:v>46.15151978</c:v>
                </c:pt>
                <c:pt idx="639">
                  <c:v>39.68013382</c:v>
                </c:pt>
                <c:pt idx="640">
                  <c:v>53.16807556</c:v>
                </c:pt>
                <c:pt idx="641">
                  <c:v>39.54480743</c:v>
                </c:pt>
                <c:pt idx="642">
                  <c:v>35.27403259</c:v>
                </c:pt>
                <c:pt idx="643">
                  <c:v>36.52600098</c:v>
                </c:pt>
                <c:pt idx="644">
                  <c:v>49.0276413</c:v>
                </c:pt>
                <c:pt idx="645">
                  <c:v>43.28892136</c:v>
                </c:pt>
                <c:pt idx="646">
                  <c:v>41.19759369</c:v>
                </c:pt>
                <c:pt idx="647">
                  <c:v>37.72718048</c:v>
                </c:pt>
                <c:pt idx="648">
                  <c:v>36.4982338</c:v>
                </c:pt>
                <c:pt idx="649">
                  <c:v>55.3195343</c:v>
                </c:pt>
                <c:pt idx="650">
                  <c:v>35.15260315</c:v>
                </c:pt>
                <c:pt idx="651">
                  <c:v>41.63223267</c:v>
                </c:pt>
                <c:pt idx="652">
                  <c:v>38.27368546</c:v>
                </c:pt>
                <c:pt idx="653">
                  <c:v>39.04391479</c:v>
                </c:pt>
                <c:pt idx="654">
                  <c:v>37.28864288</c:v>
                </c:pt>
                <c:pt idx="655">
                  <c:v>47.91262817</c:v>
                </c:pt>
                <c:pt idx="656">
                  <c:v>39.30960464</c:v>
                </c:pt>
                <c:pt idx="657">
                  <c:v>41.75437927</c:v>
                </c:pt>
                <c:pt idx="658">
                  <c:v>37.47264862</c:v>
                </c:pt>
                <c:pt idx="659">
                  <c:v>47.6965065</c:v>
                </c:pt>
                <c:pt idx="660">
                  <c:v>37.86604309</c:v>
                </c:pt>
                <c:pt idx="661">
                  <c:v>38.12236023</c:v>
                </c:pt>
                <c:pt idx="662">
                  <c:v>44.46099854</c:v>
                </c:pt>
                <c:pt idx="663">
                  <c:v>29.09498024</c:v>
                </c:pt>
                <c:pt idx="664">
                  <c:v>30.42172623</c:v>
                </c:pt>
                <c:pt idx="665">
                  <c:v>38.5363884</c:v>
                </c:pt>
                <c:pt idx="666">
                  <c:v>38.35571289</c:v>
                </c:pt>
                <c:pt idx="667">
                  <c:v>36.84420776</c:v>
                </c:pt>
                <c:pt idx="668">
                  <c:v>42.70124054</c:v>
                </c:pt>
                <c:pt idx="669">
                  <c:v>35.8913765</c:v>
                </c:pt>
                <c:pt idx="670">
                  <c:v>34.15301514</c:v>
                </c:pt>
                <c:pt idx="671">
                  <c:v>39.44874573</c:v>
                </c:pt>
                <c:pt idx="672">
                  <c:v>40.19413376</c:v>
                </c:pt>
                <c:pt idx="673">
                  <c:v>44.96782684</c:v>
                </c:pt>
                <c:pt idx="674">
                  <c:v>33.04502487</c:v>
                </c:pt>
                <c:pt idx="675">
                  <c:v>32.80329132</c:v>
                </c:pt>
                <c:pt idx="676">
                  <c:v>29.91321754</c:v>
                </c:pt>
                <c:pt idx="677">
                  <c:v>32.5410614</c:v>
                </c:pt>
                <c:pt idx="678">
                  <c:v>31.62617493</c:v>
                </c:pt>
                <c:pt idx="679">
                  <c:v>38.38728714</c:v>
                </c:pt>
                <c:pt idx="680">
                  <c:v>36.17645645</c:v>
                </c:pt>
                <c:pt idx="681">
                  <c:v>40.28009796</c:v>
                </c:pt>
                <c:pt idx="682">
                  <c:v>39.59322739</c:v>
                </c:pt>
                <c:pt idx="683">
                  <c:v>34.02729797</c:v>
                </c:pt>
                <c:pt idx="684">
                  <c:v>34.1147995</c:v>
                </c:pt>
                <c:pt idx="685">
                  <c:v>37.74613953</c:v>
                </c:pt>
                <c:pt idx="686">
                  <c:v>38.48220062</c:v>
                </c:pt>
                <c:pt idx="687">
                  <c:v>38.86968613</c:v>
                </c:pt>
                <c:pt idx="688">
                  <c:v>39.75545502</c:v>
                </c:pt>
                <c:pt idx="689">
                  <c:v>53.5368042</c:v>
                </c:pt>
                <c:pt idx="690">
                  <c:v>48.63088226</c:v>
                </c:pt>
                <c:pt idx="691">
                  <c:v>37.53091431</c:v>
                </c:pt>
                <c:pt idx="692">
                  <c:v>41.0487442</c:v>
                </c:pt>
                <c:pt idx="693">
                  <c:v>39.80702972</c:v>
                </c:pt>
                <c:pt idx="694">
                  <c:v>34.19081116</c:v>
                </c:pt>
                <c:pt idx="695">
                  <c:v>39.22975922</c:v>
                </c:pt>
                <c:pt idx="696">
                  <c:v>38.80358124</c:v>
                </c:pt>
                <c:pt idx="697">
                  <c:v>38.80171585</c:v>
                </c:pt>
                <c:pt idx="698">
                  <c:v>33.35199738</c:v>
                </c:pt>
                <c:pt idx="699">
                  <c:v>27.33666229</c:v>
                </c:pt>
                <c:pt idx="700">
                  <c:v>39.86059952</c:v>
                </c:pt>
                <c:pt idx="701">
                  <c:v>35.34673309</c:v>
                </c:pt>
                <c:pt idx="702">
                  <c:v>39.94327927</c:v>
                </c:pt>
                <c:pt idx="703">
                  <c:v>32.00305939</c:v>
                </c:pt>
                <c:pt idx="704">
                  <c:v>41.4716568</c:v>
                </c:pt>
                <c:pt idx="705">
                  <c:v>43.22245026</c:v>
                </c:pt>
                <c:pt idx="706">
                  <c:v>38.50448227</c:v>
                </c:pt>
                <c:pt idx="707">
                  <c:v>40.83413315</c:v>
                </c:pt>
                <c:pt idx="708">
                  <c:v>34.58643341</c:v>
                </c:pt>
                <c:pt idx="709">
                  <c:v>39.37076187</c:v>
                </c:pt>
                <c:pt idx="710">
                  <c:v>48.38399124</c:v>
                </c:pt>
                <c:pt idx="711">
                  <c:v>44.98377991</c:v>
                </c:pt>
                <c:pt idx="712">
                  <c:v>36.87046432</c:v>
                </c:pt>
                <c:pt idx="713">
                  <c:v>31.92558289</c:v>
                </c:pt>
                <c:pt idx="714">
                  <c:v>35.70655823</c:v>
                </c:pt>
                <c:pt idx="715">
                  <c:v>45.41912842</c:v>
                </c:pt>
                <c:pt idx="716">
                  <c:v>31.57408142</c:v>
                </c:pt>
                <c:pt idx="717">
                  <c:v>38.64476013</c:v>
                </c:pt>
                <c:pt idx="718">
                  <c:v>45.32714844</c:v>
                </c:pt>
                <c:pt idx="719">
                  <c:v>30.16053772</c:v>
                </c:pt>
                <c:pt idx="720">
                  <c:v>37.25337982</c:v>
                </c:pt>
                <c:pt idx="721">
                  <c:v>33.65981293</c:v>
                </c:pt>
                <c:pt idx="722">
                  <c:v>31.92537117</c:v>
                </c:pt>
                <c:pt idx="723">
                  <c:v>45.57368088</c:v>
                </c:pt>
                <c:pt idx="724">
                  <c:v>30.79532623</c:v>
                </c:pt>
                <c:pt idx="725">
                  <c:v>29.65223312</c:v>
                </c:pt>
                <c:pt idx="726">
                  <c:v>38.27073288</c:v>
                </c:pt>
                <c:pt idx="727">
                  <c:v>35.31415939</c:v>
                </c:pt>
                <c:pt idx="728">
                  <c:v>40.82837296</c:v>
                </c:pt>
                <c:pt idx="729">
                  <c:v>43.31361389</c:v>
                </c:pt>
                <c:pt idx="730">
                  <c:v>41.35676575</c:v>
                </c:pt>
                <c:pt idx="731">
                  <c:v>34.95451355</c:v>
                </c:pt>
                <c:pt idx="732">
                  <c:v>45.20427322</c:v>
                </c:pt>
                <c:pt idx="733">
                  <c:v>27.89235306</c:v>
                </c:pt>
                <c:pt idx="734">
                  <c:v>32.47538376</c:v>
                </c:pt>
                <c:pt idx="735">
                  <c:v>38.94378662</c:v>
                </c:pt>
                <c:pt idx="736">
                  <c:v>40.78421783</c:v>
                </c:pt>
                <c:pt idx="737">
                  <c:v>33.94302368</c:v>
                </c:pt>
                <c:pt idx="738">
                  <c:v>34.90227509</c:v>
                </c:pt>
                <c:pt idx="739">
                  <c:v>43.63154602</c:v>
                </c:pt>
                <c:pt idx="740">
                  <c:v>33.8690033</c:v>
                </c:pt>
                <c:pt idx="741">
                  <c:v>43.62361908</c:v>
                </c:pt>
                <c:pt idx="742">
                  <c:v>44.77143097</c:v>
                </c:pt>
                <c:pt idx="743">
                  <c:v>29.70565033</c:v>
                </c:pt>
                <c:pt idx="744">
                  <c:v>38.8354187</c:v>
                </c:pt>
                <c:pt idx="745">
                  <c:v>25.88758659</c:v>
                </c:pt>
                <c:pt idx="746">
                  <c:v>38.16875458</c:v>
                </c:pt>
                <c:pt idx="747">
                  <c:v>34.06095123</c:v>
                </c:pt>
                <c:pt idx="748">
                  <c:v>37.13287354</c:v>
                </c:pt>
                <c:pt idx="749">
                  <c:v>33.35865784</c:v>
                </c:pt>
                <c:pt idx="750">
                  <c:v>41.25112152</c:v>
                </c:pt>
                <c:pt idx="751">
                  <c:v>31.83954811</c:v>
                </c:pt>
                <c:pt idx="752">
                  <c:v>32.64548492</c:v>
                </c:pt>
                <c:pt idx="753">
                  <c:v>45.32064056</c:v>
                </c:pt>
                <c:pt idx="754">
                  <c:v>44.14924622</c:v>
                </c:pt>
                <c:pt idx="755">
                  <c:v>33.79399872</c:v>
                </c:pt>
                <c:pt idx="756">
                  <c:v>38.40966034</c:v>
                </c:pt>
                <c:pt idx="757">
                  <c:v>40.82733536</c:v>
                </c:pt>
                <c:pt idx="758">
                  <c:v>41.68001556</c:v>
                </c:pt>
                <c:pt idx="759">
                  <c:v>32.51659393</c:v>
                </c:pt>
                <c:pt idx="760">
                  <c:v>35.29247665</c:v>
                </c:pt>
                <c:pt idx="761">
                  <c:v>28.31192398</c:v>
                </c:pt>
                <c:pt idx="762">
                  <c:v>37.06231689</c:v>
                </c:pt>
                <c:pt idx="763">
                  <c:v>33.83519745</c:v>
                </c:pt>
                <c:pt idx="764">
                  <c:v>45.81181335</c:v>
                </c:pt>
                <c:pt idx="765">
                  <c:v>41.31432343</c:v>
                </c:pt>
                <c:pt idx="766">
                  <c:v>51.38809586</c:v>
                </c:pt>
                <c:pt idx="767">
                  <c:v>35.75745773</c:v>
                </c:pt>
                <c:pt idx="768">
                  <c:v>50.29656601</c:v>
                </c:pt>
                <c:pt idx="769">
                  <c:v>34.20861435</c:v>
                </c:pt>
                <c:pt idx="770">
                  <c:v>37.56144714</c:v>
                </c:pt>
                <c:pt idx="771">
                  <c:v>39.83609009</c:v>
                </c:pt>
                <c:pt idx="772">
                  <c:v>38.73083496</c:v>
                </c:pt>
                <c:pt idx="773">
                  <c:v>31.79587173</c:v>
                </c:pt>
                <c:pt idx="774">
                  <c:v>29.79989433</c:v>
                </c:pt>
                <c:pt idx="775">
                  <c:v>34.05844116</c:v>
                </c:pt>
                <c:pt idx="776">
                  <c:v>38.62174606</c:v>
                </c:pt>
                <c:pt idx="777">
                  <c:v>34.34508896</c:v>
                </c:pt>
                <c:pt idx="778">
                  <c:v>34.22745132</c:v>
                </c:pt>
                <c:pt idx="779">
                  <c:v>38.3737793</c:v>
                </c:pt>
                <c:pt idx="780">
                  <c:v>42.04400635</c:v>
                </c:pt>
                <c:pt idx="781">
                  <c:v>35.95709229</c:v>
                </c:pt>
                <c:pt idx="782">
                  <c:v>31.45432472</c:v>
                </c:pt>
                <c:pt idx="783">
                  <c:v>39.54085922</c:v>
                </c:pt>
                <c:pt idx="784">
                  <c:v>41.40497589</c:v>
                </c:pt>
                <c:pt idx="785">
                  <c:v>39.59654999</c:v>
                </c:pt>
                <c:pt idx="786">
                  <c:v>36.84474945</c:v>
                </c:pt>
                <c:pt idx="787">
                  <c:v>42.71326447</c:v>
                </c:pt>
                <c:pt idx="788">
                  <c:v>32.43579483</c:v>
                </c:pt>
                <c:pt idx="789">
                  <c:v>37.67374802</c:v>
                </c:pt>
                <c:pt idx="790">
                  <c:v>53.27650452</c:v>
                </c:pt>
                <c:pt idx="791">
                  <c:v>36.97920227</c:v>
                </c:pt>
                <c:pt idx="792">
                  <c:v>35.32807922</c:v>
                </c:pt>
                <c:pt idx="793">
                  <c:v>32.64058304</c:v>
                </c:pt>
                <c:pt idx="794">
                  <c:v>34.5022049</c:v>
                </c:pt>
                <c:pt idx="795">
                  <c:v>34.01089096</c:v>
                </c:pt>
                <c:pt idx="796">
                  <c:v>36.63423157</c:v>
                </c:pt>
                <c:pt idx="797">
                  <c:v>41.27630615</c:v>
                </c:pt>
                <c:pt idx="798">
                  <c:v>42.15179825</c:v>
                </c:pt>
                <c:pt idx="799">
                  <c:v>42.28706741</c:v>
                </c:pt>
                <c:pt idx="800">
                  <c:v>43.62062073</c:v>
                </c:pt>
                <c:pt idx="801">
                  <c:v>35.60755157</c:v>
                </c:pt>
                <c:pt idx="802">
                  <c:v>37.42750549</c:v>
                </c:pt>
                <c:pt idx="803">
                  <c:v>47.85508347</c:v>
                </c:pt>
                <c:pt idx="804">
                  <c:v>39.217453</c:v>
                </c:pt>
                <c:pt idx="805">
                  <c:v>34.50658417</c:v>
                </c:pt>
                <c:pt idx="806">
                  <c:v>38.58045959</c:v>
                </c:pt>
                <c:pt idx="807">
                  <c:v>38.00935364</c:v>
                </c:pt>
                <c:pt idx="808">
                  <c:v>43.34954071</c:v>
                </c:pt>
                <c:pt idx="809">
                  <c:v>41.85365295</c:v>
                </c:pt>
                <c:pt idx="810">
                  <c:v>35.61527252</c:v>
                </c:pt>
                <c:pt idx="811">
                  <c:v>41.74215698</c:v>
                </c:pt>
                <c:pt idx="812">
                  <c:v>33.98314667</c:v>
                </c:pt>
                <c:pt idx="813">
                  <c:v>39.29611588</c:v>
                </c:pt>
                <c:pt idx="814">
                  <c:v>35.15058517</c:v>
                </c:pt>
                <c:pt idx="815">
                  <c:v>35.86559677</c:v>
                </c:pt>
                <c:pt idx="816">
                  <c:v>37.91212845</c:v>
                </c:pt>
                <c:pt idx="817">
                  <c:v>33.5596962</c:v>
                </c:pt>
                <c:pt idx="818">
                  <c:v>40.96214676</c:v>
                </c:pt>
                <c:pt idx="819">
                  <c:v>32.1061554</c:v>
                </c:pt>
                <c:pt idx="820">
                  <c:v>31.82641792</c:v>
                </c:pt>
                <c:pt idx="821">
                  <c:v>33.22222137</c:v>
                </c:pt>
                <c:pt idx="822">
                  <c:v>37.58921051</c:v>
                </c:pt>
                <c:pt idx="823">
                  <c:v>48.32872009</c:v>
                </c:pt>
                <c:pt idx="824">
                  <c:v>40.88970184</c:v>
                </c:pt>
                <c:pt idx="825">
                  <c:v>40.96391296</c:v>
                </c:pt>
                <c:pt idx="826">
                  <c:v>36.49738312</c:v>
                </c:pt>
                <c:pt idx="827">
                  <c:v>37.9728775</c:v>
                </c:pt>
                <c:pt idx="828">
                  <c:v>31.95327187</c:v>
                </c:pt>
                <c:pt idx="829">
                  <c:v>34.42980194</c:v>
                </c:pt>
                <c:pt idx="830">
                  <c:v>33.29387283</c:v>
                </c:pt>
                <c:pt idx="831">
                  <c:v>32.73366547</c:v>
                </c:pt>
                <c:pt idx="832">
                  <c:v>40.14051819</c:v>
                </c:pt>
                <c:pt idx="833">
                  <c:v>43.05456924</c:v>
                </c:pt>
                <c:pt idx="834">
                  <c:v>27.09230042</c:v>
                </c:pt>
                <c:pt idx="835">
                  <c:v>34.13565826</c:v>
                </c:pt>
                <c:pt idx="836">
                  <c:v>29.00673866</c:v>
                </c:pt>
                <c:pt idx="837">
                  <c:v>38.98796082</c:v>
                </c:pt>
                <c:pt idx="838">
                  <c:v>36.84381866</c:v>
                </c:pt>
                <c:pt idx="839">
                  <c:v>30.24352837</c:v>
                </c:pt>
                <c:pt idx="840">
                  <c:v>31.80545235</c:v>
                </c:pt>
                <c:pt idx="841">
                  <c:v>32.90563965</c:v>
                </c:pt>
                <c:pt idx="842">
                  <c:v>49.41124725</c:v>
                </c:pt>
                <c:pt idx="843">
                  <c:v>38.48923492</c:v>
                </c:pt>
                <c:pt idx="844">
                  <c:v>30.20586395</c:v>
                </c:pt>
                <c:pt idx="845">
                  <c:v>30.27144623</c:v>
                </c:pt>
                <c:pt idx="846">
                  <c:v>37.65598679</c:v>
                </c:pt>
                <c:pt idx="847">
                  <c:v>37.33868027</c:v>
                </c:pt>
                <c:pt idx="848">
                  <c:v>39.84594727</c:v>
                </c:pt>
                <c:pt idx="849">
                  <c:v>35.73641968</c:v>
                </c:pt>
                <c:pt idx="850">
                  <c:v>36.31243896</c:v>
                </c:pt>
                <c:pt idx="851">
                  <c:v>34.47366714</c:v>
                </c:pt>
                <c:pt idx="852">
                  <c:v>34.72476959</c:v>
                </c:pt>
                <c:pt idx="853">
                  <c:v>30.43062973</c:v>
                </c:pt>
                <c:pt idx="854">
                  <c:v>42.21792984</c:v>
                </c:pt>
                <c:pt idx="855">
                  <c:v>33.04928589</c:v>
                </c:pt>
                <c:pt idx="856">
                  <c:v>56.2386322</c:v>
                </c:pt>
                <c:pt idx="857">
                  <c:v>34.83246231</c:v>
                </c:pt>
                <c:pt idx="858">
                  <c:v>34.64216614</c:v>
                </c:pt>
                <c:pt idx="859">
                  <c:v>43.60629654</c:v>
                </c:pt>
                <c:pt idx="860">
                  <c:v>37.88916397</c:v>
                </c:pt>
                <c:pt idx="861">
                  <c:v>40.3715477</c:v>
                </c:pt>
                <c:pt idx="862">
                  <c:v>34.99827194</c:v>
                </c:pt>
                <c:pt idx="863">
                  <c:v>44.3578949</c:v>
                </c:pt>
                <c:pt idx="864">
                  <c:v>36.36477661</c:v>
                </c:pt>
                <c:pt idx="865">
                  <c:v>42.33493805</c:v>
                </c:pt>
                <c:pt idx="866">
                  <c:v>41.66981506</c:v>
                </c:pt>
                <c:pt idx="867">
                  <c:v>47.97003937</c:v>
                </c:pt>
                <c:pt idx="868">
                  <c:v>37.37329102</c:v>
                </c:pt>
                <c:pt idx="869">
                  <c:v>34.68533325</c:v>
                </c:pt>
                <c:pt idx="870">
                  <c:v>41.30892181</c:v>
                </c:pt>
                <c:pt idx="871">
                  <c:v>35.01261139</c:v>
                </c:pt>
                <c:pt idx="872">
                  <c:v>33.17646408</c:v>
                </c:pt>
                <c:pt idx="873">
                  <c:v>36.32862091</c:v>
                </c:pt>
                <c:pt idx="874">
                  <c:v>37.49925995</c:v>
                </c:pt>
                <c:pt idx="875">
                  <c:v>38.20045471</c:v>
                </c:pt>
                <c:pt idx="876">
                  <c:v>33.29946136</c:v>
                </c:pt>
                <c:pt idx="877">
                  <c:v>30.94974136</c:v>
                </c:pt>
                <c:pt idx="878">
                  <c:v>32.66896057</c:v>
                </c:pt>
                <c:pt idx="879">
                  <c:v>30.96982574</c:v>
                </c:pt>
                <c:pt idx="880">
                  <c:v>34.77119446</c:v>
                </c:pt>
                <c:pt idx="881">
                  <c:v>33.92423248</c:v>
                </c:pt>
                <c:pt idx="882">
                  <c:v>42.02402496</c:v>
                </c:pt>
                <c:pt idx="883">
                  <c:v>36.7575264</c:v>
                </c:pt>
                <c:pt idx="884">
                  <c:v>34.79198074</c:v>
                </c:pt>
                <c:pt idx="885">
                  <c:v>32.25171661</c:v>
                </c:pt>
                <c:pt idx="886">
                  <c:v>35.41978836</c:v>
                </c:pt>
                <c:pt idx="887">
                  <c:v>34.19978333</c:v>
                </c:pt>
                <c:pt idx="888">
                  <c:v>38.68573761</c:v>
                </c:pt>
                <c:pt idx="889">
                  <c:v>33.8699913</c:v>
                </c:pt>
                <c:pt idx="890">
                  <c:v>39.2754364</c:v>
                </c:pt>
                <c:pt idx="891">
                  <c:v>28.41579056</c:v>
                </c:pt>
                <c:pt idx="892">
                  <c:v>37.13101196</c:v>
                </c:pt>
                <c:pt idx="893">
                  <c:v>33.72626114</c:v>
                </c:pt>
                <c:pt idx="894">
                  <c:v>36.84067535</c:v>
                </c:pt>
                <c:pt idx="895">
                  <c:v>33.31687927</c:v>
                </c:pt>
                <c:pt idx="896">
                  <c:v>51.76328278</c:v>
                </c:pt>
                <c:pt idx="897">
                  <c:v>28.3928566</c:v>
                </c:pt>
                <c:pt idx="898">
                  <c:v>48.93256378</c:v>
                </c:pt>
                <c:pt idx="899">
                  <c:v>40.80539703</c:v>
                </c:pt>
                <c:pt idx="900">
                  <c:v>45.07860947</c:v>
                </c:pt>
                <c:pt idx="901">
                  <c:v>48.67053986</c:v>
                </c:pt>
                <c:pt idx="902">
                  <c:v>48.61978912</c:v>
                </c:pt>
                <c:pt idx="903">
                  <c:v>53.93756866</c:v>
                </c:pt>
                <c:pt idx="904">
                  <c:v>33.32916641</c:v>
                </c:pt>
                <c:pt idx="905">
                  <c:v>38.11383057</c:v>
                </c:pt>
                <c:pt idx="906">
                  <c:v>39.85860062</c:v>
                </c:pt>
                <c:pt idx="907">
                  <c:v>29.58715439</c:v>
                </c:pt>
                <c:pt idx="908">
                  <c:v>36.18447113</c:v>
                </c:pt>
                <c:pt idx="909">
                  <c:v>40.16531372</c:v>
                </c:pt>
                <c:pt idx="910">
                  <c:v>46.53009796</c:v>
                </c:pt>
                <c:pt idx="911">
                  <c:v>33.84108734</c:v>
                </c:pt>
                <c:pt idx="912">
                  <c:v>38.67848206</c:v>
                </c:pt>
                <c:pt idx="913">
                  <c:v>35.49775696</c:v>
                </c:pt>
                <c:pt idx="914">
                  <c:v>36.789814</c:v>
                </c:pt>
                <c:pt idx="915">
                  <c:v>43.05165863</c:v>
                </c:pt>
                <c:pt idx="916">
                  <c:v>37.64293289</c:v>
                </c:pt>
                <c:pt idx="917">
                  <c:v>39.13033295</c:v>
                </c:pt>
                <c:pt idx="918">
                  <c:v>30.26262283</c:v>
                </c:pt>
                <c:pt idx="919">
                  <c:v>36.14196777</c:v>
                </c:pt>
                <c:pt idx="920">
                  <c:v>42.04821014</c:v>
                </c:pt>
                <c:pt idx="921">
                  <c:v>37.96103668</c:v>
                </c:pt>
                <c:pt idx="922">
                  <c:v>39.69564819</c:v>
                </c:pt>
                <c:pt idx="923">
                  <c:v>36.87132263</c:v>
                </c:pt>
                <c:pt idx="924">
                  <c:v>47.4973526</c:v>
                </c:pt>
                <c:pt idx="925">
                  <c:v>34.00170898</c:v>
                </c:pt>
                <c:pt idx="926">
                  <c:v>40.20341492</c:v>
                </c:pt>
                <c:pt idx="927">
                  <c:v>33.80335236</c:v>
                </c:pt>
                <c:pt idx="928">
                  <c:v>34.94978333</c:v>
                </c:pt>
                <c:pt idx="929">
                  <c:v>41.23910904</c:v>
                </c:pt>
                <c:pt idx="930">
                  <c:v>37.61104965</c:v>
                </c:pt>
                <c:pt idx="931">
                  <c:v>35.26268387</c:v>
                </c:pt>
                <c:pt idx="932">
                  <c:v>40.39286041</c:v>
                </c:pt>
                <c:pt idx="933">
                  <c:v>34.10527802</c:v>
                </c:pt>
                <c:pt idx="934">
                  <c:v>37.72199249</c:v>
                </c:pt>
                <c:pt idx="935">
                  <c:v>35.32685852</c:v>
                </c:pt>
                <c:pt idx="936">
                  <c:v>46.5345459</c:v>
                </c:pt>
                <c:pt idx="937">
                  <c:v>43.4744339</c:v>
                </c:pt>
                <c:pt idx="938">
                  <c:v>33.79014587</c:v>
                </c:pt>
                <c:pt idx="939">
                  <c:v>39.51665497</c:v>
                </c:pt>
                <c:pt idx="940">
                  <c:v>32.7743721</c:v>
                </c:pt>
                <c:pt idx="941">
                  <c:v>31.99747086</c:v>
                </c:pt>
                <c:pt idx="942">
                  <c:v>34.43212128</c:v>
                </c:pt>
                <c:pt idx="943">
                  <c:v>33.945755</c:v>
                </c:pt>
                <c:pt idx="944">
                  <c:v>33.9041748</c:v>
                </c:pt>
                <c:pt idx="945">
                  <c:v>34.73165131</c:v>
                </c:pt>
                <c:pt idx="946">
                  <c:v>29.57988358</c:v>
                </c:pt>
                <c:pt idx="947">
                  <c:v>35.92329407</c:v>
                </c:pt>
                <c:pt idx="948">
                  <c:v>31.93196678</c:v>
                </c:pt>
                <c:pt idx="949">
                  <c:v>36.19903946</c:v>
                </c:pt>
                <c:pt idx="950">
                  <c:v>31.05524826</c:v>
                </c:pt>
                <c:pt idx="951">
                  <c:v>50.87549973</c:v>
                </c:pt>
                <c:pt idx="952">
                  <c:v>41.20677185</c:v>
                </c:pt>
                <c:pt idx="953">
                  <c:v>44.23896027</c:v>
                </c:pt>
                <c:pt idx="954">
                  <c:v>34.21232605</c:v>
                </c:pt>
                <c:pt idx="955">
                  <c:v>34.90224457</c:v>
                </c:pt>
                <c:pt idx="956">
                  <c:v>34.94177628</c:v>
                </c:pt>
                <c:pt idx="957">
                  <c:v>35.13503265</c:v>
                </c:pt>
                <c:pt idx="958">
                  <c:v>29.94219971</c:v>
                </c:pt>
                <c:pt idx="959">
                  <c:v>34.01360321</c:v>
                </c:pt>
                <c:pt idx="960">
                  <c:v>33.9005661</c:v>
                </c:pt>
                <c:pt idx="961">
                  <c:v>33.49476624</c:v>
                </c:pt>
                <c:pt idx="962">
                  <c:v>34.89250565</c:v>
                </c:pt>
                <c:pt idx="963">
                  <c:v>32.61445618</c:v>
                </c:pt>
                <c:pt idx="964">
                  <c:v>45.6081543</c:v>
                </c:pt>
                <c:pt idx="965">
                  <c:v>35.40060806</c:v>
                </c:pt>
                <c:pt idx="966">
                  <c:v>31.34369659</c:v>
                </c:pt>
                <c:pt idx="967">
                  <c:v>43.17485046</c:v>
                </c:pt>
                <c:pt idx="968">
                  <c:v>36.21677017</c:v>
                </c:pt>
                <c:pt idx="969">
                  <c:v>30.70702744</c:v>
                </c:pt>
                <c:pt idx="970">
                  <c:v>31.58219719</c:v>
                </c:pt>
                <c:pt idx="971">
                  <c:v>40.423069</c:v>
                </c:pt>
                <c:pt idx="972">
                  <c:v>41.12020874</c:v>
                </c:pt>
                <c:pt idx="973">
                  <c:v>33.99300766</c:v>
                </c:pt>
                <c:pt idx="974">
                  <c:v>36.12833786</c:v>
                </c:pt>
                <c:pt idx="975">
                  <c:v>43.43444061</c:v>
                </c:pt>
                <c:pt idx="976">
                  <c:v>29.82694244</c:v>
                </c:pt>
                <c:pt idx="977">
                  <c:v>38.52304077</c:v>
                </c:pt>
                <c:pt idx="978">
                  <c:v>33.74781036</c:v>
                </c:pt>
                <c:pt idx="979">
                  <c:v>35.15301895</c:v>
                </c:pt>
                <c:pt idx="980">
                  <c:v>35.18735123</c:v>
                </c:pt>
                <c:pt idx="981">
                  <c:v>29.37176895</c:v>
                </c:pt>
                <c:pt idx="982">
                  <c:v>33.61050797</c:v>
                </c:pt>
                <c:pt idx="983">
                  <c:v>41.0693512</c:v>
                </c:pt>
                <c:pt idx="984">
                  <c:v>31.20705986</c:v>
                </c:pt>
                <c:pt idx="985">
                  <c:v>38.68325043</c:v>
                </c:pt>
                <c:pt idx="986">
                  <c:v>28.88141441</c:v>
                </c:pt>
                <c:pt idx="987">
                  <c:v>45.54263687</c:v>
                </c:pt>
                <c:pt idx="988">
                  <c:v>30.5221386</c:v>
                </c:pt>
                <c:pt idx="989">
                  <c:v>33.74702454</c:v>
                </c:pt>
                <c:pt idx="990">
                  <c:v>33.44971085</c:v>
                </c:pt>
                <c:pt idx="991">
                  <c:v>30.14661598</c:v>
                </c:pt>
                <c:pt idx="992">
                  <c:v>34.20603561</c:v>
                </c:pt>
                <c:pt idx="993">
                  <c:v>31.19484329</c:v>
                </c:pt>
                <c:pt idx="994">
                  <c:v>39.53300858</c:v>
                </c:pt>
                <c:pt idx="995">
                  <c:v>39.13394928</c:v>
                </c:pt>
                <c:pt idx="996">
                  <c:v>33.37314606</c:v>
                </c:pt>
                <c:pt idx="997">
                  <c:v>26.10272408</c:v>
                </c:pt>
                <c:pt idx="998">
                  <c:v>32.78985596</c:v>
                </c:pt>
                <c:pt idx="999">
                  <c:v>37.19596863</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8DFE7"/>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10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Host updates (thousands)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25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5.xml><?xml version="1.0" encoding="utf-8"?>
<c:chartSpace xmlns:c="http://schemas.openxmlformats.org/drawingml/2006/chart" xmlns:r="http://schemas.openxmlformats.org/officeDocument/2006/relationships">
  <c:lang val="en-US"/>
  <c:chart>
    <c:plotArea>
      <c:scatterChart>
        <c:scatterStyle val="line"/>
        <c:ser>
          <c:idx val="0"/>
          <c:order val="0"/>
          <c:tx>
            <c:v>Host</c:v>
          </c:tx>
          <c:spPr>
            <a:ln xmlns:a="http://schemas.openxmlformats.org/drawingml/2006/main" w="15240">
              <a:solidFill>
                <a:srgbClr val="20365C"/>
              </a:solidFill>
            </a:ln>
          </c:spPr>
          <c:marker>
            <c:symbol val="none"/>
          </c:marker>
          <c:xVal>
            <c:numRef>
              <c:f>'Chart Data'!$A$2:$A$1001</c:f>
              <c:numCache>
                <c:formatCode>General</c:formatCode>
                <c:ptCount val="10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numCache>
            </c:numRef>
          </c:xVal>
          <c:yVal>
            <c:numRef>
              <c:f>'Chart Data'!$B$2:$B$1001</c:f>
              <c:numCache>
                <c:formatCode>General</c:formatCode>
                <c:ptCount val="1000"/>
                <c:pt idx="0">
                  <c:v>30.92548561</c:v>
                </c:pt>
                <c:pt idx="1">
                  <c:v>23.7555809</c:v>
                </c:pt>
                <c:pt idx="2">
                  <c:v>20.31959915</c:v>
                </c:pt>
                <c:pt idx="3">
                  <c:v>22.81639099</c:v>
                </c:pt>
                <c:pt idx="4">
                  <c:v>18.74978065</c:v>
                </c:pt>
                <c:pt idx="5">
                  <c:v>18.59500504</c:v>
                </c:pt>
                <c:pt idx="6">
                  <c:v>25.77859116</c:v>
                </c:pt>
                <c:pt idx="7">
                  <c:v>24.15158463</c:v>
                </c:pt>
                <c:pt idx="8">
                  <c:v>17.18506622</c:v>
                </c:pt>
                <c:pt idx="9">
                  <c:v>23.38756943</c:v>
                </c:pt>
                <c:pt idx="10">
                  <c:v>20.04618645</c:v>
                </c:pt>
                <c:pt idx="11">
                  <c:v>20.64835358</c:v>
                </c:pt>
                <c:pt idx="12">
                  <c:v>26.99491882</c:v>
                </c:pt>
                <c:pt idx="13">
                  <c:v>22.34494209</c:v>
                </c:pt>
                <c:pt idx="14">
                  <c:v>22.68610382</c:v>
                </c:pt>
                <c:pt idx="15">
                  <c:v>18.84769058</c:v>
                </c:pt>
                <c:pt idx="16">
                  <c:v>17.29151535</c:v>
                </c:pt>
                <c:pt idx="17">
                  <c:v>17.82384109</c:v>
                </c:pt>
                <c:pt idx="18">
                  <c:v>19.35692978</c:v>
                </c:pt>
                <c:pt idx="19">
                  <c:v>25.11681747</c:v>
                </c:pt>
                <c:pt idx="20">
                  <c:v>18.45531845</c:v>
                </c:pt>
                <c:pt idx="21">
                  <c:v>19.62781715</c:v>
                </c:pt>
                <c:pt idx="22">
                  <c:v>17.83285332</c:v>
                </c:pt>
                <c:pt idx="23">
                  <c:v>18.5227108</c:v>
                </c:pt>
                <c:pt idx="24">
                  <c:v>8.57313156</c:v>
                </c:pt>
                <c:pt idx="25">
                  <c:v>21.2097187</c:v>
                </c:pt>
                <c:pt idx="26">
                  <c:v>21.71873283</c:v>
                </c:pt>
                <c:pt idx="27">
                  <c:v>15.78204918</c:v>
                </c:pt>
                <c:pt idx="28">
                  <c:v>15.43096066</c:v>
                </c:pt>
                <c:pt idx="29">
                  <c:v>15.64834499</c:v>
                </c:pt>
                <c:pt idx="30">
                  <c:v>17.34193611</c:v>
                </c:pt>
                <c:pt idx="31">
                  <c:v>13.4309206</c:v>
                </c:pt>
                <c:pt idx="32">
                  <c:v>11.1851387</c:v>
                </c:pt>
                <c:pt idx="33">
                  <c:v>13.70653915</c:v>
                </c:pt>
                <c:pt idx="34">
                  <c:v>9.16281033</c:v>
                </c:pt>
                <c:pt idx="35">
                  <c:v>14.91779232</c:v>
                </c:pt>
                <c:pt idx="36">
                  <c:v>11.86944962</c:v>
                </c:pt>
                <c:pt idx="37">
                  <c:v>13.46509743</c:v>
                </c:pt>
                <c:pt idx="38">
                  <c:v>14.13444138</c:v>
                </c:pt>
                <c:pt idx="39">
                  <c:v>11.5826683</c:v>
                </c:pt>
                <c:pt idx="40">
                  <c:v>19.24763107</c:v>
                </c:pt>
                <c:pt idx="41">
                  <c:v>19.00512695</c:v>
                </c:pt>
                <c:pt idx="42">
                  <c:v>10.85430336</c:v>
                </c:pt>
                <c:pt idx="43">
                  <c:v>12.67585754</c:v>
                </c:pt>
                <c:pt idx="44">
                  <c:v>13.96616077</c:v>
                </c:pt>
                <c:pt idx="45">
                  <c:v>17.53513527</c:v>
                </c:pt>
                <c:pt idx="46">
                  <c:v>12.47327709</c:v>
                </c:pt>
                <c:pt idx="47">
                  <c:v>11.55947208</c:v>
                </c:pt>
                <c:pt idx="48">
                  <c:v>9.99089909</c:v>
                </c:pt>
                <c:pt idx="49">
                  <c:v>12.35046196</c:v>
                </c:pt>
                <c:pt idx="50">
                  <c:v>9.73186588</c:v>
                </c:pt>
                <c:pt idx="51">
                  <c:v>12.7084465</c:v>
                </c:pt>
                <c:pt idx="52">
                  <c:v>14.50616455</c:v>
                </c:pt>
                <c:pt idx="53">
                  <c:v>9.10821056</c:v>
                </c:pt>
                <c:pt idx="54">
                  <c:v>14.72936249</c:v>
                </c:pt>
                <c:pt idx="55">
                  <c:v>6.93696451</c:v>
                </c:pt>
                <c:pt idx="56">
                  <c:v>7.31816244</c:v>
                </c:pt>
                <c:pt idx="57">
                  <c:v>15.11030674</c:v>
                </c:pt>
                <c:pt idx="58">
                  <c:v>14.6210289</c:v>
                </c:pt>
                <c:pt idx="59">
                  <c:v>9.73031807</c:v>
                </c:pt>
                <c:pt idx="60">
                  <c:v>9.28932762</c:v>
                </c:pt>
                <c:pt idx="61">
                  <c:v>9.07523441</c:v>
                </c:pt>
                <c:pt idx="62">
                  <c:v>17.51820755</c:v>
                </c:pt>
                <c:pt idx="63">
                  <c:v>5.15900326</c:v>
                </c:pt>
                <c:pt idx="64">
                  <c:v>12.81859589</c:v>
                </c:pt>
                <c:pt idx="65">
                  <c:v>13.56964207</c:v>
                </c:pt>
                <c:pt idx="66">
                  <c:v>13.32486916</c:v>
                </c:pt>
                <c:pt idx="67">
                  <c:v>4.06898975</c:v>
                </c:pt>
                <c:pt idx="68">
                  <c:v>15.67816734</c:v>
                </c:pt>
                <c:pt idx="69">
                  <c:v>10.25252342</c:v>
                </c:pt>
                <c:pt idx="70">
                  <c:v>16.33552551</c:v>
                </c:pt>
                <c:pt idx="71">
                  <c:v>9.70437813</c:v>
                </c:pt>
                <c:pt idx="72">
                  <c:v>13.12727165</c:v>
                </c:pt>
                <c:pt idx="73">
                  <c:v>13.51247311</c:v>
                </c:pt>
                <c:pt idx="74">
                  <c:v>17.61674881</c:v>
                </c:pt>
                <c:pt idx="75">
                  <c:v>11.31396294</c:v>
                </c:pt>
                <c:pt idx="76">
                  <c:v>7.55555725</c:v>
                </c:pt>
                <c:pt idx="77">
                  <c:v>14.43103313</c:v>
                </c:pt>
                <c:pt idx="78">
                  <c:v>16.80966949</c:v>
                </c:pt>
                <c:pt idx="79">
                  <c:v>13.43312073</c:v>
                </c:pt>
                <c:pt idx="80">
                  <c:v>13.82261276</c:v>
                </c:pt>
                <c:pt idx="81">
                  <c:v>9.94222736</c:v>
                </c:pt>
                <c:pt idx="82">
                  <c:v>17.99890137</c:v>
                </c:pt>
                <c:pt idx="83">
                  <c:v>12.05298328</c:v>
                </c:pt>
                <c:pt idx="84">
                  <c:v>12.7732172</c:v>
                </c:pt>
                <c:pt idx="85">
                  <c:v>7.96011925</c:v>
                </c:pt>
                <c:pt idx="86">
                  <c:v>13.96816254</c:v>
                </c:pt>
                <c:pt idx="87">
                  <c:v>8.50520515</c:v>
                </c:pt>
                <c:pt idx="88">
                  <c:v>14.18005943</c:v>
                </c:pt>
                <c:pt idx="89">
                  <c:v>15.12647057</c:v>
                </c:pt>
                <c:pt idx="90">
                  <c:v>15.28993607</c:v>
                </c:pt>
                <c:pt idx="91">
                  <c:v>11.86970139</c:v>
                </c:pt>
                <c:pt idx="92">
                  <c:v>11.63669586</c:v>
                </c:pt>
                <c:pt idx="93">
                  <c:v>13.70711327</c:v>
                </c:pt>
                <c:pt idx="94">
                  <c:v>12.13320827</c:v>
                </c:pt>
                <c:pt idx="95">
                  <c:v>10.84742355</c:v>
                </c:pt>
                <c:pt idx="96">
                  <c:v>17.38447762</c:v>
                </c:pt>
                <c:pt idx="97">
                  <c:v>13.06288242</c:v>
                </c:pt>
                <c:pt idx="98">
                  <c:v>12.45411968</c:v>
                </c:pt>
                <c:pt idx="99">
                  <c:v>7.58123493</c:v>
                </c:pt>
                <c:pt idx="100">
                  <c:v>14.12132263</c:v>
                </c:pt>
                <c:pt idx="101">
                  <c:v>17.90414619</c:v>
                </c:pt>
                <c:pt idx="102">
                  <c:v>10.44056129</c:v>
                </c:pt>
                <c:pt idx="103">
                  <c:v>15.32350063</c:v>
                </c:pt>
                <c:pt idx="104">
                  <c:v>10.65074444</c:v>
                </c:pt>
                <c:pt idx="105">
                  <c:v>12.24103737</c:v>
                </c:pt>
                <c:pt idx="106">
                  <c:v>14.21029854</c:v>
                </c:pt>
                <c:pt idx="107">
                  <c:v>11.36386681</c:v>
                </c:pt>
                <c:pt idx="108">
                  <c:v>15.44005871</c:v>
                </c:pt>
                <c:pt idx="109">
                  <c:v>12.14644623</c:v>
                </c:pt>
                <c:pt idx="110">
                  <c:v>8.89612579</c:v>
                </c:pt>
                <c:pt idx="111">
                  <c:v>14.83068466</c:v>
                </c:pt>
                <c:pt idx="112">
                  <c:v>12.03224373</c:v>
                </c:pt>
                <c:pt idx="113">
                  <c:v>11.37146091</c:v>
                </c:pt>
                <c:pt idx="114">
                  <c:v>13.42515945</c:v>
                </c:pt>
                <c:pt idx="115">
                  <c:v>12.33753681</c:v>
                </c:pt>
                <c:pt idx="116">
                  <c:v>13.63565922</c:v>
                </c:pt>
                <c:pt idx="117">
                  <c:v>15.79081631</c:v>
                </c:pt>
                <c:pt idx="118">
                  <c:v>16.50680733</c:v>
                </c:pt>
                <c:pt idx="119">
                  <c:v>15.13603592</c:v>
                </c:pt>
                <c:pt idx="120">
                  <c:v>12.80005646</c:v>
                </c:pt>
                <c:pt idx="121">
                  <c:v>16.10531616</c:v>
                </c:pt>
                <c:pt idx="122">
                  <c:v>10.57417107</c:v>
                </c:pt>
                <c:pt idx="123">
                  <c:v>11.31851006</c:v>
                </c:pt>
                <c:pt idx="124">
                  <c:v>11.56067657</c:v>
                </c:pt>
                <c:pt idx="125">
                  <c:v>12.39771461</c:v>
                </c:pt>
                <c:pt idx="126">
                  <c:v>15.13042641</c:v>
                </c:pt>
                <c:pt idx="127">
                  <c:v>14.35154438</c:v>
                </c:pt>
                <c:pt idx="128">
                  <c:v>8.25403118</c:v>
                </c:pt>
                <c:pt idx="129">
                  <c:v>11.98887444</c:v>
                </c:pt>
                <c:pt idx="130">
                  <c:v>17.43511963</c:v>
                </c:pt>
                <c:pt idx="131">
                  <c:v>12.58476639</c:v>
                </c:pt>
                <c:pt idx="132">
                  <c:v>13.12458801</c:v>
                </c:pt>
                <c:pt idx="133">
                  <c:v>11.08864594</c:v>
                </c:pt>
                <c:pt idx="134">
                  <c:v>12.63463116</c:v>
                </c:pt>
                <c:pt idx="135">
                  <c:v>14.27527046</c:v>
                </c:pt>
                <c:pt idx="136">
                  <c:v>9.64845562</c:v>
                </c:pt>
                <c:pt idx="137">
                  <c:v>16.09334946</c:v>
                </c:pt>
                <c:pt idx="138">
                  <c:v>12.94066238</c:v>
                </c:pt>
                <c:pt idx="139">
                  <c:v>12.76753426</c:v>
                </c:pt>
                <c:pt idx="140">
                  <c:v>17.01953506</c:v>
                </c:pt>
                <c:pt idx="141">
                  <c:v>13.705616</c:v>
                </c:pt>
                <c:pt idx="142">
                  <c:v>18.87611198</c:v>
                </c:pt>
                <c:pt idx="143">
                  <c:v>10.46804905</c:v>
                </c:pt>
                <c:pt idx="144">
                  <c:v>9.74878311</c:v>
                </c:pt>
                <c:pt idx="145">
                  <c:v>8.9324894</c:v>
                </c:pt>
                <c:pt idx="146">
                  <c:v>8.37292385</c:v>
                </c:pt>
                <c:pt idx="147">
                  <c:v>17.0021801</c:v>
                </c:pt>
                <c:pt idx="148">
                  <c:v>17.63288498</c:v>
                </c:pt>
                <c:pt idx="149">
                  <c:v>14.76441193</c:v>
                </c:pt>
                <c:pt idx="150">
                  <c:v>13.08365822</c:v>
                </c:pt>
                <c:pt idx="151">
                  <c:v>12.68523407</c:v>
                </c:pt>
                <c:pt idx="152">
                  <c:v>9.21020699</c:v>
                </c:pt>
                <c:pt idx="153">
                  <c:v>10.2909956</c:v>
                </c:pt>
                <c:pt idx="154">
                  <c:v>10.67235374</c:v>
                </c:pt>
                <c:pt idx="155">
                  <c:v>16.86351585</c:v>
                </c:pt>
                <c:pt idx="156">
                  <c:v>9.6456852</c:v>
                </c:pt>
                <c:pt idx="157">
                  <c:v>11.71520805</c:v>
                </c:pt>
                <c:pt idx="158">
                  <c:v>15.11626244</c:v>
                </c:pt>
                <c:pt idx="159">
                  <c:v>12.27231979</c:v>
                </c:pt>
                <c:pt idx="160">
                  <c:v>12.39101982</c:v>
                </c:pt>
                <c:pt idx="161">
                  <c:v>12.28148556</c:v>
                </c:pt>
                <c:pt idx="162">
                  <c:v>10.82372093</c:v>
                </c:pt>
                <c:pt idx="163">
                  <c:v>14.30613708</c:v>
                </c:pt>
                <c:pt idx="164">
                  <c:v>13.16846371</c:v>
                </c:pt>
                <c:pt idx="165">
                  <c:v>12.94295788</c:v>
                </c:pt>
                <c:pt idx="166">
                  <c:v>11.20725632</c:v>
                </c:pt>
                <c:pt idx="167">
                  <c:v>12.53434944</c:v>
                </c:pt>
                <c:pt idx="168">
                  <c:v>8.85238171</c:v>
                </c:pt>
                <c:pt idx="169">
                  <c:v>15.78107643</c:v>
                </c:pt>
                <c:pt idx="170">
                  <c:v>14.81909561</c:v>
                </c:pt>
                <c:pt idx="171">
                  <c:v>16.8281765</c:v>
                </c:pt>
                <c:pt idx="172">
                  <c:v>15.34798241</c:v>
                </c:pt>
                <c:pt idx="173">
                  <c:v>12.53939819</c:v>
                </c:pt>
                <c:pt idx="174">
                  <c:v>9.92955303</c:v>
                </c:pt>
                <c:pt idx="175">
                  <c:v>8.65778351</c:v>
                </c:pt>
                <c:pt idx="176">
                  <c:v>16.65214348</c:v>
                </c:pt>
                <c:pt idx="177">
                  <c:v>12.98255348</c:v>
                </c:pt>
                <c:pt idx="178">
                  <c:v>11.28773594</c:v>
                </c:pt>
                <c:pt idx="179">
                  <c:v>15.79730034</c:v>
                </c:pt>
                <c:pt idx="180">
                  <c:v>9.43168736</c:v>
                </c:pt>
                <c:pt idx="181">
                  <c:v>14.87166023</c:v>
                </c:pt>
                <c:pt idx="182">
                  <c:v>9.53386116</c:v>
                </c:pt>
                <c:pt idx="183">
                  <c:v>16.88897705</c:v>
                </c:pt>
                <c:pt idx="184">
                  <c:v>12.60873985</c:v>
                </c:pt>
                <c:pt idx="185">
                  <c:v>11.13773918</c:v>
                </c:pt>
                <c:pt idx="186">
                  <c:v>13.11082745</c:v>
                </c:pt>
                <c:pt idx="187">
                  <c:v>14.87245464</c:v>
                </c:pt>
                <c:pt idx="188">
                  <c:v>15.00937271</c:v>
                </c:pt>
                <c:pt idx="189">
                  <c:v>9.80511284</c:v>
                </c:pt>
                <c:pt idx="190">
                  <c:v>17.17014694</c:v>
                </c:pt>
                <c:pt idx="191">
                  <c:v>14.56364155</c:v>
                </c:pt>
                <c:pt idx="192">
                  <c:v>14.90426826</c:v>
                </c:pt>
                <c:pt idx="193">
                  <c:v>12.0662632</c:v>
                </c:pt>
                <c:pt idx="194">
                  <c:v>7.81823826</c:v>
                </c:pt>
                <c:pt idx="195">
                  <c:v>13.78563404</c:v>
                </c:pt>
                <c:pt idx="196">
                  <c:v>11.26345158</c:v>
                </c:pt>
                <c:pt idx="197">
                  <c:v>13.47371101</c:v>
                </c:pt>
                <c:pt idx="198">
                  <c:v>20.49031258</c:v>
                </c:pt>
                <c:pt idx="199">
                  <c:v>17.37573433</c:v>
                </c:pt>
                <c:pt idx="200">
                  <c:v>11.31125832</c:v>
                </c:pt>
                <c:pt idx="201">
                  <c:v>19.0433979</c:v>
                </c:pt>
                <c:pt idx="202">
                  <c:v>10.98807335</c:v>
                </c:pt>
                <c:pt idx="203">
                  <c:v>16.01128387</c:v>
                </c:pt>
                <c:pt idx="204">
                  <c:v>11.23490143</c:v>
                </c:pt>
                <c:pt idx="205">
                  <c:v>13.11793327</c:v>
                </c:pt>
                <c:pt idx="206">
                  <c:v>7.09711361</c:v>
                </c:pt>
                <c:pt idx="207">
                  <c:v>14.67163658</c:v>
                </c:pt>
                <c:pt idx="208">
                  <c:v>16.97319794</c:v>
                </c:pt>
                <c:pt idx="209">
                  <c:v>9.5508709</c:v>
                </c:pt>
                <c:pt idx="210">
                  <c:v>13.26828003</c:v>
                </c:pt>
                <c:pt idx="211">
                  <c:v>11.21665859</c:v>
                </c:pt>
                <c:pt idx="212">
                  <c:v>12.96361446</c:v>
                </c:pt>
                <c:pt idx="213">
                  <c:v>14.49406815</c:v>
                </c:pt>
                <c:pt idx="214">
                  <c:v>11.92132473</c:v>
                </c:pt>
                <c:pt idx="215">
                  <c:v>12.13688469</c:v>
                </c:pt>
                <c:pt idx="216">
                  <c:v>17.47760773</c:v>
                </c:pt>
                <c:pt idx="217">
                  <c:v>17.1966629</c:v>
                </c:pt>
                <c:pt idx="218">
                  <c:v>11.20375824</c:v>
                </c:pt>
                <c:pt idx="219">
                  <c:v>13.11376476</c:v>
                </c:pt>
                <c:pt idx="220">
                  <c:v>15.58744907</c:v>
                </c:pt>
                <c:pt idx="221">
                  <c:v>12.11584568</c:v>
                </c:pt>
                <c:pt idx="222">
                  <c:v>11.23069954</c:v>
                </c:pt>
                <c:pt idx="223">
                  <c:v>11.01012802</c:v>
                </c:pt>
                <c:pt idx="224">
                  <c:v>11.41995239</c:v>
                </c:pt>
                <c:pt idx="225">
                  <c:v>14.11914063</c:v>
                </c:pt>
                <c:pt idx="226">
                  <c:v>16.95430946</c:v>
                </c:pt>
                <c:pt idx="227">
                  <c:v>16.90814781</c:v>
                </c:pt>
                <c:pt idx="228">
                  <c:v>12.20717621</c:v>
                </c:pt>
                <c:pt idx="229">
                  <c:v>13.96123409</c:v>
                </c:pt>
                <c:pt idx="230">
                  <c:v>15.60077858</c:v>
                </c:pt>
                <c:pt idx="231">
                  <c:v>15.07375813</c:v>
                </c:pt>
                <c:pt idx="232">
                  <c:v>11.93330765</c:v>
                </c:pt>
                <c:pt idx="233">
                  <c:v>16.73976707</c:v>
                </c:pt>
                <c:pt idx="234">
                  <c:v>12.79817581</c:v>
                </c:pt>
                <c:pt idx="235">
                  <c:v>13.48007202</c:v>
                </c:pt>
                <c:pt idx="236">
                  <c:v>8.65048599</c:v>
                </c:pt>
                <c:pt idx="237">
                  <c:v>14.91538239</c:v>
                </c:pt>
                <c:pt idx="238">
                  <c:v>19.47350883</c:v>
                </c:pt>
                <c:pt idx="239">
                  <c:v>10.65588093</c:v>
                </c:pt>
                <c:pt idx="240">
                  <c:v>14.68671036</c:v>
                </c:pt>
                <c:pt idx="241">
                  <c:v>8.82351971</c:v>
                </c:pt>
                <c:pt idx="242">
                  <c:v>11.2779541</c:v>
                </c:pt>
                <c:pt idx="243">
                  <c:v>17.91400719</c:v>
                </c:pt>
                <c:pt idx="244">
                  <c:v>16.56494522</c:v>
                </c:pt>
                <c:pt idx="245">
                  <c:v>10.20915222</c:v>
                </c:pt>
                <c:pt idx="246">
                  <c:v>14.74513435</c:v>
                </c:pt>
                <c:pt idx="247">
                  <c:v>13.05539322</c:v>
                </c:pt>
                <c:pt idx="248">
                  <c:v>7.10054159</c:v>
                </c:pt>
                <c:pt idx="249">
                  <c:v>10.05500984</c:v>
                </c:pt>
                <c:pt idx="250">
                  <c:v>14.44007778</c:v>
                </c:pt>
                <c:pt idx="251">
                  <c:v>11.66545868</c:v>
                </c:pt>
                <c:pt idx="252">
                  <c:v>11.13435745</c:v>
                </c:pt>
                <c:pt idx="253">
                  <c:v>17.10288239</c:v>
                </c:pt>
                <c:pt idx="254">
                  <c:v>15.55855274</c:v>
                </c:pt>
                <c:pt idx="255">
                  <c:v>14.30998802</c:v>
                </c:pt>
                <c:pt idx="256">
                  <c:v>10.06701374</c:v>
                </c:pt>
                <c:pt idx="257">
                  <c:v>14.23653507</c:v>
                </c:pt>
                <c:pt idx="258">
                  <c:v>20.42771912</c:v>
                </c:pt>
                <c:pt idx="259">
                  <c:v>9.64718819</c:v>
                </c:pt>
                <c:pt idx="260">
                  <c:v>18.03318787</c:v>
                </c:pt>
                <c:pt idx="261">
                  <c:v>10.94820595</c:v>
                </c:pt>
                <c:pt idx="262">
                  <c:v>11.37960243</c:v>
                </c:pt>
                <c:pt idx="263">
                  <c:v>13.4292717</c:v>
                </c:pt>
                <c:pt idx="264">
                  <c:v>16.34203148</c:v>
                </c:pt>
                <c:pt idx="265">
                  <c:v>12.74548054</c:v>
                </c:pt>
                <c:pt idx="266">
                  <c:v>10.88212776</c:v>
                </c:pt>
                <c:pt idx="267">
                  <c:v>18.38009644</c:v>
                </c:pt>
                <c:pt idx="268">
                  <c:v>16.64539146</c:v>
                </c:pt>
                <c:pt idx="269">
                  <c:v>15.03002167</c:v>
                </c:pt>
                <c:pt idx="270">
                  <c:v>13.80713463</c:v>
                </c:pt>
                <c:pt idx="271">
                  <c:v>13.4224844</c:v>
                </c:pt>
                <c:pt idx="272">
                  <c:v>14.35651207</c:v>
                </c:pt>
                <c:pt idx="273">
                  <c:v>17.81775665</c:v>
                </c:pt>
                <c:pt idx="274">
                  <c:v>14.22501469</c:v>
                </c:pt>
                <c:pt idx="275">
                  <c:v>13.94600391</c:v>
                </c:pt>
                <c:pt idx="276">
                  <c:v>17.47886467</c:v>
                </c:pt>
                <c:pt idx="277">
                  <c:v>11.28708363</c:v>
                </c:pt>
                <c:pt idx="278">
                  <c:v>16.00790024</c:v>
                </c:pt>
                <c:pt idx="279">
                  <c:v>17.00165367</c:v>
                </c:pt>
                <c:pt idx="280">
                  <c:v>17.09854889</c:v>
                </c:pt>
                <c:pt idx="281">
                  <c:v>11.52446651</c:v>
                </c:pt>
                <c:pt idx="282">
                  <c:v>15.78967476</c:v>
                </c:pt>
                <c:pt idx="283">
                  <c:v>10.78478336</c:v>
                </c:pt>
                <c:pt idx="284">
                  <c:v>12.10368156</c:v>
                </c:pt>
                <c:pt idx="285">
                  <c:v>8.61053276</c:v>
                </c:pt>
                <c:pt idx="286">
                  <c:v>15.2991724</c:v>
                </c:pt>
                <c:pt idx="287">
                  <c:v>10.66530228</c:v>
                </c:pt>
                <c:pt idx="288">
                  <c:v>8.40196896</c:v>
                </c:pt>
                <c:pt idx="289">
                  <c:v>12.63214207</c:v>
                </c:pt>
                <c:pt idx="290">
                  <c:v>15.02800941</c:v>
                </c:pt>
                <c:pt idx="291">
                  <c:v>19.92563629</c:v>
                </c:pt>
                <c:pt idx="292">
                  <c:v>6.03640985</c:v>
                </c:pt>
                <c:pt idx="293">
                  <c:v>9.48032475</c:v>
                </c:pt>
                <c:pt idx="294">
                  <c:v>11.92876434</c:v>
                </c:pt>
                <c:pt idx="295">
                  <c:v>15.78751373</c:v>
                </c:pt>
                <c:pt idx="296">
                  <c:v>16.28770447</c:v>
                </c:pt>
                <c:pt idx="297">
                  <c:v>15.10967731</c:v>
                </c:pt>
                <c:pt idx="298">
                  <c:v>10.57469845</c:v>
                </c:pt>
                <c:pt idx="299">
                  <c:v>6.1011672</c:v>
                </c:pt>
                <c:pt idx="300">
                  <c:v>20.29829979</c:v>
                </c:pt>
                <c:pt idx="301">
                  <c:v>9.12044334</c:v>
                </c:pt>
                <c:pt idx="302">
                  <c:v>12.61821842</c:v>
                </c:pt>
                <c:pt idx="303">
                  <c:v>7.23044872</c:v>
                </c:pt>
                <c:pt idx="304">
                  <c:v>8.35783768</c:v>
                </c:pt>
                <c:pt idx="305">
                  <c:v>14.94739532</c:v>
                </c:pt>
                <c:pt idx="306">
                  <c:v>13.75741196</c:v>
                </c:pt>
                <c:pt idx="307">
                  <c:v>11.31966019</c:v>
                </c:pt>
                <c:pt idx="308">
                  <c:v>10.18835068</c:v>
                </c:pt>
                <c:pt idx="309">
                  <c:v>9.22585297</c:v>
                </c:pt>
                <c:pt idx="310">
                  <c:v>12.68692398</c:v>
                </c:pt>
                <c:pt idx="311">
                  <c:v>12.8903017</c:v>
                </c:pt>
                <c:pt idx="312">
                  <c:v>13.643116</c:v>
                </c:pt>
                <c:pt idx="313">
                  <c:v>15.84113979</c:v>
                </c:pt>
                <c:pt idx="314">
                  <c:v>7.47221947</c:v>
                </c:pt>
                <c:pt idx="315">
                  <c:v>14.77465153</c:v>
                </c:pt>
                <c:pt idx="316">
                  <c:v>13.61446571</c:v>
                </c:pt>
                <c:pt idx="317">
                  <c:v>13.10416412</c:v>
                </c:pt>
                <c:pt idx="318">
                  <c:v>12.08155441</c:v>
                </c:pt>
                <c:pt idx="319">
                  <c:v>13.42671394</c:v>
                </c:pt>
                <c:pt idx="320">
                  <c:v>11.54071999</c:v>
                </c:pt>
                <c:pt idx="321">
                  <c:v>13.52601814</c:v>
                </c:pt>
                <c:pt idx="322">
                  <c:v>15.65955734</c:v>
                </c:pt>
                <c:pt idx="323">
                  <c:v>10.48135185</c:v>
                </c:pt>
                <c:pt idx="324">
                  <c:v>9.43595409</c:v>
                </c:pt>
                <c:pt idx="325">
                  <c:v>19.07842636</c:v>
                </c:pt>
                <c:pt idx="326">
                  <c:v>18.8008194</c:v>
                </c:pt>
                <c:pt idx="327">
                  <c:v>12.50736237</c:v>
                </c:pt>
                <c:pt idx="328">
                  <c:v>10.94308853</c:v>
                </c:pt>
                <c:pt idx="329">
                  <c:v>13.66295338</c:v>
                </c:pt>
                <c:pt idx="330">
                  <c:v>5.20488501</c:v>
                </c:pt>
                <c:pt idx="331">
                  <c:v>11.55319691</c:v>
                </c:pt>
                <c:pt idx="332">
                  <c:v>12.53492355</c:v>
                </c:pt>
                <c:pt idx="333">
                  <c:v>18.51097298</c:v>
                </c:pt>
                <c:pt idx="334">
                  <c:v>13.34103775</c:v>
                </c:pt>
                <c:pt idx="335">
                  <c:v>14.23785973</c:v>
                </c:pt>
                <c:pt idx="336">
                  <c:v>11.38504982</c:v>
                </c:pt>
                <c:pt idx="337">
                  <c:v>8.60396957</c:v>
                </c:pt>
                <c:pt idx="338">
                  <c:v>16.24219131</c:v>
                </c:pt>
                <c:pt idx="339">
                  <c:v>9.28178024</c:v>
                </c:pt>
                <c:pt idx="340">
                  <c:v>14.82975197</c:v>
                </c:pt>
                <c:pt idx="341">
                  <c:v>10.66682053</c:v>
                </c:pt>
                <c:pt idx="342">
                  <c:v>10.6743803</c:v>
                </c:pt>
                <c:pt idx="343">
                  <c:v>10.1311779</c:v>
                </c:pt>
                <c:pt idx="344">
                  <c:v>9.36445808</c:v>
                </c:pt>
                <c:pt idx="345">
                  <c:v>14.67219925</c:v>
                </c:pt>
                <c:pt idx="346">
                  <c:v>7.02880478</c:v>
                </c:pt>
                <c:pt idx="347">
                  <c:v>11.63454056</c:v>
                </c:pt>
                <c:pt idx="348">
                  <c:v>6.4581356</c:v>
                </c:pt>
                <c:pt idx="349">
                  <c:v>13.18174362</c:v>
                </c:pt>
                <c:pt idx="350">
                  <c:v>13.73031998</c:v>
                </c:pt>
                <c:pt idx="351">
                  <c:v>11.51632214</c:v>
                </c:pt>
                <c:pt idx="352">
                  <c:v>5.72916889</c:v>
                </c:pt>
                <c:pt idx="353">
                  <c:v>14.82584572</c:v>
                </c:pt>
                <c:pt idx="354">
                  <c:v>13.15346241</c:v>
                </c:pt>
                <c:pt idx="355">
                  <c:v>14.68348503</c:v>
                </c:pt>
                <c:pt idx="356">
                  <c:v>12.60681915</c:v>
                </c:pt>
                <c:pt idx="357">
                  <c:v>15.99240112</c:v>
                </c:pt>
                <c:pt idx="358">
                  <c:v>13.0447998</c:v>
                </c:pt>
                <c:pt idx="359">
                  <c:v>9.67830658</c:v>
                </c:pt>
                <c:pt idx="360">
                  <c:v>17.87597275</c:v>
                </c:pt>
                <c:pt idx="361">
                  <c:v>10.84566498</c:v>
                </c:pt>
                <c:pt idx="362">
                  <c:v>9.98536015</c:v>
                </c:pt>
                <c:pt idx="363">
                  <c:v>7.9762249</c:v>
                </c:pt>
                <c:pt idx="364">
                  <c:v>17.36116791</c:v>
                </c:pt>
                <c:pt idx="365">
                  <c:v>15.82983208</c:v>
                </c:pt>
                <c:pt idx="366">
                  <c:v>8.65168285</c:v>
                </c:pt>
                <c:pt idx="367">
                  <c:v>13.68844223</c:v>
                </c:pt>
                <c:pt idx="368">
                  <c:v>6.61314487</c:v>
                </c:pt>
                <c:pt idx="369">
                  <c:v>11.16045952</c:v>
                </c:pt>
                <c:pt idx="370">
                  <c:v>9.37255192</c:v>
                </c:pt>
                <c:pt idx="371">
                  <c:v>13.85527611</c:v>
                </c:pt>
                <c:pt idx="372">
                  <c:v>17.1688633</c:v>
                </c:pt>
                <c:pt idx="373">
                  <c:v>12.45232773</c:v>
                </c:pt>
                <c:pt idx="374">
                  <c:v>12.36519623</c:v>
                </c:pt>
                <c:pt idx="375">
                  <c:v>20.10923767</c:v>
                </c:pt>
                <c:pt idx="376">
                  <c:v>14.54330826</c:v>
                </c:pt>
                <c:pt idx="377">
                  <c:v>9.85085106</c:v>
                </c:pt>
                <c:pt idx="378">
                  <c:v>15.75768948</c:v>
                </c:pt>
                <c:pt idx="379">
                  <c:v>14.64038658</c:v>
                </c:pt>
                <c:pt idx="380">
                  <c:v>12.99520493</c:v>
                </c:pt>
                <c:pt idx="381">
                  <c:v>9.7623682</c:v>
                </c:pt>
                <c:pt idx="382">
                  <c:v>12.94229507</c:v>
                </c:pt>
                <c:pt idx="383">
                  <c:v>10.47798157</c:v>
                </c:pt>
                <c:pt idx="384">
                  <c:v>15.96383286</c:v>
                </c:pt>
                <c:pt idx="385">
                  <c:v>7.41170168</c:v>
                </c:pt>
                <c:pt idx="386">
                  <c:v>12.80094051</c:v>
                </c:pt>
                <c:pt idx="387">
                  <c:v>15.65387535</c:v>
                </c:pt>
                <c:pt idx="388">
                  <c:v>10.00687695</c:v>
                </c:pt>
                <c:pt idx="389">
                  <c:v>13.8238945</c:v>
                </c:pt>
                <c:pt idx="390">
                  <c:v>9.8198576</c:v>
                </c:pt>
                <c:pt idx="391">
                  <c:v>13.5419836</c:v>
                </c:pt>
                <c:pt idx="392">
                  <c:v>9.89863586</c:v>
                </c:pt>
                <c:pt idx="393">
                  <c:v>14.24052238</c:v>
                </c:pt>
                <c:pt idx="394">
                  <c:v>9.0209713</c:v>
                </c:pt>
                <c:pt idx="395">
                  <c:v>15.04821777</c:v>
                </c:pt>
                <c:pt idx="396">
                  <c:v>9.55152607</c:v>
                </c:pt>
                <c:pt idx="397">
                  <c:v>17.88301086</c:v>
                </c:pt>
                <c:pt idx="398">
                  <c:v>8.95751476</c:v>
                </c:pt>
                <c:pt idx="399">
                  <c:v>10.92646599</c:v>
                </c:pt>
                <c:pt idx="400">
                  <c:v>11.52705383</c:v>
                </c:pt>
                <c:pt idx="401">
                  <c:v>11.36312485</c:v>
                </c:pt>
                <c:pt idx="402">
                  <c:v>9.4660387</c:v>
                </c:pt>
                <c:pt idx="403">
                  <c:v>10.45267868</c:v>
                </c:pt>
                <c:pt idx="404">
                  <c:v>16.19317818</c:v>
                </c:pt>
                <c:pt idx="405">
                  <c:v>11.66315842</c:v>
                </c:pt>
                <c:pt idx="406">
                  <c:v>13.81729317</c:v>
                </c:pt>
                <c:pt idx="407">
                  <c:v>13.77947998</c:v>
                </c:pt>
                <c:pt idx="408">
                  <c:v>16.19915771</c:v>
                </c:pt>
                <c:pt idx="409">
                  <c:v>12.26769638</c:v>
                </c:pt>
                <c:pt idx="410">
                  <c:v>7.43015671</c:v>
                </c:pt>
                <c:pt idx="411">
                  <c:v>15.73667336</c:v>
                </c:pt>
                <c:pt idx="412">
                  <c:v>10.87620354</c:v>
                </c:pt>
                <c:pt idx="413">
                  <c:v>13.15202236</c:v>
                </c:pt>
                <c:pt idx="414">
                  <c:v>4.3878293</c:v>
                </c:pt>
                <c:pt idx="415">
                  <c:v>12.53531075</c:v>
                </c:pt>
                <c:pt idx="416">
                  <c:v>15.07839966</c:v>
                </c:pt>
                <c:pt idx="417">
                  <c:v>14.77964211</c:v>
                </c:pt>
                <c:pt idx="418">
                  <c:v>6.69740105</c:v>
                </c:pt>
                <c:pt idx="419">
                  <c:v>14.79249191</c:v>
                </c:pt>
                <c:pt idx="420">
                  <c:v>11.78937817</c:v>
                </c:pt>
                <c:pt idx="421">
                  <c:v>13.3400898</c:v>
                </c:pt>
                <c:pt idx="422">
                  <c:v>10.74968243</c:v>
                </c:pt>
                <c:pt idx="423">
                  <c:v>13.49318314</c:v>
                </c:pt>
                <c:pt idx="424">
                  <c:v>14.17630291</c:v>
                </c:pt>
                <c:pt idx="425">
                  <c:v>17.49335098</c:v>
                </c:pt>
                <c:pt idx="426">
                  <c:v>11.33517647</c:v>
                </c:pt>
                <c:pt idx="427">
                  <c:v>12.42651081</c:v>
                </c:pt>
                <c:pt idx="428">
                  <c:v>12.83667088</c:v>
                </c:pt>
                <c:pt idx="429">
                  <c:v>11.34052181</c:v>
                </c:pt>
                <c:pt idx="430">
                  <c:v>10.30537033</c:v>
                </c:pt>
                <c:pt idx="431">
                  <c:v>12.65039444</c:v>
                </c:pt>
                <c:pt idx="432">
                  <c:v>18.53324699</c:v>
                </c:pt>
                <c:pt idx="433">
                  <c:v>10.18854141</c:v>
                </c:pt>
                <c:pt idx="434">
                  <c:v>12.89872932</c:v>
                </c:pt>
                <c:pt idx="435">
                  <c:v>11.49551296</c:v>
                </c:pt>
                <c:pt idx="436">
                  <c:v>10.34584522</c:v>
                </c:pt>
                <c:pt idx="437">
                  <c:v>13.30577469</c:v>
                </c:pt>
                <c:pt idx="438">
                  <c:v>11.92111492</c:v>
                </c:pt>
                <c:pt idx="439">
                  <c:v>12.24367332</c:v>
                </c:pt>
                <c:pt idx="440">
                  <c:v>15.21360493</c:v>
                </c:pt>
                <c:pt idx="441">
                  <c:v>8.37752724</c:v>
                </c:pt>
                <c:pt idx="442">
                  <c:v>13.99906921</c:v>
                </c:pt>
                <c:pt idx="443">
                  <c:v>18.78690529</c:v>
                </c:pt>
                <c:pt idx="444">
                  <c:v>14.70055676</c:v>
                </c:pt>
                <c:pt idx="445">
                  <c:v>11.80764675</c:v>
                </c:pt>
                <c:pt idx="446">
                  <c:v>14.05047417</c:v>
                </c:pt>
                <c:pt idx="447">
                  <c:v>10.52051544</c:v>
                </c:pt>
                <c:pt idx="448">
                  <c:v>10.73087215</c:v>
                </c:pt>
                <c:pt idx="449">
                  <c:v>18.94412994</c:v>
                </c:pt>
                <c:pt idx="450">
                  <c:v>7.03124285</c:v>
                </c:pt>
                <c:pt idx="451">
                  <c:v>13.31118488</c:v>
                </c:pt>
                <c:pt idx="452">
                  <c:v>14.36750889</c:v>
                </c:pt>
                <c:pt idx="453">
                  <c:v>12.17896652</c:v>
                </c:pt>
                <c:pt idx="454">
                  <c:v>10.70118904</c:v>
                </c:pt>
                <c:pt idx="455">
                  <c:v>12.13487625</c:v>
                </c:pt>
                <c:pt idx="456">
                  <c:v>10.57570457</c:v>
                </c:pt>
                <c:pt idx="457">
                  <c:v>17.25896072</c:v>
                </c:pt>
                <c:pt idx="458">
                  <c:v>11.82640076</c:v>
                </c:pt>
                <c:pt idx="459">
                  <c:v>16.80403709</c:v>
                </c:pt>
                <c:pt idx="460">
                  <c:v>9.39437485</c:v>
                </c:pt>
                <c:pt idx="461">
                  <c:v>10.08638573</c:v>
                </c:pt>
                <c:pt idx="462">
                  <c:v>11.7540226</c:v>
                </c:pt>
                <c:pt idx="463">
                  <c:v>14.84387493</c:v>
                </c:pt>
                <c:pt idx="464">
                  <c:v>13.49529457</c:v>
                </c:pt>
                <c:pt idx="465">
                  <c:v>12.03147411</c:v>
                </c:pt>
                <c:pt idx="466">
                  <c:v>10.19224167</c:v>
                </c:pt>
                <c:pt idx="467">
                  <c:v>6.92010593</c:v>
                </c:pt>
                <c:pt idx="468">
                  <c:v>13.64032745</c:v>
                </c:pt>
                <c:pt idx="469">
                  <c:v>21.23670769</c:v>
                </c:pt>
                <c:pt idx="470">
                  <c:v>13.17191315</c:v>
                </c:pt>
                <c:pt idx="471">
                  <c:v>11.63438034</c:v>
                </c:pt>
                <c:pt idx="472">
                  <c:v>13.66971397</c:v>
                </c:pt>
                <c:pt idx="473">
                  <c:v>5.9614234</c:v>
                </c:pt>
                <c:pt idx="474">
                  <c:v>10.66107941</c:v>
                </c:pt>
                <c:pt idx="475">
                  <c:v>10.91041565</c:v>
                </c:pt>
                <c:pt idx="476">
                  <c:v>14.61017704</c:v>
                </c:pt>
                <c:pt idx="477">
                  <c:v>10.41671562</c:v>
                </c:pt>
                <c:pt idx="478">
                  <c:v>6.49527788</c:v>
                </c:pt>
                <c:pt idx="479">
                  <c:v>10.44131756</c:v>
                </c:pt>
                <c:pt idx="480">
                  <c:v>14.61107445</c:v>
                </c:pt>
                <c:pt idx="481">
                  <c:v>10.56262207</c:v>
                </c:pt>
                <c:pt idx="482">
                  <c:v>15.22571468</c:v>
                </c:pt>
                <c:pt idx="483">
                  <c:v>12.7475872</c:v>
                </c:pt>
                <c:pt idx="484">
                  <c:v>11.50596523</c:v>
                </c:pt>
                <c:pt idx="485">
                  <c:v>14.73462868</c:v>
                </c:pt>
                <c:pt idx="486">
                  <c:v>14.75277901</c:v>
                </c:pt>
                <c:pt idx="487">
                  <c:v>12.48040676</c:v>
                </c:pt>
                <c:pt idx="488">
                  <c:v>14.03498268</c:v>
                </c:pt>
                <c:pt idx="489">
                  <c:v>15.15692902</c:v>
                </c:pt>
                <c:pt idx="490">
                  <c:v>12.6244154</c:v>
                </c:pt>
                <c:pt idx="491">
                  <c:v>11.08574963</c:v>
                </c:pt>
                <c:pt idx="492">
                  <c:v>11.24392605</c:v>
                </c:pt>
                <c:pt idx="493">
                  <c:v>10.39106274</c:v>
                </c:pt>
                <c:pt idx="494">
                  <c:v>9.81551933</c:v>
                </c:pt>
                <c:pt idx="495">
                  <c:v>12.64218521</c:v>
                </c:pt>
                <c:pt idx="496">
                  <c:v>11.40081215</c:v>
                </c:pt>
                <c:pt idx="497">
                  <c:v>17.68066406</c:v>
                </c:pt>
                <c:pt idx="498">
                  <c:v>19.44428253</c:v>
                </c:pt>
                <c:pt idx="499">
                  <c:v>14.04613686</c:v>
                </c:pt>
                <c:pt idx="500">
                  <c:v>13.07336998</c:v>
                </c:pt>
                <c:pt idx="501">
                  <c:v>17.39441299</c:v>
                </c:pt>
                <c:pt idx="502">
                  <c:v>17.21543312</c:v>
                </c:pt>
                <c:pt idx="503">
                  <c:v>8.61721325</c:v>
                </c:pt>
                <c:pt idx="504">
                  <c:v>13.59834862</c:v>
                </c:pt>
                <c:pt idx="505">
                  <c:v>14.63272095</c:v>
                </c:pt>
                <c:pt idx="506">
                  <c:v>12.0648489</c:v>
                </c:pt>
                <c:pt idx="507">
                  <c:v>13.41449261</c:v>
                </c:pt>
                <c:pt idx="508">
                  <c:v>2.81930256</c:v>
                </c:pt>
                <c:pt idx="509">
                  <c:v>5.77714062</c:v>
                </c:pt>
                <c:pt idx="510">
                  <c:v>13.20887375</c:v>
                </c:pt>
                <c:pt idx="511">
                  <c:v>12.82980537</c:v>
                </c:pt>
                <c:pt idx="512">
                  <c:v>8.51145554</c:v>
                </c:pt>
                <c:pt idx="513">
                  <c:v>12.57785702</c:v>
                </c:pt>
                <c:pt idx="514">
                  <c:v>12.0197916</c:v>
                </c:pt>
                <c:pt idx="515">
                  <c:v>19.7191124</c:v>
                </c:pt>
                <c:pt idx="516">
                  <c:v>9.89418221</c:v>
                </c:pt>
                <c:pt idx="517">
                  <c:v>11.81950569</c:v>
                </c:pt>
                <c:pt idx="518">
                  <c:v>13.54178429</c:v>
                </c:pt>
                <c:pt idx="519">
                  <c:v>12.20545769</c:v>
                </c:pt>
                <c:pt idx="520">
                  <c:v>8.41140556</c:v>
                </c:pt>
                <c:pt idx="521">
                  <c:v>7.07389879</c:v>
                </c:pt>
                <c:pt idx="522">
                  <c:v>13.15915203</c:v>
                </c:pt>
                <c:pt idx="523">
                  <c:v>11.89558792</c:v>
                </c:pt>
                <c:pt idx="524">
                  <c:v>9.77894783</c:v>
                </c:pt>
                <c:pt idx="525">
                  <c:v>10.39883423</c:v>
                </c:pt>
                <c:pt idx="526">
                  <c:v>10.82204056</c:v>
                </c:pt>
                <c:pt idx="527">
                  <c:v>8.48261642</c:v>
                </c:pt>
                <c:pt idx="528">
                  <c:v>11.19810677</c:v>
                </c:pt>
                <c:pt idx="529">
                  <c:v>11.35136414</c:v>
                </c:pt>
                <c:pt idx="530">
                  <c:v>11.80788612</c:v>
                </c:pt>
                <c:pt idx="531">
                  <c:v>11.55468941</c:v>
                </c:pt>
                <c:pt idx="532">
                  <c:v>17.8664608</c:v>
                </c:pt>
                <c:pt idx="533">
                  <c:v>11.29669666</c:v>
                </c:pt>
                <c:pt idx="534">
                  <c:v>19.53627396</c:v>
                </c:pt>
                <c:pt idx="535">
                  <c:v>11.00697994</c:v>
                </c:pt>
                <c:pt idx="536">
                  <c:v>8.13994217</c:v>
                </c:pt>
                <c:pt idx="537">
                  <c:v>11.60284233</c:v>
                </c:pt>
                <c:pt idx="538">
                  <c:v>10.65906048</c:v>
                </c:pt>
                <c:pt idx="539">
                  <c:v>12.97020435</c:v>
                </c:pt>
                <c:pt idx="540">
                  <c:v>11.11652184</c:v>
                </c:pt>
                <c:pt idx="541">
                  <c:v>6.21430445</c:v>
                </c:pt>
                <c:pt idx="542">
                  <c:v>10.21156788</c:v>
                </c:pt>
                <c:pt idx="543">
                  <c:v>11.50308418</c:v>
                </c:pt>
                <c:pt idx="544">
                  <c:v>11.09591579</c:v>
                </c:pt>
                <c:pt idx="545">
                  <c:v>15.74704361</c:v>
                </c:pt>
                <c:pt idx="546">
                  <c:v>12.48944473</c:v>
                </c:pt>
                <c:pt idx="547">
                  <c:v>11.9444046</c:v>
                </c:pt>
                <c:pt idx="548">
                  <c:v>11.17547894</c:v>
                </c:pt>
                <c:pt idx="549">
                  <c:v>9.2077446</c:v>
                </c:pt>
                <c:pt idx="550">
                  <c:v>10.09628773</c:v>
                </c:pt>
                <c:pt idx="551">
                  <c:v>8.58547783</c:v>
                </c:pt>
                <c:pt idx="552">
                  <c:v>9.63465691</c:v>
                </c:pt>
                <c:pt idx="553">
                  <c:v>11.20972061</c:v>
                </c:pt>
                <c:pt idx="554">
                  <c:v>11.59083557</c:v>
                </c:pt>
                <c:pt idx="555">
                  <c:v>10.47913647</c:v>
                </c:pt>
                <c:pt idx="556">
                  <c:v>11.62375927</c:v>
                </c:pt>
                <c:pt idx="557">
                  <c:v>7.91006994</c:v>
                </c:pt>
                <c:pt idx="558">
                  <c:v>7.32150555</c:v>
                </c:pt>
                <c:pt idx="559">
                  <c:v>10.26805782</c:v>
                </c:pt>
                <c:pt idx="560">
                  <c:v>12.47041607</c:v>
                </c:pt>
                <c:pt idx="561">
                  <c:v>16.93937683</c:v>
                </c:pt>
                <c:pt idx="562">
                  <c:v>6.23458481</c:v>
                </c:pt>
                <c:pt idx="563">
                  <c:v>11.71600151</c:v>
                </c:pt>
                <c:pt idx="564">
                  <c:v>12.4998188</c:v>
                </c:pt>
                <c:pt idx="565">
                  <c:v>7.96874619</c:v>
                </c:pt>
                <c:pt idx="566">
                  <c:v>8.28723431</c:v>
                </c:pt>
                <c:pt idx="567">
                  <c:v>12.92387581</c:v>
                </c:pt>
                <c:pt idx="568">
                  <c:v>8.68070126</c:v>
                </c:pt>
                <c:pt idx="569">
                  <c:v>8.57205009</c:v>
                </c:pt>
                <c:pt idx="570">
                  <c:v>14.92657852</c:v>
                </c:pt>
                <c:pt idx="571">
                  <c:v>12.66220665</c:v>
                </c:pt>
                <c:pt idx="572">
                  <c:v>9.13949871</c:v>
                </c:pt>
                <c:pt idx="573">
                  <c:v>11.23261261</c:v>
                </c:pt>
                <c:pt idx="574">
                  <c:v>10.49867439</c:v>
                </c:pt>
                <c:pt idx="575">
                  <c:v>11.47005558</c:v>
                </c:pt>
                <c:pt idx="576">
                  <c:v>12.48513222</c:v>
                </c:pt>
                <c:pt idx="577">
                  <c:v>16.70213318</c:v>
                </c:pt>
                <c:pt idx="578">
                  <c:v>14.29067516</c:v>
                </c:pt>
                <c:pt idx="579">
                  <c:v>14.6069622</c:v>
                </c:pt>
                <c:pt idx="580">
                  <c:v>10.2787571</c:v>
                </c:pt>
                <c:pt idx="581">
                  <c:v>12.05584526</c:v>
                </c:pt>
                <c:pt idx="582">
                  <c:v>17.53130913</c:v>
                </c:pt>
                <c:pt idx="583">
                  <c:v>13.04349804</c:v>
                </c:pt>
                <c:pt idx="584">
                  <c:v>11.3437252</c:v>
                </c:pt>
                <c:pt idx="585">
                  <c:v>19.65534401</c:v>
                </c:pt>
                <c:pt idx="586">
                  <c:v>7.75178719</c:v>
                </c:pt>
                <c:pt idx="587">
                  <c:v>10.83542442</c:v>
                </c:pt>
                <c:pt idx="588">
                  <c:v>9.41042328</c:v>
                </c:pt>
                <c:pt idx="589">
                  <c:v>7.53102398</c:v>
                </c:pt>
                <c:pt idx="590">
                  <c:v>7.17962551</c:v>
                </c:pt>
                <c:pt idx="591">
                  <c:v>15.81317425</c:v>
                </c:pt>
                <c:pt idx="592">
                  <c:v>11.10473251</c:v>
                </c:pt>
                <c:pt idx="593">
                  <c:v>18.73757362</c:v>
                </c:pt>
                <c:pt idx="594">
                  <c:v>8.03923988</c:v>
                </c:pt>
                <c:pt idx="595">
                  <c:v>12.25286579</c:v>
                </c:pt>
                <c:pt idx="596">
                  <c:v>15.53022194</c:v>
                </c:pt>
                <c:pt idx="597">
                  <c:v>11.95850754</c:v>
                </c:pt>
                <c:pt idx="598">
                  <c:v>8.08027077</c:v>
                </c:pt>
                <c:pt idx="599">
                  <c:v>14.20286942</c:v>
                </c:pt>
                <c:pt idx="600">
                  <c:v>10.32828808</c:v>
                </c:pt>
                <c:pt idx="601">
                  <c:v>5.66566038</c:v>
                </c:pt>
                <c:pt idx="602">
                  <c:v>12.17730713</c:v>
                </c:pt>
                <c:pt idx="603">
                  <c:v>14.239645</c:v>
                </c:pt>
                <c:pt idx="604">
                  <c:v>16.25041008</c:v>
                </c:pt>
                <c:pt idx="605">
                  <c:v>13.7981205</c:v>
                </c:pt>
                <c:pt idx="606">
                  <c:v>13.95348549</c:v>
                </c:pt>
                <c:pt idx="607">
                  <c:v>17.98989105</c:v>
                </c:pt>
                <c:pt idx="608">
                  <c:v>6.28198147</c:v>
                </c:pt>
                <c:pt idx="609">
                  <c:v>13.72850895</c:v>
                </c:pt>
                <c:pt idx="610">
                  <c:v>12.46221733</c:v>
                </c:pt>
                <c:pt idx="611">
                  <c:v>13.0961132</c:v>
                </c:pt>
                <c:pt idx="612">
                  <c:v>6.51461506</c:v>
                </c:pt>
                <c:pt idx="613">
                  <c:v>11.74566269</c:v>
                </c:pt>
                <c:pt idx="614">
                  <c:v>4.76843405</c:v>
                </c:pt>
                <c:pt idx="615">
                  <c:v>11.51601315</c:v>
                </c:pt>
                <c:pt idx="616">
                  <c:v>5.64605474</c:v>
                </c:pt>
                <c:pt idx="617">
                  <c:v>7.39628696</c:v>
                </c:pt>
                <c:pt idx="618">
                  <c:v>14.65863228</c:v>
                </c:pt>
                <c:pt idx="619">
                  <c:v>7.41897821</c:v>
                </c:pt>
                <c:pt idx="620">
                  <c:v>15.40084076</c:v>
                </c:pt>
                <c:pt idx="621">
                  <c:v>7.82600927</c:v>
                </c:pt>
                <c:pt idx="622">
                  <c:v>16.43309212</c:v>
                </c:pt>
                <c:pt idx="623">
                  <c:v>7.0004158</c:v>
                </c:pt>
                <c:pt idx="624">
                  <c:v>13.18943214</c:v>
                </c:pt>
                <c:pt idx="625">
                  <c:v>16.08945847</c:v>
                </c:pt>
                <c:pt idx="626">
                  <c:v>10.02536774</c:v>
                </c:pt>
                <c:pt idx="627">
                  <c:v>15.23658848</c:v>
                </c:pt>
                <c:pt idx="628">
                  <c:v>13.04841614</c:v>
                </c:pt>
                <c:pt idx="629">
                  <c:v>11.35325432</c:v>
                </c:pt>
                <c:pt idx="630">
                  <c:v>13.11951447</c:v>
                </c:pt>
                <c:pt idx="631">
                  <c:v>11.06473923</c:v>
                </c:pt>
                <c:pt idx="632">
                  <c:v>15.86629486</c:v>
                </c:pt>
                <c:pt idx="633">
                  <c:v>10.75696564</c:v>
                </c:pt>
                <c:pt idx="634">
                  <c:v>15.17896557</c:v>
                </c:pt>
                <c:pt idx="635">
                  <c:v>14.29981422</c:v>
                </c:pt>
                <c:pt idx="636">
                  <c:v>12.81413078</c:v>
                </c:pt>
                <c:pt idx="637">
                  <c:v>5.73810816</c:v>
                </c:pt>
                <c:pt idx="638">
                  <c:v>7.42082834</c:v>
                </c:pt>
                <c:pt idx="639">
                  <c:v>13.14264393</c:v>
                </c:pt>
                <c:pt idx="640">
                  <c:v>8.77807236</c:v>
                </c:pt>
                <c:pt idx="641">
                  <c:v>5.61157751</c:v>
                </c:pt>
                <c:pt idx="642">
                  <c:v>9.38867855</c:v>
                </c:pt>
                <c:pt idx="643">
                  <c:v>9.96505547</c:v>
                </c:pt>
                <c:pt idx="644">
                  <c:v>10.25199699</c:v>
                </c:pt>
                <c:pt idx="645">
                  <c:v>12.16119957</c:v>
                </c:pt>
                <c:pt idx="646">
                  <c:v>9.45879364</c:v>
                </c:pt>
                <c:pt idx="647">
                  <c:v>7.635149</c:v>
                </c:pt>
                <c:pt idx="648">
                  <c:v>9.47924805</c:v>
                </c:pt>
                <c:pt idx="649">
                  <c:v>7.13195324</c:v>
                </c:pt>
                <c:pt idx="650">
                  <c:v>8.1911993</c:v>
                </c:pt>
                <c:pt idx="651">
                  <c:v>7.62235165</c:v>
                </c:pt>
                <c:pt idx="652">
                  <c:v>12.31803131</c:v>
                </c:pt>
                <c:pt idx="653">
                  <c:v>7.1141057</c:v>
                </c:pt>
                <c:pt idx="654">
                  <c:v>9.29312515</c:v>
                </c:pt>
                <c:pt idx="655">
                  <c:v>17.50528145</c:v>
                </c:pt>
                <c:pt idx="656">
                  <c:v>7.46837378</c:v>
                </c:pt>
                <c:pt idx="657">
                  <c:v>17.00893021</c:v>
                </c:pt>
                <c:pt idx="658">
                  <c:v>10.36831093</c:v>
                </c:pt>
                <c:pt idx="659">
                  <c:v>10.785779</c:v>
                </c:pt>
                <c:pt idx="660">
                  <c:v>9.87720776</c:v>
                </c:pt>
                <c:pt idx="661">
                  <c:v>14.26898766</c:v>
                </c:pt>
                <c:pt idx="662">
                  <c:v>8.19106579</c:v>
                </c:pt>
                <c:pt idx="663">
                  <c:v>5.50198555</c:v>
                </c:pt>
                <c:pt idx="664">
                  <c:v>10.72463799</c:v>
                </c:pt>
                <c:pt idx="665">
                  <c:v>9.98696518</c:v>
                </c:pt>
                <c:pt idx="666">
                  <c:v>13.00137329</c:v>
                </c:pt>
                <c:pt idx="667">
                  <c:v>14.82946587</c:v>
                </c:pt>
                <c:pt idx="668">
                  <c:v>9.83049965</c:v>
                </c:pt>
                <c:pt idx="669">
                  <c:v>7.78609848</c:v>
                </c:pt>
                <c:pt idx="670">
                  <c:v>12.53424454</c:v>
                </c:pt>
                <c:pt idx="671">
                  <c:v>11.09263897</c:v>
                </c:pt>
                <c:pt idx="672">
                  <c:v>4.83671808</c:v>
                </c:pt>
                <c:pt idx="673">
                  <c:v>15.89859867</c:v>
                </c:pt>
                <c:pt idx="674">
                  <c:v>9.14609051</c:v>
                </c:pt>
                <c:pt idx="675">
                  <c:v>11.19405556</c:v>
                </c:pt>
                <c:pt idx="676">
                  <c:v>3.62122512</c:v>
                </c:pt>
                <c:pt idx="677">
                  <c:v>13.14072514</c:v>
                </c:pt>
                <c:pt idx="678">
                  <c:v>9.32534599</c:v>
                </c:pt>
                <c:pt idx="679">
                  <c:v>11.18789673</c:v>
                </c:pt>
                <c:pt idx="680">
                  <c:v>14.58582878</c:v>
                </c:pt>
                <c:pt idx="681">
                  <c:v>9.34496784</c:v>
                </c:pt>
                <c:pt idx="682">
                  <c:v>8.72834396</c:v>
                </c:pt>
                <c:pt idx="683">
                  <c:v>13.9994154</c:v>
                </c:pt>
                <c:pt idx="684">
                  <c:v>15.88929176</c:v>
                </c:pt>
                <c:pt idx="685">
                  <c:v>15.63364124</c:v>
                </c:pt>
                <c:pt idx="686">
                  <c:v>9.39320564</c:v>
                </c:pt>
                <c:pt idx="687">
                  <c:v>14.55147743</c:v>
                </c:pt>
                <c:pt idx="688">
                  <c:v>10.43923855</c:v>
                </c:pt>
                <c:pt idx="689">
                  <c:v>9.58568954</c:v>
                </c:pt>
                <c:pt idx="690">
                  <c:v>9.22015285</c:v>
                </c:pt>
                <c:pt idx="691">
                  <c:v>12.06868649</c:v>
                </c:pt>
                <c:pt idx="692">
                  <c:v>10.71100235</c:v>
                </c:pt>
                <c:pt idx="693">
                  <c:v>13.92705441</c:v>
                </c:pt>
                <c:pt idx="694">
                  <c:v>17.36793518</c:v>
                </c:pt>
                <c:pt idx="695">
                  <c:v>11.83728313</c:v>
                </c:pt>
                <c:pt idx="696">
                  <c:v>14.85792351</c:v>
                </c:pt>
                <c:pt idx="697">
                  <c:v>8.15291882</c:v>
                </c:pt>
                <c:pt idx="698">
                  <c:v>7.66085243</c:v>
                </c:pt>
                <c:pt idx="699">
                  <c:v>7.41093349</c:v>
                </c:pt>
                <c:pt idx="700">
                  <c:v>11.35458183</c:v>
                </c:pt>
                <c:pt idx="701">
                  <c:v>11.58542156</c:v>
                </c:pt>
                <c:pt idx="702">
                  <c:v>13.91906929</c:v>
                </c:pt>
                <c:pt idx="703">
                  <c:v>10.55434227</c:v>
                </c:pt>
                <c:pt idx="704">
                  <c:v>14.01552582</c:v>
                </c:pt>
                <c:pt idx="705">
                  <c:v>14.53966141</c:v>
                </c:pt>
                <c:pt idx="706">
                  <c:v>12.6452713</c:v>
                </c:pt>
                <c:pt idx="707">
                  <c:v>12.09708691</c:v>
                </c:pt>
                <c:pt idx="708">
                  <c:v>7.35409975</c:v>
                </c:pt>
                <c:pt idx="709">
                  <c:v>4.09939957</c:v>
                </c:pt>
                <c:pt idx="710">
                  <c:v>10.38405228</c:v>
                </c:pt>
                <c:pt idx="711">
                  <c:v>11.67032433</c:v>
                </c:pt>
                <c:pt idx="712">
                  <c:v>10.27537346</c:v>
                </c:pt>
                <c:pt idx="713">
                  <c:v>10.58555508</c:v>
                </c:pt>
                <c:pt idx="714">
                  <c:v>3.97114944</c:v>
                </c:pt>
                <c:pt idx="715">
                  <c:v>15.05638123</c:v>
                </c:pt>
                <c:pt idx="716">
                  <c:v>9.17781925</c:v>
                </c:pt>
                <c:pt idx="717">
                  <c:v>7.23743057</c:v>
                </c:pt>
                <c:pt idx="718">
                  <c:v>11.29964066</c:v>
                </c:pt>
                <c:pt idx="719">
                  <c:v>12.2021246</c:v>
                </c:pt>
                <c:pt idx="720">
                  <c:v>11.26767635</c:v>
                </c:pt>
                <c:pt idx="721">
                  <c:v>10.62031937</c:v>
                </c:pt>
                <c:pt idx="722">
                  <c:v>10.15397549</c:v>
                </c:pt>
                <c:pt idx="723">
                  <c:v>11.60203362</c:v>
                </c:pt>
                <c:pt idx="724">
                  <c:v>12.41219044</c:v>
                </c:pt>
                <c:pt idx="725">
                  <c:v>13.01476288</c:v>
                </c:pt>
                <c:pt idx="726">
                  <c:v>11.5549202</c:v>
                </c:pt>
                <c:pt idx="727">
                  <c:v>15.42994308</c:v>
                </c:pt>
                <c:pt idx="728">
                  <c:v>13.40067291</c:v>
                </c:pt>
                <c:pt idx="729">
                  <c:v>13.4858408</c:v>
                </c:pt>
                <c:pt idx="730">
                  <c:v>12.83551979</c:v>
                </c:pt>
                <c:pt idx="731">
                  <c:v>11.34903336</c:v>
                </c:pt>
                <c:pt idx="732">
                  <c:v>17.03120041</c:v>
                </c:pt>
                <c:pt idx="733">
                  <c:v>12.76997375</c:v>
                </c:pt>
                <c:pt idx="734">
                  <c:v>10.48102188</c:v>
                </c:pt>
                <c:pt idx="735">
                  <c:v>11.90997887</c:v>
                </c:pt>
                <c:pt idx="736">
                  <c:v>11.99176407</c:v>
                </c:pt>
                <c:pt idx="737">
                  <c:v>11.19988346</c:v>
                </c:pt>
                <c:pt idx="738">
                  <c:v>15.15112495</c:v>
                </c:pt>
                <c:pt idx="739">
                  <c:v>13.24238014</c:v>
                </c:pt>
                <c:pt idx="740">
                  <c:v>11.66222477</c:v>
                </c:pt>
                <c:pt idx="741">
                  <c:v>11.61544323</c:v>
                </c:pt>
                <c:pt idx="742">
                  <c:v>11.82506084</c:v>
                </c:pt>
                <c:pt idx="743">
                  <c:v>13.7299099</c:v>
                </c:pt>
                <c:pt idx="744">
                  <c:v>7.1624589</c:v>
                </c:pt>
                <c:pt idx="745">
                  <c:v>5.5255785</c:v>
                </c:pt>
                <c:pt idx="746">
                  <c:v>9.45568848</c:v>
                </c:pt>
                <c:pt idx="747">
                  <c:v>8.6598568</c:v>
                </c:pt>
                <c:pt idx="748">
                  <c:v>10.9338274</c:v>
                </c:pt>
                <c:pt idx="749">
                  <c:v>14.48014736</c:v>
                </c:pt>
                <c:pt idx="750">
                  <c:v>13.79803467</c:v>
                </c:pt>
                <c:pt idx="751">
                  <c:v>6.18040752</c:v>
                </c:pt>
                <c:pt idx="752">
                  <c:v>11.77972984</c:v>
                </c:pt>
                <c:pt idx="753">
                  <c:v>12.0847044</c:v>
                </c:pt>
                <c:pt idx="754">
                  <c:v>15.48621941</c:v>
                </c:pt>
                <c:pt idx="755">
                  <c:v>11.89850998</c:v>
                </c:pt>
                <c:pt idx="756">
                  <c:v>18.64794731</c:v>
                </c:pt>
                <c:pt idx="757">
                  <c:v>16.40269279</c:v>
                </c:pt>
                <c:pt idx="758">
                  <c:v>11.2527132</c:v>
                </c:pt>
                <c:pt idx="759">
                  <c:v>12.97223186</c:v>
                </c:pt>
                <c:pt idx="760">
                  <c:v>6.06534481</c:v>
                </c:pt>
                <c:pt idx="761">
                  <c:v>6.34272337</c:v>
                </c:pt>
                <c:pt idx="762">
                  <c:v>11.32458305</c:v>
                </c:pt>
                <c:pt idx="763">
                  <c:v>11.24667168</c:v>
                </c:pt>
                <c:pt idx="764">
                  <c:v>12.36773968</c:v>
                </c:pt>
                <c:pt idx="765">
                  <c:v>13.44299698</c:v>
                </c:pt>
                <c:pt idx="766">
                  <c:v>13.09046936</c:v>
                </c:pt>
                <c:pt idx="767">
                  <c:v>4.79894114</c:v>
                </c:pt>
                <c:pt idx="768">
                  <c:v>6.66242361</c:v>
                </c:pt>
                <c:pt idx="769">
                  <c:v>15.77467728</c:v>
                </c:pt>
                <c:pt idx="770">
                  <c:v>7.00905323</c:v>
                </c:pt>
                <c:pt idx="771">
                  <c:v>8.25821209</c:v>
                </c:pt>
                <c:pt idx="772">
                  <c:v>13.44102383</c:v>
                </c:pt>
                <c:pt idx="773">
                  <c:v>11.03582764</c:v>
                </c:pt>
                <c:pt idx="774">
                  <c:v>9.99503899</c:v>
                </c:pt>
                <c:pt idx="775">
                  <c:v>4.9769206</c:v>
                </c:pt>
                <c:pt idx="776">
                  <c:v>14.84994411</c:v>
                </c:pt>
                <c:pt idx="777">
                  <c:v>8.1439743</c:v>
                </c:pt>
                <c:pt idx="778">
                  <c:v>14.48507786</c:v>
                </c:pt>
                <c:pt idx="779">
                  <c:v>12.684618</c:v>
                </c:pt>
                <c:pt idx="780">
                  <c:v>4.37486458</c:v>
                </c:pt>
                <c:pt idx="781">
                  <c:v>14.12490273</c:v>
                </c:pt>
                <c:pt idx="782">
                  <c:v>11.3084507</c:v>
                </c:pt>
                <c:pt idx="783">
                  <c:v>4.56024599</c:v>
                </c:pt>
                <c:pt idx="784">
                  <c:v>9.62581158</c:v>
                </c:pt>
                <c:pt idx="785">
                  <c:v>9.88496494</c:v>
                </c:pt>
                <c:pt idx="786">
                  <c:v>12.485569</c:v>
                </c:pt>
                <c:pt idx="787">
                  <c:v>11.316679</c:v>
                </c:pt>
                <c:pt idx="788">
                  <c:v>7.17794228</c:v>
                </c:pt>
                <c:pt idx="789">
                  <c:v>10.26175117</c:v>
                </c:pt>
                <c:pt idx="790">
                  <c:v>12.9047823</c:v>
                </c:pt>
                <c:pt idx="791">
                  <c:v>9.25073814</c:v>
                </c:pt>
                <c:pt idx="792">
                  <c:v>14.37550068</c:v>
                </c:pt>
                <c:pt idx="793">
                  <c:v>10.45398235</c:v>
                </c:pt>
                <c:pt idx="794">
                  <c:v>10.88295078</c:v>
                </c:pt>
                <c:pt idx="795">
                  <c:v>8.62512493</c:v>
                </c:pt>
                <c:pt idx="796">
                  <c:v>8.76861191</c:v>
                </c:pt>
                <c:pt idx="797">
                  <c:v>10.35732365</c:v>
                </c:pt>
                <c:pt idx="798">
                  <c:v>11.06615448</c:v>
                </c:pt>
                <c:pt idx="799">
                  <c:v>13.72693825</c:v>
                </c:pt>
                <c:pt idx="800">
                  <c:v>1.45970607</c:v>
                </c:pt>
                <c:pt idx="801">
                  <c:v>11.27905083</c:v>
                </c:pt>
                <c:pt idx="802">
                  <c:v>12.65943336</c:v>
                </c:pt>
                <c:pt idx="803">
                  <c:v>9.12620735</c:v>
                </c:pt>
                <c:pt idx="804">
                  <c:v>3.89415026</c:v>
                </c:pt>
                <c:pt idx="805">
                  <c:v>16.4094944</c:v>
                </c:pt>
                <c:pt idx="806">
                  <c:v>11.29297352</c:v>
                </c:pt>
                <c:pt idx="807">
                  <c:v>10.4924202</c:v>
                </c:pt>
                <c:pt idx="808">
                  <c:v>11.98028946</c:v>
                </c:pt>
                <c:pt idx="809">
                  <c:v>11.75534821</c:v>
                </c:pt>
                <c:pt idx="810">
                  <c:v>11.40059948</c:v>
                </c:pt>
                <c:pt idx="811">
                  <c:v>8.32220936</c:v>
                </c:pt>
                <c:pt idx="812">
                  <c:v>14.61317825</c:v>
                </c:pt>
                <c:pt idx="813">
                  <c:v>12.94732857</c:v>
                </c:pt>
                <c:pt idx="814">
                  <c:v>15.29159546</c:v>
                </c:pt>
                <c:pt idx="815">
                  <c:v>4.70597887</c:v>
                </c:pt>
                <c:pt idx="816">
                  <c:v>12.72886181</c:v>
                </c:pt>
                <c:pt idx="817">
                  <c:v>10.47040844</c:v>
                </c:pt>
                <c:pt idx="818">
                  <c:v>15.96002579</c:v>
                </c:pt>
                <c:pt idx="819">
                  <c:v>13.27413082</c:v>
                </c:pt>
                <c:pt idx="820">
                  <c:v>9.51548958</c:v>
                </c:pt>
                <c:pt idx="821">
                  <c:v>9.57215118</c:v>
                </c:pt>
                <c:pt idx="822">
                  <c:v>10.60658836</c:v>
                </c:pt>
                <c:pt idx="823">
                  <c:v>10.45544243</c:v>
                </c:pt>
                <c:pt idx="824">
                  <c:v>12.30996609</c:v>
                </c:pt>
                <c:pt idx="825">
                  <c:v>13.37787247</c:v>
                </c:pt>
                <c:pt idx="826">
                  <c:v>11.33672905</c:v>
                </c:pt>
                <c:pt idx="827">
                  <c:v>12.25741291</c:v>
                </c:pt>
                <c:pt idx="828">
                  <c:v>8.24748898</c:v>
                </c:pt>
                <c:pt idx="829">
                  <c:v>15.53220654</c:v>
                </c:pt>
                <c:pt idx="830">
                  <c:v>9.57810116</c:v>
                </c:pt>
                <c:pt idx="831">
                  <c:v>18.08274651</c:v>
                </c:pt>
                <c:pt idx="832">
                  <c:v>13.78933716</c:v>
                </c:pt>
                <c:pt idx="833">
                  <c:v>5.78026867</c:v>
                </c:pt>
                <c:pt idx="834">
                  <c:v>13.38916874</c:v>
                </c:pt>
                <c:pt idx="835">
                  <c:v>10.74722481</c:v>
                </c:pt>
                <c:pt idx="836">
                  <c:v>10.52636909</c:v>
                </c:pt>
                <c:pt idx="837">
                  <c:v>12.27388859</c:v>
                </c:pt>
                <c:pt idx="838">
                  <c:v>7.74440336</c:v>
                </c:pt>
                <c:pt idx="839">
                  <c:v>12.3204155</c:v>
                </c:pt>
                <c:pt idx="840">
                  <c:v>6.33161926</c:v>
                </c:pt>
                <c:pt idx="841">
                  <c:v>7.33499432</c:v>
                </c:pt>
                <c:pt idx="842">
                  <c:v>11.32064819</c:v>
                </c:pt>
                <c:pt idx="843">
                  <c:v>13.82320881</c:v>
                </c:pt>
                <c:pt idx="844">
                  <c:v>8.4665184</c:v>
                </c:pt>
                <c:pt idx="845">
                  <c:v>10.12356281</c:v>
                </c:pt>
                <c:pt idx="846">
                  <c:v>15.61128426</c:v>
                </c:pt>
                <c:pt idx="847">
                  <c:v>10.39126015</c:v>
                </c:pt>
                <c:pt idx="848">
                  <c:v>19.37718964</c:v>
                </c:pt>
                <c:pt idx="849">
                  <c:v>8.96433353</c:v>
                </c:pt>
                <c:pt idx="850">
                  <c:v>18.22775841</c:v>
                </c:pt>
                <c:pt idx="851">
                  <c:v>10.65236568</c:v>
                </c:pt>
                <c:pt idx="852">
                  <c:v>10.78435421</c:v>
                </c:pt>
                <c:pt idx="853">
                  <c:v>8.17409992</c:v>
                </c:pt>
                <c:pt idx="854">
                  <c:v>10.03493786</c:v>
                </c:pt>
                <c:pt idx="855">
                  <c:v>7.33347034</c:v>
                </c:pt>
                <c:pt idx="856">
                  <c:v>12.93227386</c:v>
                </c:pt>
                <c:pt idx="857">
                  <c:v>7.49366522</c:v>
                </c:pt>
                <c:pt idx="858">
                  <c:v>11.77686691</c:v>
                </c:pt>
                <c:pt idx="859">
                  <c:v>12.07651615</c:v>
                </c:pt>
                <c:pt idx="860">
                  <c:v>10.10071659</c:v>
                </c:pt>
                <c:pt idx="861">
                  <c:v>18.45431519</c:v>
                </c:pt>
                <c:pt idx="862">
                  <c:v>4.62970781</c:v>
                </c:pt>
                <c:pt idx="863">
                  <c:v>12.10787582</c:v>
                </c:pt>
                <c:pt idx="864">
                  <c:v>14.88148689</c:v>
                </c:pt>
                <c:pt idx="865">
                  <c:v>8.86889744</c:v>
                </c:pt>
                <c:pt idx="866">
                  <c:v>8.29324627</c:v>
                </c:pt>
                <c:pt idx="867">
                  <c:v>5.98878574</c:v>
                </c:pt>
                <c:pt idx="868">
                  <c:v>5.82418394</c:v>
                </c:pt>
                <c:pt idx="869">
                  <c:v>5.80866718</c:v>
                </c:pt>
                <c:pt idx="870">
                  <c:v>13.37122154</c:v>
                </c:pt>
                <c:pt idx="871">
                  <c:v>9.5545578</c:v>
                </c:pt>
                <c:pt idx="872">
                  <c:v>5.80186558</c:v>
                </c:pt>
                <c:pt idx="873">
                  <c:v>8.27894211</c:v>
                </c:pt>
                <c:pt idx="874">
                  <c:v>17.91385651</c:v>
                </c:pt>
                <c:pt idx="875">
                  <c:v>8.41769886</c:v>
                </c:pt>
                <c:pt idx="876">
                  <c:v>10.97284508</c:v>
                </c:pt>
                <c:pt idx="877">
                  <c:v>16.86406708</c:v>
                </c:pt>
                <c:pt idx="878">
                  <c:v>13.81475449</c:v>
                </c:pt>
                <c:pt idx="879">
                  <c:v>11.55136871</c:v>
                </c:pt>
                <c:pt idx="880">
                  <c:v>9.88027954</c:v>
                </c:pt>
                <c:pt idx="881">
                  <c:v>9.15163422</c:v>
                </c:pt>
                <c:pt idx="882">
                  <c:v>9.97355556</c:v>
                </c:pt>
                <c:pt idx="883">
                  <c:v>13.71254921</c:v>
                </c:pt>
                <c:pt idx="884">
                  <c:v>13.20912552</c:v>
                </c:pt>
                <c:pt idx="885">
                  <c:v>5.85285664</c:v>
                </c:pt>
                <c:pt idx="886">
                  <c:v>12.44171143</c:v>
                </c:pt>
                <c:pt idx="887">
                  <c:v>12.65606689</c:v>
                </c:pt>
                <c:pt idx="888">
                  <c:v>7.71803617</c:v>
                </c:pt>
                <c:pt idx="889">
                  <c:v>5.8307004</c:v>
                </c:pt>
                <c:pt idx="890">
                  <c:v>10.28643417</c:v>
                </c:pt>
                <c:pt idx="891">
                  <c:v>13.07905006</c:v>
                </c:pt>
                <c:pt idx="892">
                  <c:v>8.45223999</c:v>
                </c:pt>
                <c:pt idx="893">
                  <c:v>7.44209003</c:v>
                </c:pt>
                <c:pt idx="894">
                  <c:v>8.57184029</c:v>
                </c:pt>
                <c:pt idx="895">
                  <c:v>11.01932621</c:v>
                </c:pt>
                <c:pt idx="896">
                  <c:v>11.44691277</c:v>
                </c:pt>
                <c:pt idx="897">
                  <c:v>12.58722782</c:v>
                </c:pt>
                <c:pt idx="898">
                  <c:v>12.3168993</c:v>
                </c:pt>
                <c:pt idx="899">
                  <c:v>11.06500816</c:v>
                </c:pt>
                <c:pt idx="900">
                  <c:v>8.33576584</c:v>
                </c:pt>
                <c:pt idx="901">
                  <c:v>4.51849222</c:v>
                </c:pt>
                <c:pt idx="902">
                  <c:v>8.89300442</c:v>
                </c:pt>
                <c:pt idx="903">
                  <c:v>11.77839279</c:v>
                </c:pt>
                <c:pt idx="904">
                  <c:v>13.3917408</c:v>
                </c:pt>
                <c:pt idx="905">
                  <c:v>13.75802612</c:v>
                </c:pt>
                <c:pt idx="906">
                  <c:v>12.34567165</c:v>
                </c:pt>
                <c:pt idx="907">
                  <c:v>4.5293231</c:v>
                </c:pt>
                <c:pt idx="908">
                  <c:v>9.62658787</c:v>
                </c:pt>
                <c:pt idx="909">
                  <c:v>4.96650171</c:v>
                </c:pt>
                <c:pt idx="910">
                  <c:v>8.14993477</c:v>
                </c:pt>
                <c:pt idx="911">
                  <c:v>9.71154976</c:v>
                </c:pt>
                <c:pt idx="912">
                  <c:v>7.56829023</c:v>
                </c:pt>
                <c:pt idx="913">
                  <c:v>10.03086281</c:v>
                </c:pt>
                <c:pt idx="914">
                  <c:v>7.81820679</c:v>
                </c:pt>
                <c:pt idx="915">
                  <c:v>11.40925312</c:v>
                </c:pt>
                <c:pt idx="916">
                  <c:v>9.10107613</c:v>
                </c:pt>
                <c:pt idx="917">
                  <c:v>14.48857498</c:v>
                </c:pt>
                <c:pt idx="918">
                  <c:v>7.89782</c:v>
                </c:pt>
                <c:pt idx="919">
                  <c:v>8.53754807</c:v>
                </c:pt>
                <c:pt idx="920">
                  <c:v>7.50094986</c:v>
                </c:pt>
                <c:pt idx="921">
                  <c:v>10.01228523</c:v>
                </c:pt>
                <c:pt idx="922">
                  <c:v>6.21689796</c:v>
                </c:pt>
                <c:pt idx="923">
                  <c:v>13.01513863</c:v>
                </c:pt>
                <c:pt idx="924">
                  <c:v>12.36762238</c:v>
                </c:pt>
                <c:pt idx="925">
                  <c:v>9.90236473</c:v>
                </c:pt>
                <c:pt idx="926">
                  <c:v>8.20612907</c:v>
                </c:pt>
                <c:pt idx="927">
                  <c:v>9.87457657</c:v>
                </c:pt>
                <c:pt idx="928">
                  <c:v>7.72856045</c:v>
                </c:pt>
                <c:pt idx="929">
                  <c:v>4.41253662</c:v>
                </c:pt>
                <c:pt idx="930">
                  <c:v>10.68348408</c:v>
                </c:pt>
                <c:pt idx="931">
                  <c:v>5.45385599</c:v>
                </c:pt>
                <c:pt idx="932">
                  <c:v>11.03695965</c:v>
                </c:pt>
                <c:pt idx="933">
                  <c:v>6.32478523</c:v>
                </c:pt>
                <c:pt idx="934">
                  <c:v>10.02891445</c:v>
                </c:pt>
                <c:pt idx="935">
                  <c:v>9.22258854</c:v>
                </c:pt>
                <c:pt idx="936">
                  <c:v>11.84104729</c:v>
                </c:pt>
                <c:pt idx="937">
                  <c:v>4.41847992</c:v>
                </c:pt>
                <c:pt idx="938">
                  <c:v>13.80920219</c:v>
                </c:pt>
                <c:pt idx="939">
                  <c:v>9.34547806</c:v>
                </c:pt>
                <c:pt idx="940">
                  <c:v>10.85670662</c:v>
                </c:pt>
                <c:pt idx="941">
                  <c:v>6.49616051</c:v>
                </c:pt>
                <c:pt idx="942">
                  <c:v>12.75782394</c:v>
                </c:pt>
                <c:pt idx="943">
                  <c:v>11.34121418</c:v>
                </c:pt>
                <c:pt idx="944">
                  <c:v>13.5403614</c:v>
                </c:pt>
                <c:pt idx="945">
                  <c:v>6.45238876</c:v>
                </c:pt>
                <c:pt idx="946">
                  <c:v>13.2807827</c:v>
                </c:pt>
                <c:pt idx="947">
                  <c:v>11.88287258</c:v>
                </c:pt>
                <c:pt idx="948">
                  <c:v>8.25553322</c:v>
                </c:pt>
                <c:pt idx="949">
                  <c:v>10.664608</c:v>
                </c:pt>
                <c:pt idx="950">
                  <c:v>9.3224678</c:v>
                </c:pt>
                <c:pt idx="951">
                  <c:v>8.08241463</c:v>
                </c:pt>
                <c:pt idx="952">
                  <c:v>10.70250702</c:v>
                </c:pt>
                <c:pt idx="953">
                  <c:v>13.69212627</c:v>
                </c:pt>
                <c:pt idx="954">
                  <c:v>7.00893497</c:v>
                </c:pt>
                <c:pt idx="955">
                  <c:v>13.44395065</c:v>
                </c:pt>
                <c:pt idx="956">
                  <c:v>10.97670937</c:v>
                </c:pt>
                <c:pt idx="957">
                  <c:v>15.31371117</c:v>
                </c:pt>
                <c:pt idx="958">
                  <c:v>2.55003262</c:v>
                </c:pt>
                <c:pt idx="959">
                  <c:v>14.58769035</c:v>
                </c:pt>
                <c:pt idx="960">
                  <c:v>11.45443439</c:v>
                </c:pt>
                <c:pt idx="961">
                  <c:v>11.794487</c:v>
                </c:pt>
                <c:pt idx="962">
                  <c:v>11.95126724</c:v>
                </c:pt>
                <c:pt idx="963">
                  <c:v>9.59588337</c:v>
                </c:pt>
                <c:pt idx="964">
                  <c:v>8.22780609</c:v>
                </c:pt>
                <c:pt idx="965">
                  <c:v>11.55233383</c:v>
                </c:pt>
                <c:pt idx="966">
                  <c:v>12.86056709</c:v>
                </c:pt>
                <c:pt idx="967">
                  <c:v>3.72207022</c:v>
                </c:pt>
                <c:pt idx="968">
                  <c:v>12.03347588</c:v>
                </c:pt>
                <c:pt idx="969">
                  <c:v>6.94033432</c:v>
                </c:pt>
                <c:pt idx="970">
                  <c:v>9.67303848</c:v>
                </c:pt>
                <c:pt idx="971">
                  <c:v>14.42137909</c:v>
                </c:pt>
                <c:pt idx="972">
                  <c:v>11.09951782</c:v>
                </c:pt>
                <c:pt idx="973">
                  <c:v>7.62692547</c:v>
                </c:pt>
                <c:pt idx="974">
                  <c:v>9.88275433</c:v>
                </c:pt>
                <c:pt idx="975">
                  <c:v>12.87247658</c:v>
                </c:pt>
                <c:pt idx="976">
                  <c:v>12.88571739</c:v>
                </c:pt>
                <c:pt idx="977">
                  <c:v>8.93749142</c:v>
                </c:pt>
                <c:pt idx="978">
                  <c:v>10.49922466</c:v>
                </c:pt>
                <c:pt idx="979">
                  <c:v>11.16479874</c:v>
                </c:pt>
                <c:pt idx="980">
                  <c:v>10.59622002</c:v>
                </c:pt>
                <c:pt idx="981">
                  <c:v>8.2546463</c:v>
                </c:pt>
                <c:pt idx="982">
                  <c:v>3.86032677</c:v>
                </c:pt>
                <c:pt idx="983">
                  <c:v>12.41670036</c:v>
                </c:pt>
                <c:pt idx="984">
                  <c:v>6.97483063</c:v>
                </c:pt>
                <c:pt idx="985">
                  <c:v>12.54382896</c:v>
                </c:pt>
                <c:pt idx="986">
                  <c:v>8.39812469</c:v>
                </c:pt>
                <c:pt idx="987">
                  <c:v>9.35146427</c:v>
                </c:pt>
                <c:pt idx="988">
                  <c:v>12.20281124</c:v>
                </c:pt>
                <c:pt idx="989">
                  <c:v>13.77469158</c:v>
                </c:pt>
                <c:pt idx="990">
                  <c:v>14.67082977</c:v>
                </c:pt>
                <c:pt idx="991">
                  <c:v>11.57806587</c:v>
                </c:pt>
                <c:pt idx="992">
                  <c:v>8.99231052</c:v>
                </c:pt>
                <c:pt idx="993">
                  <c:v>10.91972542</c:v>
                </c:pt>
                <c:pt idx="994">
                  <c:v>19.90790749</c:v>
                </c:pt>
                <c:pt idx="995">
                  <c:v>14.4073658</c:v>
                </c:pt>
                <c:pt idx="996">
                  <c:v>12.32642174</c:v>
                </c:pt>
                <c:pt idx="997">
                  <c:v>14.45840454</c:v>
                </c:pt>
                <c:pt idx="998">
                  <c:v>15.67028809</c:v>
                </c:pt>
                <c:pt idx="999">
                  <c:v>13.68201065</c:v>
                </c:pt>
              </c:numCache>
            </c:numRef>
          </c:yVal>
        </c:ser>
        <c:ser>
          <c:idx val="1"/>
          <c:order val="1"/>
          <c:tx>
            <c:v>BCA</c:v>
          </c:tx>
          <c:spPr>
            <a:ln xmlns:a="http://schemas.openxmlformats.org/drawingml/2006/main" w="15240">
              <a:solidFill>
                <a:srgbClr val="087F8C"/>
              </a:solidFill>
            </a:ln>
          </c:spPr>
          <c:marker>
            <c:symbol val="none"/>
          </c:marker>
          <c:xVal>
            <c:numRef>
              <c:f>'Chart Data'!$C$2:$C$1001</c:f>
              <c:numCache>
                <c:formatCode>General</c:formatCode>
                <c:ptCount val="10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numCache>
            </c:numRef>
          </c:xVal>
          <c:yVal>
            <c:numRef>
              <c:f>'Chart Data'!$D$2:$D$1001</c:f>
              <c:numCache>
                <c:formatCode>General</c:formatCode>
                <c:ptCount val="1000"/>
                <c:pt idx="0">
                  <c:v>30.73387527</c:v>
                </c:pt>
                <c:pt idx="1">
                  <c:v>23.6616993</c:v>
                </c:pt>
                <c:pt idx="2">
                  <c:v>20.49860001</c:v>
                </c:pt>
                <c:pt idx="3">
                  <c:v>22.63691711</c:v>
                </c:pt>
                <c:pt idx="4">
                  <c:v>19.25212669</c:v>
                </c:pt>
                <c:pt idx="5">
                  <c:v>18.07007027</c:v>
                </c:pt>
                <c:pt idx="6">
                  <c:v>25.62012672</c:v>
                </c:pt>
                <c:pt idx="7">
                  <c:v>24.45189476</c:v>
                </c:pt>
                <c:pt idx="8">
                  <c:v>17.36037254</c:v>
                </c:pt>
                <c:pt idx="9">
                  <c:v>24.0446949</c:v>
                </c:pt>
                <c:pt idx="10">
                  <c:v>24.17365074</c:v>
                </c:pt>
                <c:pt idx="11">
                  <c:v>25.60851669</c:v>
                </c:pt>
                <c:pt idx="12">
                  <c:v>32.63751984</c:v>
                </c:pt>
                <c:pt idx="13">
                  <c:v>27.35312271</c:v>
                </c:pt>
                <c:pt idx="14">
                  <c:v>26.31428719</c:v>
                </c:pt>
                <c:pt idx="15">
                  <c:v>23.3602562</c:v>
                </c:pt>
                <c:pt idx="16">
                  <c:v>20.42480469</c:v>
                </c:pt>
                <c:pt idx="17">
                  <c:v>22.67591095</c:v>
                </c:pt>
                <c:pt idx="18">
                  <c:v>24.96560669</c:v>
                </c:pt>
                <c:pt idx="19">
                  <c:v>29.04122353</c:v>
                </c:pt>
                <c:pt idx="20">
                  <c:v>21.39596558</c:v>
                </c:pt>
                <c:pt idx="21">
                  <c:v>21.23503685</c:v>
                </c:pt>
                <c:pt idx="22">
                  <c:v>22.07542801</c:v>
                </c:pt>
                <c:pt idx="23">
                  <c:v>22.15299797</c:v>
                </c:pt>
                <c:pt idx="24">
                  <c:v>10.441432</c:v>
                </c:pt>
                <c:pt idx="25">
                  <c:v>25.4119873</c:v>
                </c:pt>
                <c:pt idx="26">
                  <c:v>24.83397484</c:v>
                </c:pt>
                <c:pt idx="27">
                  <c:v>18.89766312</c:v>
                </c:pt>
                <c:pt idx="28">
                  <c:v>17.05170059</c:v>
                </c:pt>
                <c:pt idx="29">
                  <c:v>15.07805347</c:v>
                </c:pt>
                <c:pt idx="30">
                  <c:v>24.00470352</c:v>
                </c:pt>
                <c:pt idx="31">
                  <c:v>15.45517349</c:v>
                </c:pt>
                <c:pt idx="32">
                  <c:v>11.73174667</c:v>
                </c:pt>
                <c:pt idx="33">
                  <c:v>13.88996506</c:v>
                </c:pt>
                <c:pt idx="34">
                  <c:v>10.63264847</c:v>
                </c:pt>
                <c:pt idx="35">
                  <c:v>17.67939377</c:v>
                </c:pt>
                <c:pt idx="36">
                  <c:v>9.78384113</c:v>
                </c:pt>
                <c:pt idx="37">
                  <c:v>13.75999641</c:v>
                </c:pt>
                <c:pt idx="38">
                  <c:v>13.52816582</c:v>
                </c:pt>
                <c:pt idx="39">
                  <c:v>14.67940426</c:v>
                </c:pt>
                <c:pt idx="40">
                  <c:v>20.18453217</c:v>
                </c:pt>
                <c:pt idx="41">
                  <c:v>23.35763931</c:v>
                </c:pt>
                <c:pt idx="42">
                  <c:v>12.03631401</c:v>
                </c:pt>
                <c:pt idx="43">
                  <c:v>12.63318825</c:v>
                </c:pt>
                <c:pt idx="44">
                  <c:v>16.75822449</c:v>
                </c:pt>
                <c:pt idx="45">
                  <c:v>17.51825142</c:v>
                </c:pt>
                <c:pt idx="46">
                  <c:v>15.04873753</c:v>
                </c:pt>
                <c:pt idx="47">
                  <c:v>10.45856476</c:v>
                </c:pt>
                <c:pt idx="48">
                  <c:v>9.23384285</c:v>
                </c:pt>
                <c:pt idx="49">
                  <c:v>15.21658134</c:v>
                </c:pt>
                <c:pt idx="50">
                  <c:v>9.87816334</c:v>
                </c:pt>
                <c:pt idx="51">
                  <c:v>14.59330082</c:v>
                </c:pt>
                <c:pt idx="52">
                  <c:v>12.09857178</c:v>
                </c:pt>
                <c:pt idx="53">
                  <c:v>10.21320152</c:v>
                </c:pt>
                <c:pt idx="54">
                  <c:v>14.93563271</c:v>
                </c:pt>
                <c:pt idx="55">
                  <c:v>5.17799282</c:v>
                </c:pt>
                <c:pt idx="56">
                  <c:v>5.85115671</c:v>
                </c:pt>
                <c:pt idx="57">
                  <c:v>16.64373779</c:v>
                </c:pt>
                <c:pt idx="58">
                  <c:v>12.81797314</c:v>
                </c:pt>
                <c:pt idx="59">
                  <c:v>12.75567913</c:v>
                </c:pt>
                <c:pt idx="60">
                  <c:v>9.61594677</c:v>
                </c:pt>
                <c:pt idx="61">
                  <c:v>7.18833542</c:v>
                </c:pt>
                <c:pt idx="62">
                  <c:v>15.0177784</c:v>
                </c:pt>
                <c:pt idx="63">
                  <c:v>2.23075175</c:v>
                </c:pt>
                <c:pt idx="64">
                  <c:v>15.401474</c:v>
                </c:pt>
                <c:pt idx="65">
                  <c:v>8.32859802</c:v>
                </c:pt>
                <c:pt idx="66">
                  <c:v>16.88923264</c:v>
                </c:pt>
                <c:pt idx="67">
                  <c:v>1.54715407</c:v>
                </c:pt>
                <c:pt idx="68">
                  <c:v>16.62740898</c:v>
                </c:pt>
                <c:pt idx="69">
                  <c:v>12.16438103</c:v>
                </c:pt>
                <c:pt idx="70">
                  <c:v>18.04405594</c:v>
                </c:pt>
                <c:pt idx="71">
                  <c:v>5.80256224</c:v>
                </c:pt>
                <c:pt idx="72">
                  <c:v>11.4312439</c:v>
                </c:pt>
                <c:pt idx="73">
                  <c:v>12.10429001</c:v>
                </c:pt>
                <c:pt idx="74">
                  <c:v>17.80098343</c:v>
                </c:pt>
                <c:pt idx="75">
                  <c:v>12.72555828</c:v>
                </c:pt>
                <c:pt idx="76">
                  <c:v>3.57618046</c:v>
                </c:pt>
                <c:pt idx="77">
                  <c:v>16.15901947</c:v>
                </c:pt>
                <c:pt idx="78">
                  <c:v>18.48394012</c:v>
                </c:pt>
                <c:pt idx="79">
                  <c:v>10.46660042</c:v>
                </c:pt>
                <c:pt idx="80">
                  <c:v>16.39741516</c:v>
                </c:pt>
                <c:pt idx="81">
                  <c:v>13.29458237</c:v>
                </c:pt>
                <c:pt idx="82">
                  <c:v>20.29272461</c:v>
                </c:pt>
                <c:pt idx="83">
                  <c:v>12.67787743</c:v>
                </c:pt>
                <c:pt idx="84">
                  <c:v>10.07370758</c:v>
                </c:pt>
                <c:pt idx="85">
                  <c:v>3.4429307</c:v>
                </c:pt>
                <c:pt idx="86">
                  <c:v>18.46257591</c:v>
                </c:pt>
                <c:pt idx="87">
                  <c:v>8.88835335</c:v>
                </c:pt>
                <c:pt idx="88">
                  <c:v>14.91361427</c:v>
                </c:pt>
                <c:pt idx="89">
                  <c:v>18.51315117</c:v>
                </c:pt>
                <c:pt idx="90">
                  <c:v>15.85614681</c:v>
                </c:pt>
                <c:pt idx="91">
                  <c:v>11.50730705</c:v>
                </c:pt>
                <c:pt idx="92">
                  <c:v>11.40381813</c:v>
                </c:pt>
                <c:pt idx="93">
                  <c:v>13.90058327</c:v>
                </c:pt>
                <c:pt idx="94">
                  <c:v>14.99520206</c:v>
                </c:pt>
                <c:pt idx="95">
                  <c:v>13.43190193</c:v>
                </c:pt>
                <c:pt idx="96">
                  <c:v>17.89909554</c:v>
                </c:pt>
                <c:pt idx="97">
                  <c:v>11.3986702</c:v>
                </c:pt>
                <c:pt idx="98">
                  <c:v>12.79082203</c:v>
                </c:pt>
                <c:pt idx="99">
                  <c:v>5.65341902</c:v>
                </c:pt>
                <c:pt idx="100">
                  <c:v>11.92060089</c:v>
                </c:pt>
                <c:pt idx="101">
                  <c:v>19.95763016</c:v>
                </c:pt>
                <c:pt idx="102">
                  <c:v>12.38613892</c:v>
                </c:pt>
                <c:pt idx="103">
                  <c:v>20.55872726</c:v>
                </c:pt>
                <c:pt idx="104">
                  <c:v>8.58157349</c:v>
                </c:pt>
                <c:pt idx="105">
                  <c:v>9.90642643</c:v>
                </c:pt>
                <c:pt idx="106">
                  <c:v>14.37395096</c:v>
                </c:pt>
                <c:pt idx="107">
                  <c:v>12.34473133</c:v>
                </c:pt>
                <c:pt idx="108">
                  <c:v>19.93309402</c:v>
                </c:pt>
                <c:pt idx="109">
                  <c:v>12.75625134</c:v>
                </c:pt>
                <c:pt idx="110">
                  <c:v>10.83869743</c:v>
                </c:pt>
                <c:pt idx="111">
                  <c:v>14.25955391</c:v>
                </c:pt>
                <c:pt idx="112">
                  <c:v>11.59601593</c:v>
                </c:pt>
                <c:pt idx="113">
                  <c:v>11.57718849</c:v>
                </c:pt>
                <c:pt idx="114">
                  <c:v>12.82504845</c:v>
                </c:pt>
                <c:pt idx="115">
                  <c:v>14.45573616</c:v>
                </c:pt>
                <c:pt idx="116">
                  <c:v>16.1691494</c:v>
                </c:pt>
                <c:pt idx="117">
                  <c:v>17.62372971</c:v>
                </c:pt>
                <c:pt idx="118">
                  <c:v>16.81987381</c:v>
                </c:pt>
                <c:pt idx="119">
                  <c:v>17.56327438</c:v>
                </c:pt>
                <c:pt idx="120">
                  <c:v>8.77059841</c:v>
                </c:pt>
                <c:pt idx="121">
                  <c:v>14.0632019</c:v>
                </c:pt>
                <c:pt idx="122">
                  <c:v>11.34553432</c:v>
                </c:pt>
                <c:pt idx="123">
                  <c:v>7.8912406</c:v>
                </c:pt>
                <c:pt idx="124">
                  <c:v>8.77643394</c:v>
                </c:pt>
                <c:pt idx="125">
                  <c:v>9.72594261</c:v>
                </c:pt>
                <c:pt idx="126">
                  <c:v>14.42485046</c:v>
                </c:pt>
                <c:pt idx="127">
                  <c:v>13.58555794</c:v>
                </c:pt>
                <c:pt idx="128">
                  <c:v>9.36592197</c:v>
                </c:pt>
                <c:pt idx="129">
                  <c:v>14.59580612</c:v>
                </c:pt>
                <c:pt idx="130">
                  <c:v>14.44750309</c:v>
                </c:pt>
                <c:pt idx="131">
                  <c:v>10.35608292</c:v>
                </c:pt>
                <c:pt idx="132">
                  <c:v>13.67512894</c:v>
                </c:pt>
                <c:pt idx="133">
                  <c:v>8.57991028</c:v>
                </c:pt>
                <c:pt idx="134">
                  <c:v>10.77110767</c:v>
                </c:pt>
                <c:pt idx="135">
                  <c:v>16.10264206</c:v>
                </c:pt>
                <c:pt idx="136">
                  <c:v>7.20483875</c:v>
                </c:pt>
                <c:pt idx="137">
                  <c:v>13.97086239</c:v>
                </c:pt>
                <c:pt idx="138">
                  <c:v>12.49241257</c:v>
                </c:pt>
                <c:pt idx="139">
                  <c:v>13.63627529</c:v>
                </c:pt>
                <c:pt idx="140">
                  <c:v>20.51271248</c:v>
                </c:pt>
                <c:pt idx="141">
                  <c:v>11.63472939</c:v>
                </c:pt>
                <c:pt idx="142">
                  <c:v>20.90688515</c:v>
                </c:pt>
                <c:pt idx="143">
                  <c:v>9.92049313</c:v>
                </c:pt>
                <c:pt idx="144">
                  <c:v>6.41827583</c:v>
                </c:pt>
                <c:pt idx="145">
                  <c:v>7.5434804</c:v>
                </c:pt>
                <c:pt idx="146">
                  <c:v>8.02836132</c:v>
                </c:pt>
                <c:pt idx="147">
                  <c:v>18.81769371</c:v>
                </c:pt>
                <c:pt idx="148">
                  <c:v>15.26188087</c:v>
                </c:pt>
                <c:pt idx="149">
                  <c:v>11.7868948</c:v>
                </c:pt>
                <c:pt idx="150">
                  <c:v>10.94514275</c:v>
                </c:pt>
                <c:pt idx="151">
                  <c:v>15.43038845</c:v>
                </c:pt>
                <c:pt idx="152">
                  <c:v>10.58859921</c:v>
                </c:pt>
                <c:pt idx="153">
                  <c:v>12.50845718</c:v>
                </c:pt>
                <c:pt idx="154">
                  <c:v>7.08150291</c:v>
                </c:pt>
                <c:pt idx="155">
                  <c:v>18.23543358</c:v>
                </c:pt>
                <c:pt idx="156">
                  <c:v>8.40272045</c:v>
                </c:pt>
                <c:pt idx="157">
                  <c:v>13.80724907</c:v>
                </c:pt>
                <c:pt idx="158">
                  <c:v>16.63801384</c:v>
                </c:pt>
                <c:pt idx="159">
                  <c:v>7.54423332</c:v>
                </c:pt>
                <c:pt idx="160">
                  <c:v>10.1871376</c:v>
                </c:pt>
                <c:pt idx="161">
                  <c:v>12.2553463</c:v>
                </c:pt>
                <c:pt idx="162">
                  <c:v>9.99448967</c:v>
                </c:pt>
                <c:pt idx="163">
                  <c:v>10.10970974</c:v>
                </c:pt>
                <c:pt idx="164">
                  <c:v>8.66204643</c:v>
                </c:pt>
                <c:pt idx="165">
                  <c:v>10.3890667</c:v>
                </c:pt>
                <c:pt idx="166">
                  <c:v>8.76494503</c:v>
                </c:pt>
                <c:pt idx="167">
                  <c:v>12.7054491</c:v>
                </c:pt>
                <c:pt idx="168">
                  <c:v>8.25188637</c:v>
                </c:pt>
                <c:pt idx="169">
                  <c:v>16.2274704</c:v>
                </c:pt>
                <c:pt idx="170">
                  <c:v>13.80432129</c:v>
                </c:pt>
                <c:pt idx="171">
                  <c:v>17.17116547</c:v>
                </c:pt>
                <c:pt idx="172">
                  <c:v>12.78022194</c:v>
                </c:pt>
                <c:pt idx="173">
                  <c:v>13.71487427</c:v>
                </c:pt>
                <c:pt idx="174">
                  <c:v>10.83831787</c:v>
                </c:pt>
                <c:pt idx="175">
                  <c:v>4.9827404</c:v>
                </c:pt>
                <c:pt idx="176">
                  <c:v>18.07390404</c:v>
                </c:pt>
                <c:pt idx="177">
                  <c:v>13.74328136</c:v>
                </c:pt>
                <c:pt idx="178">
                  <c:v>10.32854843</c:v>
                </c:pt>
                <c:pt idx="179">
                  <c:v>18.00502968</c:v>
                </c:pt>
                <c:pt idx="180">
                  <c:v>8.69460678</c:v>
                </c:pt>
                <c:pt idx="181">
                  <c:v>12.92168999</c:v>
                </c:pt>
                <c:pt idx="182">
                  <c:v>8.56058693</c:v>
                </c:pt>
                <c:pt idx="183">
                  <c:v>14.54523468</c:v>
                </c:pt>
                <c:pt idx="184">
                  <c:v>13.01084328</c:v>
                </c:pt>
                <c:pt idx="185">
                  <c:v>12.16130257</c:v>
                </c:pt>
                <c:pt idx="186">
                  <c:v>14.67134571</c:v>
                </c:pt>
                <c:pt idx="187">
                  <c:v>12.91306496</c:v>
                </c:pt>
                <c:pt idx="188">
                  <c:v>15.81269264</c:v>
                </c:pt>
                <c:pt idx="189">
                  <c:v>7.36936951</c:v>
                </c:pt>
                <c:pt idx="190">
                  <c:v>17.86538696</c:v>
                </c:pt>
                <c:pt idx="191">
                  <c:v>9.36603642</c:v>
                </c:pt>
                <c:pt idx="192">
                  <c:v>15.81457901</c:v>
                </c:pt>
                <c:pt idx="193">
                  <c:v>10.88306332</c:v>
                </c:pt>
                <c:pt idx="194">
                  <c:v>8.6919632</c:v>
                </c:pt>
                <c:pt idx="195">
                  <c:v>11.37575912</c:v>
                </c:pt>
                <c:pt idx="196">
                  <c:v>7.91648436</c:v>
                </c:pt>
                <c:pt idx="197">
                  <c:v>11.833498</c:v>
                </c:pt>
                <c:pt idx="198">
                  <c:v>22.15366364</c:v>
                </c:pt>
                <c:pt idx="199">
                  <c:v>19.14391899</c:v>
                </c:pt>
                <c:pt idx="200">
                  <c:v>9.70121002</c:v>
                </c:pt>
                <c:pt idx="201">
                  <c:v>20.0674324</c:v>
                </c:pt>
                <c:pt idx="202">
                  <c:v>10.4996891</c:v>
                </c:pt>
                <c:pt idx="203">
                  <c:v>19.23120499</c:v>
                </c:pt>
                <c:pt idx="204">
                  <c:v>11.56842422</c:v>
                </c:pt>
                <c:pt idx="205">
                  <c:v>17.46966934</c:v>
                </c:pt>
                <c:pt idx="206">
                  <c:v>6.52240372</c:v>
                </c:pt>
                <c:pt idx="207">
                  <c:v>13.99389744</c:v>
                </c:pt>
                <c:pt idx="208">
                  <c:v>16.10349846</c:v>
                </c:pt>
                <c:pt idx="209">
                  <c:v>8.07236099</c:v>
                </c:pt>
                <c:pt idx="210">
                  <c:v>10.80056763</c:v>
                </c:pt>
                <c:pt idx="211">
                  <c:v>12.44541359</c:v>
                </c:pt>
                <c:pt idx="212">
                  <c:v>14.02777195</c:v>
                </c:pt>
                <c:pt idx="213">
                  <c:v>14.01504707</c:v>
                </c:pt>
                <c:pt idx="214">
                  <c:v>14.01844501</c:v>
                </c:pt>
                <c:pt idx="215">
                  <c:v>9.10949326</c:v>
                </c:pt>
                <c:pt idx="216">
                  <c:v>15.92049217</c:v>
                </c:pt>
                <c:pt idx="217">
                  <c:v>21.79133987</c:v>
                </c:pt>
                <c:pt idx="218">
                  <c:v>11.61821842</c:v>
                </c:pt>
                <c:pt idx="219">
                  <c:v>10.62172127</c:v>
                </c:pt>
                <c:pt idx="220">
                  <c:v>13.81162167</c:v>
                </c:pt>
                <c:pt idx="221">
                  <c:v>13.47569942</c:v>
                </c:pt>
                <c:pt idx="222">
                  <c:v>8.11763</c:v>
                </c:pt>
                <c:pt idx="223">
                  <c:v>10.70799828</c:v>
                </c:pt>
                <c:pt idx="224">
                  <c:v>11.86025047</c:v>
                </c:pt>
                <c:pt idx="225">
                  <c:v>13.41665077</c:v>
                </c:pt>
                <c:pt idx="226">
                  <c:v>17.66094589</c:v>
                </c:pt>
                <c:pt idx="227">
                  <c:v>13.88811684</c:v>
                </c:pt>
                <c:pt idx="228">
                  <c:v>6.86060429</c:v>
                </c:pt>
                <c:pt idx="229">
                  <c:v>12.94784164</c:v>
                </c:pt>
                <c:pt idx="230">
                  <c:v>15.04478359</c:v>
                </c:pt>
                <c:pt idx="231">
                  <c:v>14.84248734</c:v>
                </c:pt>
                <c:pt idx="232">
                  <c:v>8.97556877</c:v>
                </c:pt>
                <c:pt idx="233">
                  <c:v>19.99387932</c:v>
                </c:pt>
                <c:pt idx="234">
                  <c:v>11.30294609</c:v>
                </c:pt>
                <c:pt idx="235">
                  <c:v>10.87020874</c:v>
                </c:pt>
                <c:pt idx="236">
                  <c:v>6.86327076</c:v>
                </c:pt>
                <c:pt idx="237">
                  <c:v>15.45928192</c:v>
                </c:pt>
                <c:pt idx="238">
                  <c:v>19.05682945</c:v>
                </c:pt>
                <c:pt idx="239">
                  <c:v>13.12948608</c:v>
                </c:pt>
                <c:pt idx="240">
                  <c:v>11.8618536</c:v>
                </c:pt>
                <c:pt idx="241">
                  <c:v>5.87489605</c:v>
                </c:pt>
                <c:pt idx="242">
                  <c:v>12.87931633</c:v>
                </c:pt>
                <c:pt idx="243">
                  <c:v>17.96755219</c:v>
                </c:pt>
                <c:pt idx="244">
                  <c:v>12.36592102</c:v>
                </c:pt>
                <c:pt idx="245">
                  <c:v>11.411376</c:v>
                </c:pt>
                <c:pt idx="246">
                  <c:v>16.49598694</c:v>
                </c:pt>
                <c:pt idx="247">
                  <c:v>13.97126198</c:v>
                </c:pt>
                <c:pt idx="248">
                  <c:v>6.24377489</c:v>
                </c:pt>
                <c:pt idx="249">
                  <c:v>6.93136311</c:v>
                </c:pt>
                <c:pt idx="250">
                  <c:v>10.91814899</c:v>
                </c:pt>
                <c:pt idx="251">
                  <c:v>12.64363861</c:v>
                </c:pt>
                <c:pt idx="252">
                  <c:v>12.94488716</c:v>
                </c:pt>
                <c:pt idx="253">
                  <c:v>16.63795853</c:v>
                </c:pt>
                <c:pt idx="254">
                  <c:v>14.44300652</c:v>
                </c:pt>
                <c:pt idx="255">
                  <c:v>11.12522602</c:v>
                </c:pt>
                <c:pt idx="256">
                  <c:v>9.2107296</c:v>
                </c:pt>
                <c:pt idx="257">
                  <c:v>14.46630287</c:v>
                </c:pt>
                <c:pt idx="258">
                  <c:v>23.37024689</c:v>
                </c:pt>
                <c:pt idx="259">
                  <c:v>9.85735798</c:v>
                </c:pt>
                <c:pt idx="260">
                  <c:v>17.15239525</c:v>
                </c:pt>
                <c:pt idx="261">
                  <c:v>10.63073635</c:v>
                </c:pt>
                <c:pt idx="262">
                  <c:v>11.39703941</c:v>
                </c:pt>
                <c:pt idx="263">
                  <c:v>12.53888321</c:v>
                </c:pt>
                <c:pt idx="264">
                  <c:v>18.01011276</c:v>
                </c:pt>
                <c:pt idx="265">
                  <c:v>13.35810852</c:v>
                </c:pt>
                <c:pt idx="266">
                  <c:v>8.52691174</c:v>
                </c:pt>
                <c:pt idx="267">
                  <c:v>16.70656586</c:v>
                </c:pt>
                <c:pt idx="268">
                  <c:v>14.9052887</c:v>
                </c:pt>
                <c:pt idx="269">
                  <c:v>13.91286659</c:v>
                </c:pt>
                <c:pt idx="270">
                  <c:v>14.23020744</c:v>
                </c:pt>
                <c:pt idx="271">
                  <c:v>13.7261591</c:v>
                </c:pt>
                <c:pt idx="272">
                  <c:v>15.64845562</c:v>
                </c:pt>
                <c:pt idx="273">
                  <c:v>18.5976944</c:v>
                </c:pt>
                <c:pt idx="274">
                  <c:v>11.30090237</c:v>
                </c:pt>
                <c:pt idx="275">
                  <c:v>9.90909004</c:v>
                </c:pt>
                <c:pt idx="276">
                  <c:v>17.56822777</c:v>
                </c:pt>
                <c:pt idx="277">
                  <c:v>12.27446556</c:v>
                </c:pt>
                <c:pt idx="278">
                  <c:v>17.63920975</c:v>
                </c:pt>
                <c:pt idx="279">
                  <c:v>15.01460171</c:v>
                </c:pt>
                <c:pt idx="280">
                  <c:v>19.95868874</c:v>
                </c:pt>
                <c:pt idx="281">
                  <c:v>9.57713223</c:v>
                </c:pt>
                <c:pt idx="282">
                  <c:v>17.50584602</c:v>
                </c:pt>
                <c:pt idx="283">
                  <c:v>8.58293343</c:v>
                </c:pt>
                <c:pt idx="284">
                  <c:v>13.43075275</c:v>
                </c:pt>
                <c:pt idx="285">
                  <c:v>7.17573595</c:v>
                </c:pt>
                <c:pt idx="286">
                  <c:v>13.02906132</c:v>
                </c:pt>
                <c:pt idx="287">
                  <c:v>10.30202103</c:v>
                </c:pt>
                <c:pt idx="288">
                  <c:v>10.27025223</c:v>
                </c:pt>
                <c:pt idx="289">
                  <c:v>14.99486542</c:v>
                </c:pt>
                <c:pt idx="290">
                  <c:v>14.83253956</c:v>
                </c:pt>
                <c:pt idx="291">
                  <c:v>19.93639374</c:v>
                </c:pt>
                <c:pt idx="292">
                  <c:v>4.52608776</c:v>
                </c:pt>
                <c:pt idx="293">
                  <c:v>7.10034609</c:v>
                </c:pt>
                <c:pt idx="294">
                  <c:v>13.71372128</c:v>
                </c:pt>
                <c:pt idx="295">
                  <c:v>17.26433754</c:v>
                </c:pt>
                <c:pt idx="296">
                  <c:v>15.89587307</c:v>
                </c:pt>
                <c:pt idx="297">
                  <c:v>16.05936813</c:v>
                </c:pt>
                <c:pt idx="298">
                  <c:v>9.73834229</c:v>
                </c:pt>
                <c:pt idx="299">
                  <c:v>4.14675283</c:v>
                </c:pt>
                <c:pt idx="300">
                  <c:v>18.93799782</c:v>
                </c:pt>
                <c:pt idx="301">
                  <c:v>10.74241638</c:v>
                </c:pt>
                <c:pt idx="302">
                  <c:v>14.20776463</c:v>
                </c:pt>
                <c:pt idx="303">
                  <c:v>6.65517902</c:v>
                </c:pt>
                <c:pt idx="304">
                  <c:v>12.1149826</c:v>
                </c:pt>
                <c:pt idx="305">
                  <c:v>15.61503506</c:v>
                </c:pt>
                <c:pt idx="306">
                  <c:v>15.28838158</c:v>
                </c:pt>
                <c:pt idx="307">
                  <c:v>11.61053181</c:v>
                </c:pt>
                <c:pt idx="308">
                  <c:v>15.02253342</c:v>
                </c:pt>
                <c:pt idx="309">
                  <c:v>9.13925362</c:v>
                </c:pt>
                <c:pt idx="310">
                  <c:v>15.34156322</c:v>
                </c:pt>
                <c:pt idx="311">
                  <c:v>11.27475739</c:v>
                </c:pt>
                <c:pt idx="312">
                  <c:v>18.01430321</c:v>
                </c:pt>
                <c:pt idx="313">
                  <c:v>13.5394001</c:v>
                </c:pt>
                <c:pt idx="314">
                  <c:v>7.2213068</c:v>
                </c:pt>
                <c:pt idx="315">
                  <c:v>13.99725151</c:v>
                </c:pt>
                <c:pt idx="316">
                  <c:v>14.75605488</c:v>
                </c:pt>
                <c:pt idx="317">
                  <c:v>10.60835648</c:v>
                </c:pt>
                <c:pt idx="318">
                  <c:v>11.19247055</c:v>
                </c:pt>
                <c:pt idx="319">
                  <c:v>11.44775391</c:v>
                </c:pt>
                <c:pt idx="320">
                  <c:v>12.25093937</c:v>
                </c:pt>
                <c:pt idx="321">
                  <c:v>11.03872108</c:v>
                </c:pt>
                <c:pt idx="322">
                  <c:v>18.06240654</c:v>
                </c:pt>
                <c:pt idx="323">
                  <c:v>4.88280964</c:v>
                </c:pt>
                <c:pt idx="324">
                  <c:v>6.38788509</c:v>
                </c:pt>
                <c:pt idx="325">
                  <c:v>14.47764301</c:v>
                </c:pt>
                <c:pt idx="326">
                  <c:v>16.55573654</c:v>
                </c:pt>
                <c:pt idx="327">
                  <c:v>8.9919529</c:v>
                </c:pt>
                <c:pt idx="328">
                  <c:v>7.46914339</c:v>
                </c:pt>
                <c:pt idx="329">
                  <c:v>8.73073006</c:v>
                </c:pt>
                <c:pt idx="330">
                  <c:v>4.55490017</c:v>
                </c:pt>
                <c:pt idx="331">
                  <c:v>9.37022686</c:v>
                </c:pt>
                <c:pt idx="332">
                  <c:v>13.71763706</c:v>
                </c:pt>
                <c:pt idx="333">
                  <c:v>17.60400963</c:v>
                </c:pt>
                <c:pt idx="334">
                  <c:v>11.03526592</c:v>
                </c:pt>
                <c:pt idx="335">
                  <c:v>11.8736248</c:v>
                </c:pt>
                <c:pt idx="336">
                  <c:v>13.34784698</c:v>
                </c:pt>
                <c:pt idx="337">
                  <c:v>9.93578053</c:v>
                </c:pt>
                <c:pt idx="338">
                  <c:v>13.56892109</c:v>
                </c:pt>
                <c:pt idx="339">
                  <c:v>6.30924273</c:v>
                </c:pt>
                <c:pt idx="340">
                  <c:v>18.6130867</c:v>
                </c:pt>
                <c:pt idx="341">
                  <c:v>8.64106464</c:v>
                </c:pt>
                <c:pt idx="342">
                  <c:v>8.66288757</c:v>
                </c:pt>
                <c:pt idx="343">
                  <c:v>9.23967934</c:v>
                </c:pt>
                <c:pt idx="344">
                  <c:v>5.90977621</c:v>
                </c:pt>
                <c:pt idx="345">
                  <c:v>15.80463219</c:v>
                </c:pt>
                <c:pt idx="346">
                  <c:v>5.43547201</c:v>
                </c:pt>
                <c:pt idx="347">
                  <c:v>12.38321114</c:v>
                </c:pt>
                <c:pt idx="348">
                  <c:v>3.93388414</c:v>
                </c:pt>
                <c:pt idx="349">
                  <c:v>7.71399546</c:v>
                </c:pt>
                <c:pt idx="350">
                  <c:v>11.92978382</c:v>
                </c:pt>
                <c:pt idx="351">
                  <c:v>11.96688461</c:v>
                </c:pt>
                <c:pt idx="352">
                  <c:v>2.01386023</c:v>
                </c:pt>
                <c:pt idx="353">
                  <c:v>10.19310951</c:v>
                </c:pt>
                <c:pt idx="354">
                  <c:v>9.27800274</c:v>
                </c:pt>
                <c:pt idx="355">
                  <c:v>12.95876694</c:v>
                </c:pt>
                <c:pt idx="356">
                  <c:v>11.42908859</c:v>
                </c:pt>
                <c:pt idx="357">
                  <c:v>13.37129402</c:v>
                </c:pt>
                <c:pt idx="358">
                  <c:v>14.46219444</c:v>
                </c:pt>
                <c:pt idx="359">
                  <c:v>10.62543392</c:v>
                </c:pt>
                <c:pt idx="360">
                  <c:v>19.32508087</c:v>
                </c:pt>
                <c:pt idx="361">
                  <c:v>9.35766602</c:v>
                </c:pt>
                <c:pt idx="362">
                  <c:v>10.45524597</c:v>
                </c:pt>
                <c:pt idx="363">
                  <c:v>4.6737113</c:v>
                </c:pt>
                <c:pt idx="364">
                  <c:v>14.79114056</c:v>
                </c:pt>
                <c:pt idx="365">
                  <c:v>13.90976429</c:v>
                </c:pt>
                <c:pt idx="366">
                  <c:v>1.99125028</c:v>
                </c:pt>
                <c:pt idx="367">
                  <c:v>13.71056938</c:v>
                </c:pt>
                <c:pt idx="368">
                  <c:v>6.31547356</c:v>
                </c:pt>
                <c:pt idx="369">
                  <c:v>12.60350227</c:v>
                </c:pt>
                <c:pt idx="370">
                  <c:v>7.51418304</c:v>
                </c:pt>
                <c:pt idx="371">
                  <c:v>9.76459217</c:v>
                </c:pt>
                <c:pt idx="372">
                  <c:v>17.53202629</c:v>
                </c:pt>
                <c:pt idx="373">
                  <c:v>10.89539528</c:v>
                </c:pt>
                <c:pt idx="374">
                  <c:v>9.92831326</c:v>
                </c:pt>
                <c:pt idx="375">
                  <c:v>19.07679749</c:v>
                </c:pt>
                <c:pt idx="376">
                  <c:v>16.18632698</c:v>
                </c:pt>
                <c:pt idx="377">
                  <c:v>7.99952698</c:v>
                </c:pt>
                <c:pt idx="378">
                  <c:v>20.53951645</c:v>
                </c:pt>
                <c:pt idx="379">
                  <c:v>14.30291748</c:v>
                </c:pt>
                <c:pt idx="380">
                  <c:v>10.89845181</c:v>
                </c:pt>
                <c:pt idx="381">
                  <c:v>5.4856534</c:v>
                </c:pt>
                <c:pt idx="382">
                  <c:v>12.59356022</c:v>
                </c:pt>
                <c:pt idx="383">
                  <c:v>10.41418076</c:v>
                </c:pt>
                <c:pt idx="384">
                  <c:v>15.3846283</c:v>
                </c:pt>
                <c:pt idx="385">
                  <c:v>7.3504262</c:v>
                </c:pt>
                <c:pt idx="386">
                  <c:v>16.54159737</c:v>
                </c:pt>
                <c:pt idx="387">
                  <c:v>17.53850746</c:v>
                </c:pt>
                <c:pt idx="388">
                  <c:v>8.31441975</c:v>
                </c:pt>
                <c:pt idx="389">
                  <c:v>13.18131256</c:v>
                </c:pt>
                <c:pt idx="390">
                  <c:v>8.06025791</c:v>
                </c:pt>
                <c:pt idx="391">
                  <c:v>13.72228241</c:v>
                </c:pt>
                <c:pt idx="392">
                  <c:v>9.15310383</c:v>
                </c:pt>
                <c:pt idx="393">
                  <c:v>11.64930344</c:v>
                </c:pt>
                <c:pt idx="394">
                  <c:v>10.22096443</c:v>
                </c:pt>
                <c:pt idx="395">
                  <c:v>14.19843864</c:v>
                </c:pt>
                <c:pt idx="396">
                  <c:v>7.85101414</c:v>
                </c:pt>
                <c:pt idx="397">
                  <c:v>19.15456581</c:v>
                </c:pt>
                <c:pt idx="398">
                  <c:v>7.03501034</c:v>
                </c:pt>
                <c:pt idx="399">
                  <c:v>5.02508545</c:v>
                </c:pt>
                <c:pt idx="400">
                  <c:v>7.82853413</c:v>
                </c:pt>
                <c:pt idx="401">
                  <c:v>13.99430847</c:v>
                </c:pt>
                <c:pt idx="402">
                  <c:v>7.05152798</c:v>
                </c:pt>
                <c:pt idx="403">
                  <c:v>6.93579912</c:v>
                </c:pt>
                <c:pt idx="404">
                  <c:v>13.85126972</c:v>
                </c:pt>
                <c:pt idx="405">
                  <c:v>11.26413155</c:v>
                </c:pt>
                <c:pt idx="406">
                  <c:v>12.55710793</c:v>
                </c:pt>
                <c:pt idx="407">
                  <c:v>12.87252998</c:v>
                </c:pt>
                <c:pt idx="408">
                  <c:v>16.32237625</c:v>
                </c:pt>
                <c:pt idx="409">
                  <c:v>6.54084969</c:v>
                </c:pt>
                <c:pt idx="410">
                  <c:v>7.31658459</c:v>
                </c:pt>
                <c:pt idx="411">
                  <c:v>14.59633827</c:v>
                </c:pt>
                <c:pt idx="412">
                  <c:v>9.50671005</c:v>
                </c:pt>
                <c:pt idx="413">
                  <c:v>9.84811687</c:v>
                </c:pt>
                <c:pt idx="414">
                  <c:v>6.01715612</c:v>
                </c:pt>
                <c:pt idx="415">
                  <c:v>13.2222538</c:v>
                </c:pt>
                <c:pt idx="416">
                  <c:v>13.18582058</c:v>
                </c:pt>
                <c:pt idx="417">
                  <c:v>14.32158947</c:v>
                </c:pt>
                <c:pt idx="418">
                  <c:v>1.75301957</c:v>
                </c:pt>
                <c:pt idx="419">
                  <c:v>13.82972908</c:v>
                </c:pt>
                <c:pt idx="420">
                  <c:v>13.8362236</c:v>
                </c:pt>
                <c:pt idx="421">
                  <c:v>13.54485512</c:v>
                </c:pt>
                <c:pt idx="422">
                  <c:v>10.40418625</c:v>
                </c:pt>
                <c:pt idx="423">
                  <c:v>14.56970406</c:v>
                </c:pt>
                <c:pt idx="424">
                  <c:v>13.73082924</c:v>
                </c:pt>
                <c:pt idx="425">
                  <c:v>21.68278122</c:v>
                </c:pt>
                <c:pt idx="426">
                  <c:v>10.87158298</c:v>
                </c:pt>
                <c:pt idx="427">
                  <c:v>13.90092087</c:v>
                </c:pt>
                <c:pt idx="428">
                  <c:v>11.77602577</c:v>
                </c:pt>
                <c:pt idx="429">
                  <c:v>7.551898</c:v>
                </c:pt>
                <c:pt idx="430">
                  <c:v>10.80104637</c:v>
                </c:pt>
                <c:pt idx="431">
                  <c:v>13.2990942</c:v>
                </c:pt>
                <c:pt idx="432">
                  <c:v>12.07074356</c:v>
                </c:pt>
                <c:pt idx="433">
                  <c:v>10.87126637</c:v>
                </c:pt>
                <c:pt idx="434">
                  <c:v>13.35820293</c:v>
                </c:pt>
                <c:pt idx="435">
                  <c:v>10.12047672</c:v>
                </c:pt>
                <c:pt idx="436">
                  <c:v>9.26506329</c:v>
                </c:pt>
                <c:pt idx="437">
                  <c:v>11.82958698</c:v>
                </c:pt>
                <c:pt idx="438">
                  <c:v>9.94029808</c:v>
                </c:pt>
                <c:pt idx="439">
                  <c:v>11.85452652</c:v>
                </c:pt>
                <c:pt idx="440">
                  <c:v>12.07546425</c:v>
                </c:pt>
                <c:pt idx="441">
                  <c:v>6.98867416</c:v>
                </c:pt>
                <c:pt idx="442">
                  <c:v>13.59231377</c:v>
                </c:pt>
                <c:pt idx="443">
                  <c:v>18.3404274</c:v>
                </c:pt>
                <c:pt idx="444">
                  <c:v>10.06338692</c:v>
                </c:pt>
                <c:pt idx="445">
                  <c:v>15.37129593</c:v>
                </c:pt>
                <c:pt idx="446">
                  <c:v>12.15382385</c:v>
                </c:pt>
                <c:pt idx="447">
                  <c:v>13.62355042</c:v>
                </c:pt>
                <c:pt idx="448">
                  <c:v>10.99783039</c:v>
                </c:pt>
                <c:pt idx="449">
                  <c:v>16.57157516</c:v>
                </c:pt>
                <c:pt idx="450">
                  <c:v>4.51334858</c:v>
                </c:pt>
                <c:pt idx="451">
                  <c:v>11.89908218</c:v>
                </c:pt>
                <c:pt idx="452">
                  <c:v>13.95851898</c:v>
                </c:pt>
                <c:pt idx="453">
                  <c:v>10.85858536</c:v>
                </c:pt>
                <c:pt idx="454">
                  <c:v>7.83772421</c:v>
                </c:pt>
                <c:pt idx="455">
                  <c:v>10.31543827</c:v>
                </c:pt>
                <c:pt idx="456">
                  <c:v>14.09882736</c:v>
                </c:pt>
                <c:pt idx="457">
                  <c:v>13.45720482</c:v>
                </c:pt>
                <c:pt idx="458">
                  <c:v>13.45899391</c:v>
                </c:pt>
                <c:pt idx="459">
                  <c:v>17.75484848</c:v>
                </c:pt>
                <c:pt idx="460">
                  <c:v>6.29433203</c:v>
                </c:pt>
                <c:pt idx="461">
                  <c:v>11.7303772</c:v>
                </c:pt>
                <c:pt idx="462">
                  <c:v>11.50120258</c:v>
                </c:pt>
                <c:pt idx="463">
                  <c:v>11.38704109</c:v>
                </c:pt>
                <c:pt idx="464">
                  <c:v>11.39159012</c:v>
                </c:pt>
                <c:pt idx="465">
                  <c:v>5.9914875</c:v>
                </c:pt>
                <c:pt idx="466">
                  <c:v>11.463377</c:v>
                </c:pt>
                <c:pt idx="467">
                  <c:v>6.07610416</c:v>
                </c:pt>
                <c:pt idx="468">
                  <c:v>11.37030602</c:v>
                </c:pt>
                <c:pt idx="469">
                  <c:v>21.87455177</c:v>
                </c:pt>
                <c:pt idx="470">
                  <c:v>9.45147324</c:v>
                </c:pt>
                <c:pt idx="471">
                  <c:v>10.90071869</c:v>
                </c:pt>
                <c:pt idx="472">
                  <c:v>12.05454636</c:v>
                </c:pt>
                <c:pt idx="473">
                  <c:v>8.13613224</c:v>
                </c:pt>
                <c:pt idx="474">
                  <c:v>9.37354469</c:v>
                </c:pt>
                <c:pt idx="475">
                  <c:v>10.46781063</c:v>
                </c:pt>
                <c:pt idx="476">
                  <c:v>12.41802406</c:v>
                </c:pt>
                <c:pt idx="477">
                  <c:v>7.6478076</c:v>
                </c:pt>
                <c:pt idx="478">
                  <c:v>4.71555328</c:v>
                </c:pt>
                <c:pt idx="479">
                  <c:v>12.53406525</c:v>
                </c:pt>
                <c:pt idx="480">
                  <c:v>14.21595192</c:v>
                </c:pt>
                <c:pt idx="481">
                  <c:v>9.86470032</c:v>
                </c:pt>
                <c:pt idx="482">
                  <c:v>11.03774261</c:v>
                </c:pt>
                <c:pt idx="483">
                  <c:v>16.01398849</c:v>
                </c:pt>
                <c:pt idx="484">
                  <c:v>13.49265099</c:v>
                </c:pt>
                <c:pt idx="485">
                  <c:v>12.17877007</c:v>
                </c:pt>
                <c:pt idx="486">
                  <c:v>11.75661182</c:v>
                </c:pt>
                <c:pt idx="487">
                  <c:v>9.37591934</c:v>
                </c:pt>
                <c:pt idx="488">
                  <c:v>15.34078407</c:v>
                </c:pt>
                <c:pt idx="489">
                  <c:v>14.55440521</c:v>
                </c:pt>
                <c:pt idx="490">
                  <c:v>10.92980862</c:v>
                </c:pt>
                <c:pt idx="491">
                  <c:v>10.7752037</c:v>
                </c:pt>
                <c:pt idx="492">
                  <c:v>12.42286873</c:v>
                </c:pt>
                <c:pt idx="493">
                  <c:v>6.0253787</c:v>
                </c:pt>
                <c:pt idx="494">
                  <c:v>6.02556229</c:v>
                </c:pt>
                <c:pt idx="495">
                  <c:v>14.12662601</c:v>
                </c:pt>
                <c:pt idx="496">
                  <c:v>12.83865738</c:v>
                </c:pt>
                <c:pt idx="497">
                  <c:v>15.45034313</c:v>
                </c:pt>
                <c:pt idx="498">
                  <c:v>16.97557259</c:v>
                </c:pt>
                <c:pt idx="499">
                  <c:v>13.41736698</c:v>
                </c:pt>
                <c:pt idx="500">
                  <c:v>12.39053631</c:v>
                </c:pt>
                <c:pt idx="501">
                  <c:v>13.40288353</c:v>
                </c:pt>
                <c:pt idx="502">
                  <c:v>15.15286922</c:v>
                </c:pt>
                <c:pt idx="503">
                  <c:v>4.18006611</c:v>
                </c:pt>
                <c:pt idx="504">
                  <c:v>11.19645214</c:v>
                </c:pt>
                <c:pt idx="505">
                  <c:v>12.66222382</c:v>
                </c:pt>
                <c:pt idx="506">
                  <c:v>8.09980488</c:v>
                </c:pt>
                <c:pt idx="507">
                  <c:v>12.93327808</c:v>
                </c:pt>
                <c:pt idx="508">
                  <c:v>0.50779212</c:v>
                </c:pt>
                <c:pt idx="509">
                  <c:v>9.82174778</c:v>
                </c:pt>
                <c:pt idx="510">
                  <c:v>12.99257755</c:v>
                </c:pt>
                <c:pt idx="511">
                  <c:v>12.02016926</c:v>
                </c:pt>
                <c:pt idx="512">
                  <c:v>8.88169861</c:v>
                </c:pt>
                <c:pt idx="513">
                  <c:v>7.92366266</c:v>
                </c:pt>
                <c:pt idx="514">
                  <c:v>6.51260138</c:v>
                </c:pt>
                <c:pt idx="515">
                  <c:v>18.09946251</c:v>
                </c:pt>
                <c:pt idx="516">
                  <c:v>9.43730831</c:v>
                </c:pt>
                <c:pt idx="517">
                  <c:v>11.60947227</c:v>
                </c:pt>
                <c:pt idx="518">
                  <c:v>11.2845211</c:v>
                </c:pt>
                <c:pt idx="519">
                  <c:v>8.81729221</c:v>
                </c:pt>
                <c:pt idx="520">
                  <c:v>9.81732941</c:v>
                </c:pt>
                <c:pt idx="521">
                  <c:v>6.10896873</c:v>
                </c:pt>
                <c:pt idx="522">
                  <c:v>14.50103951</c:v>
                </c:pt>
                <c:pt idx="523">
                  <c:v>10.58031559</c:v>
                </c:pt>
                <c:pt idx="524">
                  <c:v>9.07700539</c:v>
                </c:pt>
                <c:pt idx="525">
                  <c:v>10.53436089</c:v>
                </c:pt>
                <c:pt idx="526">
                  <c:v>10.85652924</c:v>
                </c:pt>
                <c:pt idx="527">
                  <c:v>7.29873896</c:v>
                </c:pt>
                <c:pt idx="528">
                  <c:v>11.85275078</c:v>
                </c:pt>
                <c:pt idx="529">
                  <c:v>8.64865303</c:v>
                </c:pt>
                <c:pt idx="530">
                  <c:v>11.08087158</c:v>
                </c:pt>
                <c:pt idx="531">
                  <c:v>9.36685085</c:v>
                </c:pt>
                <c:pt idx="532">
                  <c:v>12.49498367</c:v>
                </c:pt>
                <c:pt idx="533">
                  <c:v>11.67273331</c:v>
                </c:pt>
                <c:pt idx="534">
                  <c:v>16.87991905</c:v>
                </c:pt>
                <c:pt idx="535">
                  <c:v>7.68061733</c:v>
                </c:pt>
                <c:pt idx="536">
                  <c:v>7.60217285</c:v>
                </c:pt>
                <c:pt idx="537">
                  <c:v>12.19398975</c:v>
                </c:pt>
                <c:pt idx="538">
                  <c:v>6.1078639</c:v>
                </c:pt>
                <c:pt idx="539">
                  <c:v>12.42646694</c:v>
                </c:pt>
                <c:pt idx="540">
                  <c:v>11.19973183</c:v>
                </c:pt>
                <c:pt idx="541">
                  <c:v>5.81710911</c:v>
                </c:pt>
                <c:pt idx="542">
                  <c:v>7.73008251</c:v>
                </c:pt>
                <c:pt idx="543">
                  <c:v>9.89524841</c:v>
                </c:pt>
                <c:pt idx="544">
                  <c:v>11.60672188</c:v>
                </c:pt>
                <c:pt idx="545">
                  <c:v>12.8977375</c:v>
                </c:pt>
                <c:pt idx="546">
                  <c:v>10.64744759</c:v>
                </c:pt>
                <c:pt idx="547">
                  <c:v>12.63184547</c:v>
                </c:pt>
                <c:pt idx="548">
                  <c:v>9.48359108</c:v>
                </c:pt>
                <c:pt idx="549">
                  <c:v>5.50149202</c:v>
                </c:pt>
                <c:pt idx="550">
                  <c:v>5.84365654</c:v>
                </c:pt>
                <c:pt idx="551">
                  <c:v>5.98855782</c:v>
                </c:pt>
                <c:pt idx="552">
                  <c:v>7.36611176</c:v>
                </c:pt>
                <c:pt idx="553">
                  <c:v>13.48862553</c:v>
                </c:pt>
                <c:pt idx="554">
                  <c:v>8.96669865</c:v>
                </c:pt>
                <c:pt idx="555">
                  <c:v>8.82793522</c:v>
                </c:pt>
                <c:pt idx="556">
                  <c:v>11.25873566</c:v>
                </c:pt>
                <c:pt idx="557">
                  <c:v>5.15377045</c:v>
                </c:pt>
                <c:pt idx="558">
                  <c:v>6.8460269</c:v>
                </c:pt>
                <c:pt idx="559">
                  <c:v>8.77555561</c:v>
                </c:pt>
                <c:pt idx="560">
                  <c:v>12.1179533</c:v>
                </c:pt>
                <c:pt idx="561">
                  <c:v>13.10216045</c:v>
                </c:pt>
                <c:pt idx="562">
                  <c:v>4.50160074</c:v>
                </c:pt>
                <c:pt idx="563">
                  <c:v>11.22891617</c:v>
                </c:pt>
                <c:pt idx="564">
                  <c:v>9.60581017</c:v>
                </c:pt>
                <c:pt idx="565">
                  <c:v>5.9013195</c:v>
                </c:pt>
                <c:pt idx="566">
                  <c:v>6.62641907</c:v>
                </c:pt>
                <c:pt idx="567">
                  <c:v>10.19195747</c:v>
                </c:pt>
                <c:pt idx="568">
                  <c:v>6.78175545</c:v>
                </c:pt>
                <c:pt idx="569">
                  <c:v>7.11536646</c:v>
                </c:pt>
                <c:pt idx="570">
                  <c:v>13.77745819</c:v>
                </c:pt>
                <c:pt idx="571">
                  <c:v>13.15445423</c:v>
                </c:pt>
                <c:pt idx="572">
                  <c:v>5.67126274</c:v>
                </c:pt>
                <c:pt idx="573">
                  <c:v>10.72731018</c:v>
                </c:pt>
                <c:pt idx="574">
                  <c:v>7.5837307</c:v>
                </c:pt>
                <c:pt idx="575">
                  <c:v>11.25533867</c:v>
                </c:pt>
                <c:pt idx="576">
                  <c:v>8.12606049</c:v>
                </c:pt>
                <c:pt idx="577">
                  <c:v>15.97493553</c:v>
                </c:pt>
                <c:pt idx="578">
                  <c:v>11.29198837</c:v>
                </c:pt>
                <c:pt idx="579">
                  <c:v>12.93180561</c:v>
                </c:pt>
                <c:pt idx="580">
                  <c:v>10.9995985</c:v>
                </c:pt>
                <c:pt idx="581">
                  <c:v>7.9272151</c:v>
                </c:pt>
                <c:pt idx="582">
                  <c:v>17.234972</c:v>
                </c:pt>
                <c:pt idx="583">
                  <c:v>11.7019577</c:v>
                </c:pt>
                <c:pt idx="584">
                  <c:v>9.78431797</c:v>
                </c:pt>
                <c:pt idx="585">
                  <c:v>22.28235245</c:v>
                </c:pt>
                <c:pt idx="586">
                  <c:v>5.36668587</c:v>
                </c:pt>
                <c:pt idx="587">
                  <c:v>8.44409943</c:v>
                </c:pt>
                <c:pt idx="588">
                  <c:v>9.78667831</c:v>
                </c:pt>
                <c:pt idx="589">
                  <c:v>6.02751827</c:v>
                </c:pt>
                <c:pt idx="590">
                  <c:v>3.18543458</c:v>
                </c:pt>
                <c:pt idx="591">
                  <c:v>14.97485352</c:v>
                </c:pt>
                <c:pt idx="592">
                  <c:v>8.9317379</c:v>
                </c:pt>
                <c:pt idx="593">
                  <c:v>18.00901031</c:v>
                </c:pt>
                <c:pt idx="594">
                  <c:v>7.74024391</c:v>
                </c:pt>
                <c:pt idx="595">
                  <c:v>12.10582829</c:v>
                </c:pt>
                <c:pt idx="596">
                  <c:v>15.06235981</c:v>
                </c:pt>
                <c:pt idx="597">
                  <c:v>9.28773403</c:v>
                </c:pt>
                <c:pt idx="598">
                  <c:v>4.5868001</c:v>
                </c:pt>
                <c:pt idx="599">
                  <c:v>12.65238285</c:v>
                </c:pt>
                <c:pt idx="600">
                  <c:v>6.31315231</c:v>
                </c:pt>
                <c:pt idx="601">
                  <c:v>2.9872961</c:v>
                </c:pt>
                <c:pt idx="602">
                  <c:v>12.07170677</c:v>
                </c:pt>
                <c:pt idx="603">
                  <c:v>13.71831417</c:v>
                </c:pt>
                <c:pt idx="604">
                  <c:v>18.71382523</c:v>
                </c:pt>
                <c:pt idx="605">
                  <c:v>11.63932323</c:v>
                </c:pt>
                <c:pt idx="606">
                  <c:v>14.90675831</c:v>
                </c:pt>
                <c:pt idx="607">
                  <c:v>19.42985153</c:v>
                </c:pt>
                <c:pt idx="608">
                  <c:v>6.19064331</c:v>
                </c:pt>
                <c:pt idx="609">
                  <c:v>10.63186836</c:v>
                </c:pt>
                <c:pt idx="610">
                  <c:v>11.31500721</c:v>
                </c:pt>
                <c:pt idx="611">
                  <c:v>14.00470543</c:v>
                </c:pt>
                <c:pt idx="612">
                  <c:v>9.89994335</c:v>
                </c:pt>
                <c:pt idx="613">
                  <c:v>8.4425211</c:v>
                </c:pt>
                <c:pt idx="614">
                  <c:v>2.43444705</c:v>
                </c:pt>
                <c:pt idx="615">
                  <c:v>10.9360714</c:v>
                </c:pt>
                <c:pt idx="616">
                  <c:v>4.8874383</c:v>
                </c:pt>
                <c:pt idx="617">
                  <c:v>3.39356041</c:v>
                </c:pt>
                <c:pt idx="618">
                  <c:v>17.38567924</c:v>
                </c:pt>
                <c:pt idx="619">
                  <c:v>6.49597073</c:v>
                </c:pt>
                <c:pt idx="620">
                  <c:v>14.49477196</c:v>
                </c:pt>
                <c:pt idx="621">
                  <c:v>10.42939758</c:v>
                </c:pt>
                <c:pt idx="622">
                  <c:v>18.9515419</c:v>
                </c:pt>
                <c:pt idx="623">
                  <c:v>6.68883228</c:v>
                </c:pt>
                <c:pt idx="624">
                  <c:v>13.10868168</c:v>
                </c:pt>
                <c:pt idx="625">
                  <c:v>16.27173615</c:v>
                </c:pt>
                <c:pt idx="626">
                  <c:v>12.56517792</c:v>
                </c:pt>
                <c:pt idx="627">
                  <c:v>14.2065382</c:v>
                </c:pt>
                <c:pt idx="628">
                  <c:v>13.23839188</c:v>
                </c:pt>
                <c:pt idx="629">
                  <c:v>8.54860401</c:v>
                </c:pt>
                <c:pt idx="630">
                  <c:v>8.9537487</c:v>
                </c:pt>
                <c:pt idx="631">
                  <c:v>5.1023488</c:v>
                </c:pt>
                <c:pt idx="632">
                  <c:v>13.68065071</c:v>
                </c:pt>
                <c:pt idx="633">
                  <c:v>8.04485416</c:v>
                </c:pt>
                <c:pt idx="634">
                  <c:v>13.46041775</c:v>
                </c:pt>
                <c:pt idx="635">
                  <c:v>12.12425423</c:v>
                </c:pt>
                <c:pt idx="636">
                  <c:v>13.35235214</c:v>
                </c:pt>
                <c:pt idx="637">
                  <c:v>4.61357021</c:v>
                </c:pt>
                <c:pt idx="638">
                  <c:v>4.08742857</c:v>
                </c:pt>
                <c:pt idx="639">
                  <c:v>14.128932</c:v>
                </c:pt>
                <c:pt idx="640">
                  <c:v>6.85122967</c:v>
                </c:pt>
                <c:pt idx="641">
                  <c:v>-0.65487337</c:v>
                </c:pt>
                <c:pt idx="642">
                  <c:v>10.59293365</c:v>
                </c:pt>
                <c:pt idx="643">
                  <c:v>8.04356384</c:v>
                </c:pt>
                <c:pt idx="644">
                  <c:v>8.30237293</c:v>
                </c:pt>
                <c:pt idx="645">
                  <c:v>3.97009325</c:v>
                </c:pt>
                <c:pt idx="646">
                  <c:v>3.89613199</c:v>
                </c:pt>
                <c:pt idx="647">
                  <c:v>1.63659024</c:v>
                </c:pt>
                <c:pt idx="648">
                  <c:v>5.6862011</c:v>
                </c:pt>
                <c:pt idx="649">
                  <c:v>6.73514366</c:v>
                </c:pt>
                <c:pt idx="650">
                  <c:v>6.0952673</c:v>
                </c:pt>
                <c:pt idx="651">
                  <c:v>4.31177568</c:v>
                </c:pt>
                <c:pt idx="652">
                  <c:v>9.72906971</c:v>
                </c:pt>
                <c:pt idx="653">
                  <c:v>3.74749613</c:v>
                </c:pt>
                <c:pt idx="654">
                  <c:v>3.74919295</c:v>
                </c:pt>
                <c:pt idx="655">
                  <c:v>15.56938744</c:v>
                </c:pt>
                <c:pt idx="656">
                  <c:v>6.41835451</c:v>
                </c:pt>
                <c:pt idx="657">
                  <c:v>13.62629318</c:v>
                </c:pt>
                <c:pt idx="658">
                  <c:v>10.86539173</c:v>
                </c:pt>
                <c:pt idx="659">
                  <c:v>12.44389343</c:v>
                </c:pt>
                <c:pt idx="660">
                  <c:v>6.45415878</c:v>
                </c:pt>
                <c:pt idx="661">
                  <c:v>14.3601284</c:v>
                </c:pt>
                <c:pt idx="662">
                  <c:v>3.7163105</c:v>
                </c:pt>
                <c:pt idx="663">
                  <c:v>0.97664714</c:v>
                </c:pt>
                <c:pt idx="664">
                  <c:v>12.86755085</c:v>
                </c:pt>
                <c:pt idx="665">
                  <c:v>9.60687065</c:v>
                </c:pt>
                <c:pt idx="666">
                  <c:v>9.83575249</c:v>
                </c:pt>
                <c:pt idx="667">
                  <c:v>15.44296074</c:v>
                </c:pt>
                <c:pt idx="668">
                  <c:v>7.38346577</c:v>
                </c:pt>
                <c:pt idx="669">
                  <c:v>6.50649977</c:v>
                </c:pt>
                <c:pt idx="670">
                  <c:v>10.15450001</c:v>
                </c:pt>
                <c:pt idx="671">
                  <c:v>9.69511223</c:v>
                </c:pt>
                <c:pt idx="672">
                  <c:v>3.6675334</c:v>
                </c:pt>
                <c:pt idx="673">
                  <c:v>13.50571728</c:v>
                </c:pt>
                <c:pt idx="674">
                  <c:v>8.55497456</c:v>
                </c:pt>
                <c:pt idx="675">
                  <c:v>10.39941406</c:v>
                </c:pt>
                <c:pt idx="676">
                  <c:v>-1.7366792</c:v>
                </c:pt>
                <c:pt idx="677">
                  <c:v>8.81899929</c:v>
                </c:pt>
                <c:pt idx="678">
                  <c:v>10.03962135</c:v>
                </c:pt>
                <c:pt idx="679">
                  <c:v>6.15662098</c:v>
                </c:pt>
                <c:pt idx="680">
                  <c:v>12.60499763</c:v>
                </c:pt>
                <c:pt idx="681">
                  <c:v>9.44938183</c:v>
                </c:pt>
                <c:pt idx="682">
                  <c:v>9.17537594</c:v>
                </c:pt>
                <c:pt idx="683">
                  <c:v>13.13705254</c:v>
                </c:pt>
                <c:pt idx="684">
                  <c:v>13.68592644</c:v>
                </c:pt>
                <c:pt idx="685">
                  <c:v>14.5494957</c:v>
                </c:pt>
                <c:pt idx="686">
                  <c:v>8.30233192</c:v>
                </c:pt>
                <c:pt idx="687">
                  <c:v>11.70980549</c:v>
                </c:pt>
                <c:pt idx="688">
                  <c:v>8.92247868</c:v>
                </c:pt>
                <c:pt idx="689">
                  <c:v>11.97197056</c:v>
                </c:pt>
                <c:pt idx="690">
                  <c:v>7.84567451</c:v>
                </c:pt>
                <c:pt idx="691">
                  <c:v>10.8094101</c:v>
                </c:pt>
                <c:pt idx="692">
                  <c:v>4.38391018</c:v>
                </c:pt>
                <c:pt idx="693">
                  <c:v>15.01877975</c:v>
                </c:pt>
                <c:pt idx="694">
                  <c:v>19.7694664</c:v>
                </c:pt>
                <c:pt idx="695">
                  <c:v>13.71865082</c:v>
                </c:pt>
                <c:pt idx="696">
                  <c:v>16.53015327</c:v>
                </c:pt>
                <c:pt idx="697">
                  <c:v>8.69651318</c:v>
                </c:pt>
                <c:pt idx="698">
                  <c:v>3.38086247</c:v>
                </c:pt>
                <c:pt idx="699">
                  <c:v>5.31284571</c:v>
                </c:pt>
                <c:pt idx="700">
                  <c:v>10.50713062</c:v>
                </c:pt>
                <c:pt idx="701">
                  <c:v>10.6946764</c:v>
                </c:pt>
                <c:pt idx="702">
                  <c:v>13.42920113</c:v>
                </c:pt>
                <c:pt idx="703">
                  <c:v>9.09691715</c:v>
                </c:pt>
                <c:pt idx="704">
                  <c:v>13.65208626</c:v>
                </c:pt>
                <c:pt idx="705">
                  <c:v>14.69791508</c:v>
                </c:pt>
                <c:pt idx="706">
                  <c:v>12.17961121</c:v>
                </c:pt>
                <c:pt idx="707">
                  <c:v>11.41224098</c:v>
                </c:pt>
                <c:pt idx="708">
                  <c:v>6.08237839</c:v>
                </c:pt>
                <c:pt idx="709">
                  <c:v>5.00342846</c:v>
                </c:pt>
                <c:pt idx="710">
                  <c:v>8.32158852</c:v>
                </c:pt>
                <c:pt idx="711">
                  <c:v>11.84403515</c:v>
                </c:pt>
                <c:pt idx="712">
                  <c:v>11.61269379</c:v>
                </c:pt>
                <c:pt idx="713">
                  <c:v>10.33751297</c:v>
                </c:pt>
                <c:pt idx="714">
                  <c:v>0.13583325</c:v>
                </c:pt>
                <c:pt idx="715">
                  <c:v>12.02918053</c:v>
                </c:pt>
                <c:pt idx="716">
                  <c:v>4.72888803</c:v>
                </c:pt>
                <c:pt idx="717">
                  <c:v>4.67354488</c:v>
                </c:pt>
                <c:pt idx="718">
                  <c:v>10.56331539</c:v>
                </c:pt>
                <c:pt idx="719">
                  <c:v>7.6484971</c:v>
                </c:pt>
                <c:pt idx="720">
                  <c:v>9.25949001</c:v>
                </c:pt>
                <c:pt idx="721">
                  <c:v>6.28659773</c:v>
                </c:pt>
                <c:pt idx="722">
                  <c:v>10.88838196</c:v>
                </c:pt>
                <c:pt idx="723">
                  <c:v>14.26144505</c:v>
                </c:pt>
                <c:pt idx="724">
                  <c:v>11.40438461</c:v>
                </c:pt>
                <c:pt idx="725">
                  <c:v>11.04679298</c:v>
                </c:pt>
                <c:pt idx="726">
                  <c:v>8.26918221</c:v>
                </c:pt>
                <c:pt idx="727">
                  <c:v>10.9206295</c:v>
                </c:pt>
                <c:pt idx="728">
                  <c:v>15.01568794</c:v>
                </c:pt>
                <c:pt idx="729">
                  <c:v>10.21239758</c:v>
                </c:pt>
                <c:pt idx="730">
                  <c:v>12.62412167</c:v>
                </c:pt>
                <c:pt idx="731">
                  <c:v>8.6089859</c:v>
                </c:pt>
                <c:pt idx="732">
                  <c:v>14.65653896</c:v>
                </c:pt>
                <c:pt idx="733">
                  <c:v>11.87734413</c:v>
                </c:pt>
                <c:pt idx="734">
                  <c:v>5.96310234</c:v>
                </c:pt>
                <c:pt idx="735">
                  <c:v>12.60936546</c:v>
                </c:pt>
                <c:pt idx="736">
                  <c:v>12.23857117</c:v>
                </c:pt>
                <c:pt idx="737">
                  <c:v>9.70318413</c:v>
                </c:pt>
                <c:pt idx="738">
                  <c:v>14.34027863</c:v>
                </c:pt>
                <c:pt idx="739">
                  <c:v>11.51890945</c:v>
                </c:pt>
                <c:pt idx="740">
                  <c:v>11.53303719</c:v>
                </c:pt>
                <c:pt idx="741">
                  <c:v>13.53473854</c:v>
                </c:pt>
                <c:pt idx="742">
                  <c:v>10.13527679</c:v>
                </c:pt>
                <c:pt idx="743">
                  <c:v>12.51759529</c:v>
                </c:pt>
                <c:pt idx="744">
                  <c:v>4.2989397</c:v>
                </c:pt>
                <c:pt idx="745">
                  <c:v>2.82343411</c:v>
                </c:pt>
                <c:pt idx="746">
                  <c:v>9.59574699</c:v>
                </c:pt>
                <c:pt idx="747">
                  <c:v>6.30389452</c:v>
                </c:pt>
                <c:pt idx="748">
                  <c:v>9.7532959</c:v>
                </c:pt>
                <c:pt idx="749">
                  <c:v>11.7454071</c:v>
                </c:pt>
                <c:pt idx="750">
                  <c:v>12.6529808</c:v>
                </c:pt>
                <c:pt idx="751">
                  <c:v>2.06566954</c:v>
                </c:pt>
                <c:pt idx="752">
                  <c:v>5.0920248</c:v>
                </c:pt>
                <c:pt idx="753">
                  <c:v>11.25669289</c:v>
                </c:pt>
                <c:pt idx="754">
                  <c:v>13.73127079</c:v>
                </c:pt>
                <c:pt idx="755">
                  <c:v>14.32649803</c:v>
                </c:pt>
                <c:pt idx="756">
                  <c:v>18.16380501</c:v>
                </c:pt>
                <c:pt idx="757">
                  <c:v>15.30008125</c:v>
                </c:pt>
                <c:pt idx="758">
                  <c:v>7.89074898</c:v>
                </c:pt>
                <c:pt idx="759">
                  <c:v>10.27526474</c:v>
                </c:pt>
                <c:pt idx="760">
                  <c:v>3.8432703</c:v>
                </c:pt>
                <c:pt idx="761">
                  <c:v>2.06436753</c:v>
                </c:pt>
                <c:pt idx="762">
                  <c:v>9.35114479</c:v>
                </c:pt>
                <c:pt idx="763">
                  <c:v>7.43910122</c:v>
                </c:pt>
                <c:pt idx="764">
                  <c:v>10.41500092</c:v>
                </c:pt>
                <c:pt idx="765">
                  <c:v>14.26162815</c:v>
                </c:pt>
                <c:pt idx="766">
                  <c:v>13.02592278</c:v>
                </c:pt>
                <c:pt idx="767">
                  <c:v>5.70402861</c:v>
                </c:pt>
                <c:pt idx="768">
                  <c:v>4.52079391</c:v>
                </c:pt>
                <c:pt idx="769">
                  <c:v>12.51997089</c:v>
                </c:pt>
                <c:pt idx="770">
                  <c:v>7.43359661</c:v>
                </c:pt>
                <c:pt idx="771">
                  <c:v>5.48003149</c:v>
                </c:pt>
                <c:pt idx="772">
                  <c:v>13.15246677</c:v>
                </c:pt>
                <c:pt idx="773">
                  <c:v>9.9216671</c:v>
                </c:pt>
                <c:pt idx="774">
                  <c:v>9.09968758</c:v>
                </c:pt>
                <c:pt idx="775">
                  <c:v>6.91761303</c:v>
                </c:pt>
                <c:pt idx="776">
                  <c:v>15.8273983</c:v>
                </c:pt>
                <c:pt idx="777">
                  <c:v>5.16362762</c:v>
                </c:pt>
                <c:pt idx="778">
                  <c:v>16.133564</c:v>
                </c:pt>
                <c:pt idx="779">
                  <c:v>7.0235467</c:v>
                </c:pt>
                <c:pt idx="780">
                  <c:v>0.67045927</c:v>
                </c:pt>
                <c:pt idx="781">
                  <c:v>12.7118597</c:v>
                </c:pt>
                <c:pt idx="782">
                  <c:v>5.95043373</c:v>
                </c:pt>
                <c:pt idx="783">
                  <c:v>-4.59390974</c:v>
                </c:pt>
                <c:pt idx="784">
                  <c:v>4.39873552</c:v>
                </c:pt>
                <c:pt idx="785">
                  <c:v>11.37211037</c:v>
                </c:pt>
                <c:pt idx="786">
                  <c:v>11.74497128</c:v>
                </c:pt>
                <c:pt idx="787">
                  <c:v>9.52597332</c:v>
                </c:pt>
                <c:pt idx="788">
                  <c:v>6.12624741</c:v>
                </c:pt>
                <c:pt idx="789">
                  <c:v>12.52759933</c:v>
                </c:pt>
                <c:pt idx="790">
                  <c:v>16.5654335</c:v>
                </c:pt>
                <c:pt idx="791">
                  <c:v>8.07516289</c:v>
                </c:pt>
                <c:pt idx="792">
                  <c:v>11.76163101</c:v>
                </c:pt>
                <c:pt idx="793">
                  <c:v>8.16554832</c:v>
                </c:pt>
                <c:pt idx="794">
                  <c:v>7.93575191</c:v>
                </c:pt>
                <c:pt idx="795">
                  <c:v>9.82639503</c:v>
                </c:pt>
                <c:pt idx="796">
                  <c:v>10.00011444</c:v>
                </c:pt>
                <c:pt idx="797">
                  <c:v>8.18972969</c:v>
                </c:pt>
                <c:pt idx="798">
                  <c:v>9.74737549</c:v>
                </c:pt>
                <c:pt idx="799">
                  <c:v>11.91627407</c:v>
                </c:pt>
                <c:pt idx="800">
                  <c:v>-3.91490126</c:v>
                </c:pt>
                <c:pt idx="801">
                  <c:v>11.71729088</c:v>
                </c:pt>
                <c:pt idx="802">
                  <c:v>14.14671707</c:v>
                </c:pt>
                <c:pt idx="803">
                  <c:v>5.72791862</c:v>
                </c:pt>
                <c:pt idx="804">
                  <c:v>3.3012917</c:v>
                </c:pt>
                <c:pt idx="805">
                  <c:v>18.03048706</c:v>
                </c:pt>
                <c:pt idx="806">
                  <c:v>10.36742687</c:v>
                </c:pt>
                <c:pt idx="807">
                  <c:v>9.79379082</c:v>
                </c:pt>
                <c:pt idx="808">
                  <c:v>10.77967644</c:v>
                </c:pt>
                <c:pt idx="809">
                  <c:v>12.58766079</c:v>
                </c:pt>
                <c:pt idx="810">
                  <c:v>10.52573204</c:v>
                </c:pt>
                <c:pt idx="811">
                  <c:v>10.52123642</c:v>
                </c:pt>
                <c:pt idx="812">
                  <c:v>14.54079819</c:v>
                </c:pt>
                <c:pt idx="813">
                  <c:v>10.98176861</c:v>
                </c:pt>
                <c:pt idx="814">
                  <c:v>16.54077911</c:v>
                </c:pt>
                <c:pt idx="815">
                  <c:v>-0.12940541</c:v>
                </c:pt>
                <c:pt idx="816">
                  <c:v>10.76586246</c:v>
                </c:pt>
                <c:pt idx="817">
                  <c:v>5.58768749</c:v>
                </c:pt>
                <c:pt idx="818">
                  <c:v>14.53922176</c:v>
                </c:pt>
                <c:pt idx="819">
                  <c:v>10.28794098</c:v>
                </c:pt>
                <c:pt idx="820">
                  <c:v>8.35907364</c:v>
                </c:pt>
                <c:pt idx="821">
                  <c:v>4.90203238</c:v>
                </c:pt>
                <c:pt idx="822">
                  <c:v>7.31229877</c:v>
                </c:pt>
                <c:pt idx="823">
                  <c:v>7.2883563</c:v>
                </c:pt>
                <c:pt idx="824">
                  <c:v>8.5053854</c:v>
                </c:pt>
                <c:pt idx="825">
                  <c:v>12.34578133</c:v>
                </c:pt>
                <c:pt idx="826">
                  <c:v>11.16116428</c:v>
                </c:pt>
                <c:pt idx="827">
                  <c:v>13.15590382</c:v>
                </c:pt>
                <c:pt idx="828">
                  <c:v>4.55034065</c:v>
                </c:pt>
                <c:pt idx="829">
                  <c:v>13.01604843</c:v>
                </c:pt>
                <c:pt idx="830">
                  <c:v>6.63757801</c:v>
                </c:pt>
                <c:pt idx="831">
                  <c:v>16.8543911</c:v>
                </c:pt>
                <c:pt idx="832">
                  <c:v>7.89554024</c:v>
                </c:pt>
                <c:pt idx="833">
                  <c:v>6.84043026</c:v>
                </c:pt>
                <c:pt idx="834">
                  <c:v>13.26642513</c:v>
                </c:pt>
                <c:pt idx="835">
                  <c:v>9.16591263</c:v>
                </c:pt>
                <c:pt idx="836">
                  <c:v>6.9631238</c:v>
                </c:pt>
                <c:pt idx="837">
                  <c:v>7.09891415</c:v>
                </c:pt>
                <c:pt idx="838">
                  <c:v>3.99868989</c:v>
                </c:pt>
                <c:pt idx="839">
                  <c:v>14.52286911</c:v>
                </c:pt>
                <c:pt idx="840">
                  <c:v>4.65533304</c:v>
                </c:pt>
                <c:pt idx="841">
                  <c:v>2.57384324</c:v>
                </c:pt>
                <c:pt idx="842">
                  <c:v>10.74084282</c:v>
                </c:pt>
                <c:pt idx="843">
                  <c:v>10.17457581</c:v>
                </c:pt>
                <c:pt idx="844">
                  <c:v>6.66474581</c:v>
                </c:pt>
                <c:pt idx="845">
                  <c:v>7.9575882</c:v>
                </c:pt>
                <c:pt idx="846">
                  <c:v>14.45046425</c:v>
                </c:pt>
                <c:pt idx="847">
                  <c:v>8.35620117</c:v>
                </c:pt>
                <c:pt idx="848">
                  <c:v>16.75633621</c:v>
                </c:pt>
                <c:pt idx="849">
                  <c:v>4.56942368</c:v>
                </c:pt>
                <c:pt idx="850">
                  <c:v>16.42546844</c:v>
                </c:pt>
                <c:pt idx="851">
                  <c:v>12.02005196</c:v>
                </c:pt>
                <c:pt idx="852">
                  <c:v>8.14721394</c:v>
                </c:pt>
                <c:pt idx="853">
                  <c:v>7.42602444</c:v>
                </c:pt>
                <c:pt idx="854">
                  <c:v>7.79838181</c:v>
                </c:pt>
                <c:pt idx="855">
                  <c:v>6.69471025</c:v>
                </c:pt>
                <c:pt idx="856">
                  <c:v>11.59736824</c:v>
                </c:pt>
                <c:pt idx="857">
                  <c:v>6.7587862</c:v>
                </c:pt>
                <c:pt idx="858">
                  <c:v>13.72995377</c:v>
                </c:pt>
                <c:pt idx="859">
                  <c:v>9.17441177</c:v>
                </c:pt>
                <c:pt idx="860">
                  <c:v>9.51288223</c:v>
                </c:pt>
                <c:pt idx="861">
                  <c:v>17.23158073</c:v>
                </c:pt>
                <c:pt idx="862">
                  <c:v>2.50327849</c:v>
                </c:pt>
                <c:pt idx="863">
                  <c:v>8.17706013</c:v>
                </c:pt>
                <c:pt idx="864">
                  <c:v>16.39203262</c:v>
                </c:pt>
                <c:pt idx="865">
                  <c:v>5.75431108</c:v>
                </c:pt>
                <c:pt idx="866">
                  <c:v>7.40317917</c:v>
                </c:pt>
                <c:pt idx="867">
                  <c:v>4.39723301</c:v>
                </c:pt>
                <c:pt idx="868">
                  <c:v>5.5782795</c:v>
                </c:pt>
                <c:pt idx="869">
                  <c:v>2.58222103</c:v>
                </c:pt>
                <c:pt idx="870">
                  <c:v>12.85227013</c:v>
                </c:pt>
                <c:pt idx="871">
                  <c:v>6.79666471</c:v>
                </c:pt>
                <c:pt idx="872">
                  <c:v>3.33502817</c:v>
                </c:pt>
                <c:pt idx="873">
                  <c:v>5.86765194</c:v>
                </c:pt>
                <c:pt idx="874">
                  <c:v>14.98984337</c:v>
                </c:pt>
                <c:pt idx="875">
                  <c:v>8.48253632</c:v>
                </c:pt>
                <c:pt idx="876">
                  <c:v>10.83993912</c:v>
                </c:pt>
                <c:pt idx="877">
                  <c:v>11.14151955</c:v>
                </c:pt>
                <c:pt idx="878">
                  <c:v>13.22906017</c:v>
                </c:pt>
                <c:pt idx="879">
                  <c:v>13.15266132</c:v>
                </c:pt>
                <c:pt idx="880">
                  <c:v>8.06119061</c:v>
                </c:pt>
                <c:pt idx="881">
                  <c:v>10.47338867</c:v>
                </c:pt>
                <c:pt idx="882">
                  <c:v>7.23284197</c:v>
                </c:pt>
                <c:pt idx="883">
                  <c:v>16.65205956</c:v>
                </c:pt>
                <c:pt idx="884">
                  <c:v>10.36255932</c:v>
                </c:pt>
                <c:pt idx="885">
                  <c:v>3.02321172</c:v>
                </c:pt>
                <c:pt idx="886">
                  <c:v>8.63279724</c:v>
                </c:pt>
                <c:pt idx="887">
                  <c:v>10.01540279</c:v>
                </c:pt>
                <c:pt idx="888">
                  <c:v>6.22617245</c:v>
                </c:pt>
                <c:pt idx="889">
                  <c:v>3.27265978</c:v>
                </c:pt>
                <c:pt idx="890">
                  <c:v>7.17830753</c:v>
                </c:pt>
                <c:pt idx="891">
                  <c:v>6.29533577</c:v>
                </c:pt>
                <c:pt idx="892">
                  <c:v>7.37451363</c:v>
                </c:pt>
                <c:pt idx="893">
                  <c:v>8.3421936</c:v>
                </c:pt>
                <c:pt idx="894">
                  <c:v>8.91612911</c:v>
                </c:pt>
                <c:pt idx="895">
                  <c:v>13.15021133</c:v>
                </c:pt>
                <c:pt idx="896">
                  <c:v>14.30259132</c:v>
                </c:pt>
                <c:pt idx="897">
                  <c:v>12.36718941</c:v>
                </c:pt>
                <c:pt idx="898">
                  <c:v>13.56870842</c:v>
                </c:pt>
                <c:pt idx="899">
                  <c:v>6.8684411</c:v>
                </c:pt>
                <c:pt idx="900">
                  <c:v>4.31874704</c:v>
                </c:pt>
                <c:pt idx="901">
                  <c:v>4.36270666</c:v>
                </c:pt>
                <c:pt idx="902">
                  <c:v>5.32385159</c:v>
                </c:pt>
                <c:pt idx="903">
                  <c:v>12.09973907</c:v>
                </c:pt>
                <c:pt idx="904">
                  <c:v>11.19726658</c:v>
                </c:pt>
                <c:pt idx="905">
                  <c:v>14.32615757</c:v>
                </c:pt>
                <c:pt idx="906">
                  <c:v>9.45578003</c:v>
                </c:pt>
                <c:pt idx="907">
                  <c:v>0.66005349</c:v>
                </c:pt>
                <c:pt idx="908">
                  <c:v>7.57649422</c:v>
                </c:pt>
                <c:pt idx="909">
                  <c:v>2.71785593</c:v>
                </c:pt>
                <c:pt idx="910">
                  <c:v>4.31866503</c:v>
                </c:pt>
                <c:pt idx="911">
                  <c:v>10.91713428</c:v>
                </c:pt>
                <c:pt idx="912">
                  <c:v>5.50483036</c:v>
                </c:pt>
                <c:pt idx="913">
                  <c:v>5.05754757</c:v>
                </c:pt>
                <c:pt idx="914">
                  <c:v>6.61797142</c:v>
                </c:pt>
                <c:pt idx="915">
                  <c:v>7.99683475</c:v>
                </c:pt>
                <c:pt idx="916">
                  <c:v>5.75819588</c:v>
                </c:pt>
                <c:pt idx="917">
                  <c:v>14.09723091</c:v>
                </c:pt>
                <c:pt idx="918">
                  <c:v>9.57278252</c:v>
                </c:pt>
                <c:pt idx="919">
                  <c:v>5.05006599</c:v>
                </c:pt>
                <c:pt idx="920">
                  <c:v>7.30949926</c:v>
                </c:pt>
                <c:pt idx="921">
                  <c:v>6.08594894</c:v>
                </c:pt>
                <c:pt idx="922">
                  <c:v>6.66003609</c:v>
                </c:pt>
                <c:pt idx="923">
                  <c:v>13.91119576</c:v>
                </c:pt>
                <c:pt idx="924">
                  <c:v>12.67893028</c:v>
                </c:pt>
                <c:pt idx="925">
                  <c:v>7.52393627</c:v>
                </c:pt>
                <c:pt idx="926">
                  <c:v>5.84635973</c:v>
                </c:pt>
                <c:pt idx="927">
                  <c:v>8.40783501</c:v>
                </c:pt>
                <c:pt idx="928">
                  <c:v>9.45231819</c:v>
                </c:pt>
                <c:pt idx="929">
                  <c:v>1.89402115</c:v>
                </c:pt>
                <c:pt idx="930">
                  <c:v>5.82904911</c:v>
                </c:pt>
                <c:pt idx="931">
                  <c:v>1.94536793</c:v>
                </c:pt>
                <c:pt idx="932">
                  <c:v>10.83879948</c:v>
                </c:pt>
                <c:pt idx="933">
                  <c:v>5.1953783</c:v>
                </c:pt>
                <c:pt idx="934">
                  <c:v>8.48376369</c:v>
                </c:pt>
                <c:pt idx="935">
                  <c:v>5.43625307</c:v>
                </c:pt>
                <c:pt idx="936">
                  <c:v>10.43374062</c:v>
                </c:pt>
                <c:pt idx="937">
                  <c:v>1.7171973</c:v>
                </c:pt>
                <c:pt idx="938">
                  <c:v>14.71939564</c:v>
                </c:pt>
                <c:pt idx="939">
                  <c:v>9.52120781</c:v>
                </c:pt>
                <c:pt idx="940">
                  <c:v>7.89115143</c:v>
                </c:pt>
                <c:pt idx="941">
                  <c:v>0.64548409</c:v>
                </c:pt>
                <c:pt idx="942">
                  <c:v>14.11139488</c:v>
                </c:pt>
                <c:pt idx="943">
                  <c:v>9.30075073</c:v>
                </c:pt>
                <c:pt idx="944">
                  <c:v>16.78335762</c:v>
                </c:pt>
                <c:pt idx="945">
                  <c:v>2.93059731</c:v>
                </c:pt>
                <c:pt idx="946">
                  <c:v>8.0523243</c:v>
                </c:pt>
                <c:pt idx="947">
                  <c:v>12.30090141</c:v>
                </c:pt>
                <c:pt idx="948">
                  <c:v>6.60118055</c:v>
                </c:pt>
                <c:pt idx="949">
                  <c:v>11.06700802</c:v>
                </c:pt>
                <c:pt idx="950">
                  <c:v>7.28741646</c:v>
                </c:pt>
                <c:pt idx="951">
                  <c:v>9.12032413</c:v>
                </c:pt>
                <c:pt idx="952">
                  <c:v>8.45664883</c:v>
                </c:pt>
                <c:pt idx="953">
                  <c:v>14.81632996</c:v>
                </c:pt>
                <c:pt idx="954">
                  <c:v>5.32962513</c:v>
                </c:pt>
                <c:pt idx="955">
                  <c:v>11.02006721</c:v>
                </c:pt>
                <c:pt idx="956">
                  <c:v>12.67905426</c:v>
                </c:pt>
                <c:pt idx="957">
                  <c:v>12.78368855</c:v>
                </c:pt>
                <c:pt idx="958">
                  <c:v>-5.98018408</c:v>
                </c:pt>
                <c:pt idx="959">
                  <c:v>14.33802223</c:v>
                </c:pt>
                <c:pt idx="960">
                  <c:v>8.31258202</c:v>
                </c:pt>
                <c:pt idx="961">
                  <c:v>11.32424355</c:v>
                </c:pt>
                <c:pt idx="962">
                  <c:v>5.85571337</c:v>
                </c:pt>
                <c:pt idx="963">
                  <c:v>8.87020493</c:v>
                </c:pt>
                <c:pt idx="964">
                  <c:v>9.03268719</c:v>
                </c:pt>
                <c:pt idx="965">
                  <c:v>10.69711494</c:v>
                </c:pt>
                <c:pt idx="966">
                  <c:v>17.42500114</c:v>
                </c:pt>
                <c:pt idx="967">
                  <c:v>1.65699244</c:v>
                </c:pt>
                <c:pt idx="968">
                  <c:v>8.67798615</c:v>
                </c:pt>
                <c:pt idx="969">
                  <c:v>1.11999178</c:v>
                </c:pt>
                <c:pt idx="970">
                  <c:v>5.78250933</c:v>
                </c:pt>
                <c:pt idx="971">
                  <c:v>12.25328255</c:v>
                </c:pt>
                <c:pt idx="972">
                  <c:v>9.19008923</c:v>
                </c:pt>
                <c:pt idx="973">
                  <c:v>6.19840813</c:v>
                </c:pt>
                <c:pt idx="974">
                  <c:v>13.35578918</c:v>
                </c:pt>
                <c:pt idx="975">
                  <c:v>12.20218658</c:v>
                </c:pt>
                <c:pt idx="976">
                  <c:v>11.62117004</c:v>
                </c:pt>
                <c:pt idx="977">
                  <c:v>10.90201187</c:v>
                </c:pt>
                <c:pt idx="978">
                  <c:v>11.23726368</c:v>
                </c:pt>
                <c:pt idx="979">
                  <c:v>10.09719372</c:v>
                </c:pt>
                <c:pt idx="980">
                  <c:v>9.69321918</c:v>
                </c:pt>
                <c:pt idx="981">
                  <c:v>5.0258708</c:v>
                </c:pt>
                <c:pt idx="982">
                  <c:v>-0.62355071</c:v>
                </c:pt>
                <c:pt idx="983">
                  <c:v>12.13825321</c:v>
                </c:pt>
                <c:pt idx="984">
                  <c:v>9.37132454</c:v>
                </c:pt>
                <c:pt idx="985">
                  <c:v>10.00512695</c:v>
                </c:pt>
                <c:pt idx="986">
                  <c:v>7.30571365</c:v>
                </c:pt>
                <c:pt idx="987">
                  <c:v>10.06400108</c:v>
                </c:pt>
                <c:pt idx="988">
                  <c:v>9.51145935</c:v>
                </c:pt>
                <c:pt idx="989">
                  <c:v>11.41101933</c:v>
                </c:pt>
                <c:pt idx="990">
                  <c:v>12.69392204</c:v>
                </c:pt>
                <c:pt idx="991">
                  <c:v>7.97312641</c:v>
                </c:pt>
                <c:pt idx="992">
                  <c:v>8.68126678</c:v>
                </c:pt>
                <c:pt idx="993">
                  <c:v>9.65444946</c:v>
                </c:pt>
                <c:pt idx="994">
                  <c:v>24.15910912</c:v>
                </c:pt>
                <c:pt idx="995">
                  <c:v>13.77158928</c:v>
                </c:pt>
                <c:pt idx="996">
                  <c:v>10.33273888</c:v>
                </c:pt>
                <c:pt idx="997">
                  <c:v>10.02582455</c:v>
                </c:pt>
                <c:pt idx="998">
                  <c:v>15.15328407</c:v>
                </c:pt>
                <c:pt idx="999">
                  <c:v>13.20888042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8DFE7"/>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10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Host updates (thousands)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25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6.xml><?xml version="1.0" encoding="utf-8"?>
<c:chartSpace xmlns:c="http://schemas.openxmlformats.org/drawingml/2006/chart" xmlns:r="http://schemas.openxmlformats.org/officeDocument/2006/relationships">
  <c:lang val="en-US"/>
  <c:chart>
    <c:plotArea>
      <c:scatterChart>
        <c:scatterStyle val="line"/>
        <c:ser>
          <c:idx val="0"/>
          <c:order val="0"/>
          <c:tx>
            <c:v>BCA</c:v>
          </c:tx>
          <c:spPr>
            <a:ln xmlns:a="http://schemas.openxmlformats.org/drawingml/2006/main" w="15240">
              <a:solidFill>
                <a:srgbClr val="087F8C"/>
              </a:solidFill>
            </a:ln>
          </c:spPr>
          <c:marker>
            <c:symbol val="none"/>
          </c:marker>
          <c:xVal>
            <c:numRef>
              <c:f>'Chart Data'!$A$2:$A$1001</c:f>
              <c:numCache>
                <c:formatCode>General</c:formatCode>
                <c:ptCount val="10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numCache>
            </c:numRef>
          </c:xVal>
          <c:yVal>
            <c:numRef>
              <c:f>'Chart Data'!$B$2:$B$1001</c:f>
              <c:numCache>
                <c:formatCode>General</c:formatCode>
                <c:ptCount val="1000"/>
                <c:pt idx="0">
                  <c:v>1</c:v>
                </c:pt>
                <c:pt idx="1">
                  <c:v>1</c:v>
                </c:pt>
                <c:pt idx="2">
                  <c:v>1</c:v>
                </c:pt>
                <c:pt idx="3">
                  <c:v>1</c:v>
                </c:pt>
                <c:pt idx="4">
                  <c:v>1</c:v>
                </c:pt>
                <c:pt idx="5">
                  <c:v>1</c:v>
                </c:pt>
                <c:pt idx="6">
                  <c:v>1</c:v>
                </c:pt>
                <c:pt idx="7">
                  <c:v>1</c:v>
                </c:pt>
                <c:pt idx="8">
                  <c:v>1</c:v>
                </c:pt>
                <c:pt idx="9">
                  <c:v>1</c:v>
                </c:pt>
                <c:pt idx="10">
                  <c:v>1.29294622</c:v>
                </c:pt>
                <c:pt idx="11">
                  <c:v>1.29109335</c:v>
                </c:pt>
                <c:pt idx="12">
                  <c:v>1.29179955</c:v>
                </c:pt>
                <c:pt idx="13">
                  <c:v>1.29078448</c:v>
                </c:pt>
                <c:pt idx="14">
                  <c:v>1.29356551</c:v>
                </c:pt>
                <c:pt idx="15">
                  <c:v>1.29659498</c:v>
                </c:pt>
                <c:pt idx="16">
                  <c:v>1.29601598</c:v>
                </c:pt>
                <c:pt idx="17">
                  <c:v>1.29634702</c:v>
                </c:pt>
                <c:pt idx="18">
                  <c:v>1.29444218</c:v>
                </c:pt>
                <c:pt idx="19">
                  <c:v>1.29518294</c:v>
                </c:pt>
                <c:pt idx="20">
                  <c:v>1.29582834</c:v>
                </c:pt>
                <c:pt idx="21">
                  <c:v>1.29619384</c:v>
                </c:pt>
                <c:pt idx="22">
                  <c:v>1.29666972</c:v>
                </c:pt>
                <c:pt idx="23">
                  <c:v>1.2974236</c:v>
                </c:pt>
                <c:pt idx="24">
                  <c:v>1.29791057</c:v>
                </c:pt>
                <c:pt idx="25">
                  <c:v>1.30043483</c:v>
                </c:pt>
                <c:pt idx="26">
                  <c:v>1.30003905</c:v>
                </c:pt>
                <c:pt idx="27">
                  <c:v>1.29930949</c:v>
                </c:pt>
                <c:pt idx="28">
                  <c:v>1.29918385</c:v>
                </c:pt>
                <c:pt idx="29">
                  <c:v>1.30035555</c:v>
                </c:pt>
                <c:pt idx="30">
                  <c:v>1.29554486</c:v>
                </c:pt>
                <c:pt idx="31">
                  <c:v>1.29361475</c:v>
                </c:pt>
                <c:pt idx="32">
                  <c:v>1.29552197</c:v>
                </c:pt>
                <c:pt idx="33">
                  <c:v>1.29640031</c:v>
                </c:pt>
                <c:pt idx="34">
                  <c:v>1.29591691</c:v>
                </c:pt>
                <c:pt idx="35">
                  <c:v>1.29018342</c:v>
                </c:pt>
                <c:pt idx="36">
                  <c:v>1.29164481</c:v>
                </c:pt>
                <c:pt idx="37">
                  <c:v>1.28920114</c:v>
                </c:pt>
                <c:pt idx="38">
                  <c:v>1.28898036</c:v>
                </c:pt>
                <c:pt idx="39">
                  <c:v>1.29036641</c:v>
                </c:pt>
                <c:pt idx="40">
                  <c:v>1.28992963</c:v>
                </c:pt>
                <c:pt idx="41">
                  <c:v>1.28616691</c:v>
                </c:pt>
                <c:pt idx="42">
                  <c:v>1.28833497</c:v>
                </c:pt>
                <c:pt idx="43">
                  <c:v>1.28554559</c:v>
                </c:pt>
                <c:pt idx="44">
                  <c:v>1.28634608</c:v>
                </c:pt>
                <c:pt idx="45">
                  <c:v>1.28916967</c:v>
                </c:pt>
                <c:pt idx="46">
                  <c:v>1.28876042</c:v>
                </c:pt>
                <c:pt idx="47">
                  <c:v>1.29132748</c:v>
                </c:pt>
                <c:pt idx="48">
                  <c:v>1.29039383</c:v>
                </c:pt>
                <c:pt idx="49">
                  <c:v>1.2884258</c:v>
                </c:pt>
                <c:pt idx="50">
                  <c:v>1.307217</c:v>
                </c:pt>
                <c:pt idx="51">
                  <c:v>1.30849719</c:v>
                </c:pt>
                <c:pt idx="52">
                  <c:v>1.30777252</c:v>
                </c:pt>
                <c:pt idx="53">
                  <c:v>1.30765676</c:v>
                </c:pt>
                <c:pt idx="54">
                  <c:v>1.30749893</c:v>
                </c:pt>
                <c:pt idx="55">
                  <c:v>1.30366099</c:v>
                </c:pt>
                <c:pt idx="56">
                  <c:v>1.30253983</c:v>
                </c:pt>
                <c:pt idx="57">
                  <c:v>1.30626547</c:v>
                </c:pt>
                <c:pt idx="58">
                  <c:v>1.30342317</c:v>
                </c:pt>
                <c:pt idx="59">
                  <c:v>1.30210745</c:v>
                </c:pt>
                <c:pt idx="60">
                  <c:v>1.29592657</c:v>
                </c:pt>
                <c:pt idx="61">
                  <c:v>1.29550385</c:v>
                </c:pt>
                <c:pt idx="62">
                  <c:v>1.29579771</c:v>
                </c:pt>
                <c:pt idx="63">
                  <c:v>1.29515707</c:v>
                </c:pt>
                <c:pt idx="64">
                  <c:v>1.29402101</c:v>
                </c:pt>
                <c:pt idx="65">
                  <c:v>1.30753374</c:v>
                </c:pt>
                <c:pt idx="66">
                  <c:v>1.30918717</c:v>
                </c:pt>
                <c:pt idx="67">
                  <c:v>1.3097887</c:v>
                </c:pt>
                <c:pt idx="68">
                  <c:v>1.31039238</c:v>
                </c:pt>
                <c:pt idx="69">
                  <c:v>1.30926371</c:v>
                </c:pt>
                <c:pt idx="70">
                  <c:v>1.29851246</c:v>
                </c:pt>
                <c:pt idx="71">
                  <c:v>1.29960346</c:v>
                </c:pt>
                <c:pt idx="72">
                  <c:v>1.30012512</c:v>
                </c:pt>
                <c:pt idx="73">
                  <c:v>1.29632783</c:v>
                </c:pt>
                <c:pt idx="74">
                  <c:v>1.29836702</c:v>
                </c:pt>
                <c:pt idx="75">
                  <c:v>1.3120842</c:v>
                </c:pt>
                <c:pt idx="76">
                  <c:v>1.3138082</c:v>
                </c:pt>
                <c:pt idx="77">
                  <c:v>1.31218767</c:v>
                </c:pt>
                <c:pt idx="78">
                  <c:v>1.31105268</c:v>
                </c:pt>
                <c:pt idx="79">
                  <c:v>1.31519783</c:v>
                </c:pt>
                <c:pt idx="80">
                  <c:v>1.29615092</c:v>
                </c:pt>
                <c:pt idx="81">
                  <c:v>1.2962749</c:v>
                </c:pt>
                <c:pt idx="82">
                  <c:v>1.29866147</c:v>
                </c:pt>
                <c:pt idx="83">
                  <c:v>1.29643452</c:v>
                </c:pt>
                <c:pt idx="84">
                  <c:v>1.29665995</c:v>
                </c:pt>
                <c:pt idx="85">
                  <c:v>1.30037701</c:v>
                </c:pt>
                <c:pt idx="86">
                  <c:v>1.29769373</c:v>
                </c:pt>
                <c:pt idx="87">
                  <c:v>1.29965627</c:v>
                </c:pt>
                <c:pt idx="88">
                  <c:v>1.29859304</c:v>
                </c:pt>
                <c:pt idx="89">
                  <c:v>1.3008182</c:v>
                </c:pt>
                <c:pt idx="90">
                  <c:v>1.3189069</c:v>
                </c:pt>
                <c:pt idx="91">
                  <c:v>1.31608403</c:v>
                </c:pt>
                <c:pt idx="92">
                  <c:v>1.31528378</c:v>
                </c:pt>
                <c:pt idx="93">
                  <c:v>1.31816173</c:v>
                </c:pt>
                <c:pt idx="94">
                  <c:v>1.31364512</c:v>
                </c:pt>
                <c:pt idx="95">
                  <c:v>1.32249224</c:v>
                </c:pt>
                <c:pt idx="96">
                  <c:v>1.32290518</c:v>
                </c:pt>
                <c:pt idx="97">
                  <c:v>1.32334685</c:v>
                </c:pt>
                <c:pt idx="98">
                  <c:v>1.32258868</c:v>
                </c:pt>
                <c:pt idx="99">
                  <c:v>1.32295156</c:v>
                </c:pt>
                <c:pt idx="100">
                  <c:v>1.3016479</c:v>
                </c:pt>
                <c:pt idx="101">
                  <c:v>1.30130625</c:v>
                </c:pt>
                <c:pt idx="102">
                  <c:v>1.30063915</c:v>
                </c:pt>
                <c:pt idx="103">
                  <c:v>1.30257273</c:v>
                </c:pt>
                <c:pt idx="104">
                  <c:v>1.29833233</c:v>
                </c:pt>
                <c:pt idx="105">
                  <c:v>1.31012201</c:v>
                </c:pt>
                <c:pt idx="106">
                  <c:v>1.31200945</c:v>
                </c:pt>
                <c:pt idx="107">
                  <c:v>1.31171727</c:v>
                </c:pt>
                <c:pt idx="108">
                  <c:v>1.31178451</c:v>
                </c:pt>
                <c:pt idx="109">
                  <c:v>1.31096292</c:v>
                </c:pt>
                <c:pt idx="110">
                  <c:v>1.31371701</c:v>
                </c:pt>
                <c:pt idx="111">
                  <c:v>1.31164217</c:v>
                </c:pt>
                <c:pt idx="112">
                  <c:v>1.31342697</c:v>
                </c:pt>
                <c:pt idx="113">
                  <c:v>1.31297362</c:v>
                </c:pt>
                <c:pt idx="114">
                  <c:v>1.31391907</c:v>
                </c:pt>
                <c:pt idx="115">
                  <c:v>1.33159184</c:v>
                </c:pt>
                <c:pt idx="116">
                  <c:v>1.3307054</c:v>
                </c:pt>
                <c:pt idx="117">
                  <c:v>1.3307519</c:v>
                </c:pt>
                <c:pt idx="118">
                  <c:v>1.33080709</c:v>
                </c:pt>
                <c:pt idx="119">
                  <c:v>1.33028293</c:v>
                </c:pt>
                <c:pt idx="120">
                  <c:v>1.31253088</c:v>
                </c:pt>
                <c:pt idx="121">
                  <c:v>1.31200814</c:v>
                </c:pt>
                <c:pt idx="122">
                  <c:v>1.30993819</c:v>
                </c:pt>
                <c:pt idx="123">
                  <c:v>1.30667567</c:v>
                </c:pt>
                <c:pt idx="124">
                  <c:v>1.30831099</c:v>
                </c:pt>
                <c:pt idx="125">
                  <c:v>1.30673814</c:v>
                </c:pt>
                <c:pt idx="126">
                  <c:v>1.3060751</c:v>
                </c:pt>
                <c:pt idx="127">
                  <c:v>1.30623627</c:v>
                </c:pt>
                <c:pt idx="128">
                  <c:v>1.30580759</c:v>
                </c:pt>
                <c:pt idx="129">
                  <c:v>1.3050344</c:v>
                </c:pt>
                <c:pt idx="130">
                  <c:v>1.30681205</c:v>
                </c:pt>
                <c:pt idx="131">
                  <c:v>1.30675912</c:v>
                </c:pt>
                <c:pt idx="132">
                  <c:v>1.30431819</c:v>
                </c:pt>
                <c:pt idx="133">
                  <c:v>1.30734634</c:v>
                </c:pt>
                <c:pt idx="134">
                  <c:v>1.30458188</c:v>
                </c:pt>
                <c:pt idx="135">
                  <c:v>1.31341922</c:v>
                </c:pt>
                <c:pt idx="136">
                  <c:v>1.31022263</c:v>
                </c:pt>
                <c:pt idx="137">
                  <c:v>1.31306505</c:v>
                </c:pt>
                <c:pt idx="138">
                  <c:v>1.31126559</c:v>
                </c:pt>
                <c:pt idx="139">
                  <c:v>1.3094027</c:v>
                </c:pt>
                <c:pt idx="140">
                  <c:v>1.31326056</c:v>
                </c:pt>
                <c:pt idx="141">
                  <c:v>1.31182563</c:v>
                </c:pt>
                <c:pt idx="142">
                  <c:v>1.31521416</c:v>
                </c:pt>
                <c:pt idx="143">
                  <c:v>1.31357753</c:v>
                </c:pt>
                <c:pt idx="144">
                  <c:v>1.31375027</c:v>
                </c:pt>
                <c:pt idx="145">
                  <c:v>1.32560992</c:v>
                </c:pt>
                <c:pt idx="146">
                  <c:v>1.32463694</c:v>
                </c:pt>
                <c:pt idx="147">
                  <c:v>1.32561779</c:v>
                </c:pt>
                <c:pt idx="148">
                  <c:v>1.32687116</c:v>
                </c:pt>
                <c:pt idx="149">
                  <c:v>1.32690692</c:v>
                </c:pt>
                <c:pt idx="150">
                  <c:v>1.31902802</c:v>
                </c:pt>
                <c:pt idx="151">
                  <c:v>1.31876409</c:v>
                </c:pt>
                <c:pt idx="152">
                  <c:v>1.31989384</c:v>
                </c:pt>
                <c:pt idx="153">
                  <c:v>1.32078743</c:v>
                </c:pt>
                <c:pt idx="154">
                  <c:v>1.32054222</c:v>
                </c:pt>
                <c:pt idx="155">
                  <c:v>1.30965269</c:v>
                </c:pt>
                <c:pt idx="156">
                  <c:v>1.31082296</c:v>
                </c:pt>
                <c:pt idx="157">
                  <c:v>1.30869317</c:v>
                </c:pt>
                <c:pt idx="158">
                  <c:v>1.31268668</c:v>
                </c:pt>
                <c:pt idx="159">
                  <c:v>1.31152463</c:v>
                </c:pt>
                <c:pt idx="160">
                  <c:v>1.32091129</c:v>
                </c:pt>
                <c:pt idx="161">
                  <c:v>1.32357657</c:v>
                </c:pt>
                <c:pt idx="162">
                  <c:v>1.32075</c:v>
                </c:pt>
                <c:pt idx="163">
                  <c:v>1.32306623</c:v>
                </c:pt>
                <c:pt idx="164">
                  <c:v>1.31958354</c:v>
                </c:pt>
                <c:pt idx="165">
                  <c:v>1.31078124</c:v>
                </c:pt>
                <c:pt idx="166">
                  <c:v>1.31286049</c:v>
                </c:pt>
                <c:pt idx="167">
                  <c:v>1.31097579</c:v>
                </c:pt>
                <c:pt idx="168">
                  <c:v>1.31148183</c:v>
                </c:pt>
                <c:pt idx="169">
                  <c:v>1.30945241</c:v>
                </c:pt>
                <c:pt idx="170">
                  <c:v>1.31798327</c:v>
                </c:pt>
                <c:pt idx="171">
                  <c:v>1.31571412</c:v>
                </c:pt>
                <c:pt idx="172">
                  <c:v>1.31769609</c:v>
                </c:pt>
                <c:pt idx="173">
                  <c:v>1.3163482</c:v>
                </c:pt>
                <c:pt idx="174">
                  <c:v>1.31797075</c:v>
                </c:pt>
                <c:pt idx="175">
                  <c:v>1.31044042</c:v>
                </c:pt>
                <c:pt idx="176">
                  <c:v>1.31017375</c:v>
                </c:pt>
                <c:pt idx="177">
                  <c:v>1.30860281</c:v>
                </c:pt>
                <c:pt idx="178">
                  <c:v>1.30912209</c:v>
                </c:pt>
                <c:pt idx="179">
                  <c:v>1.30952382</c:v>
                </c:pt>
                <c:pt idx="180">
                  <c:v>1.31616604</c:v>
                </c:pt>
                <c:pt idx="181">
                  <c:v>1.31410861</c:v>
                </c:pt>
                <c:pt idx="182">
                  <c:v>1.3144207</c:v>
                </c:pt>
                <c:pt idx="183">
                  <c:v>1.31802487</c:v>
                </c:pt>
                <c:pt idx="184">
                  <c:v>1.31736064</c:v>
                </c:pt>
                <c:pt idx="185">
                  <c:v>1.31116128</c:v>
                </c:pt>
                <c:pt idx="186">
                  <c:v>1.30989206</c:v>
                </c:pt>
                <c:pt idx="187">
                  <c:v>1.30889118</c:v>
                </c:pt>
                <c:pt idx="188">
                  <c:v>1.31030023</c:v>
                </c:pt>
                <c:pt idx="189">
                  <c:v>1.30900681</c:v>
                </c:pt>
                <c:pt idx="190">
                  <c:v>1.33198476</c:v>
                </c:pt>
                <c:pt idx="191">
                  <c:v>1.33216226</c:v>
                </c:pt>
                <c:pt idx="192">
                  <c:v>1.33174837</c:v>
                </c:pt>
                <c:pt idx="193">
                  <c:v>1.32724404</c:v>
                </c:pt>
                <c:pt idx="194">
                  <c:v>1.33194768</c:v>
                </c:pt>
                <c:pt idx="195">
                  <c:v>1.31593764</c:v>
                </c:pt>
                <c:pt idx="196">
                  <c:v>1.31743717</c:v>
                </c:pt>
                <c:pt idx="197">
                  <c:v>1.31513667</c:v>
                </c:pt>
                <c:pt idx="198">
                  <c:v>1.31584609</c:v>
                </c:pt>
                <c:pt idx="199">
                  <c:v>1.31674004</c:v>
                </c:pt>
                <c:pt idx="200">
                  <c:v>1.31181216</c:v>
                </c:pt>
                <c:pt idx="201">
                  <c:v>1.31227493</c:v>
                </c:pt>
                <c:pt idx="202">
                  <c:v>1.31082022</c:v>
                </c:pt>
                <c:pt idx="203">
                  <c:v>1.3126595</c:v>
                </c:pt>
                <c:pt idx="204">
                  <c:v>1.31191182</c:v>
                </c:pt>
                <c:pt idx="205">
                  <c:v>1.31144083</c:v>
                </c:pt>
                <c:pt idx="206">
                  <c:v>1.31068277</c:v>
                </c:pt>
                <c:pt idx="207">
                  <c:v>1.3127501</c:v>
                </c:pt>
                <c:pt idx="208">
                  <c:v>1.31060767</c:v>
                </c:pt>
                <c:pt idx="209">
                  <c:v>1.31170654</c:v>
                </c:pt>
                <c:pt idx="210">
                  <c:v>1.31113458</c:v>
                </c:pt>
                <c:pt idx="211">
                  <c:v>1.3124361</c:v>
                </c:pt>
                <c:pt idx="212">
                  <c:v>1.31374979</c:v>
                </c:pt>
                <c:pt idx="213">
                  <c:v>1.31249142</c:v>
                </c:pt>
                <c:pt idx="214">
                  <c:v>1.30962658</c:v>
                </c:pt>
                <c:pt idx="215">
                  <c:v>1.31641984</c:v>
                </c:pt>
                <c:pt idx="216">
                  <c:v>1.31711125</c:v>
                </c:pt>
                <c:pt idx="217">
                  <c:v>1.31622648</c:v>
                </c:pt>
                <c:pt idx="218">
                  <c:v>1.31572211</c:v>
                </c:pt>
                <c:pt idx="219">
                  <c:v>1.31556153</c:v>
                </c:pt>
                <c:pt idx="220">
                  <c:v>1.32576346</c:v>
                </c:pt>
                <c:pt idx="221">
                  <c:v>1.32578671</c:v>
                </c:pt>
                <c:pt idx="222">
                  <c:v>1.32327628</c:v>
                </c:pt>
                <c:pt idx="223">
                  <c:v>1.32475507</c:v>
                </c:pt>
                <c:pt idx="224">
                  <c:v>1.32613921</c:v>
                </c:pt>
                <c:pt idx="225">
                  <c:v>1.30826986</c:v>
                </c:pt>
                <c:pt idx="226">
                  <c:v>1.30860591</c:v>
                </c:pt>
                <c:pt idx="227">
                  <c:v>1.30990648</c:v>
                </c:pt>
                <c:pt idx="228">
                  <c:v>1.3094691</c:v>
                </c:pt>
                <c:pt idx="229">
                  <c:v>1.30894828</c:v>
                </c:pt>
                <c:pt idx="230">
                  <c:v>1.31906521</c:v>
                </c:pt>
                <c:pt idx="231">
                  <c:v>1.3200202</c:v>
                </c:pt>
                <c:pt idx="232">
                  <c:v>1.32054889</c:v>
                </c:pt>
                <c:pt idx="233">
                  <c:v>1.32058668</c:v>
                </c:pt>
                <c:pt idx="234">
                  <c:v>1.31982589</c:v>
                </c:pt>
                <c:pt idx="235">
                  <c:v>1.31323814</c:v>
                </c:pt>
                <c:pt idx="236">
                  <c:v>1.3169142</c:v>
                </c:pt>
                <c:pt idx="237">
                  <c:v>1.31712663</c:v>
                </c:pt>
                <c:pt idx="238">
                  <c:v>1.31674552</c:v>
                </c:pt>
                <c:pt idx="239">
                  <c:v>1.31787848</c:v>
                </c:pt>
                <c:pt idx="240">
                  <c:v>1.31817472</c:v>
                </c:pt>
                <c:pt idx="241">
                  <c:v>1.3152169</c:v>
                </c:pt>
                <c:pt idx="242">
                  <c:v>1.3164258</c:v>
                </c:pt>
                <c:pt idx="243">
                  <c:v>1.3177557</c:v>
                </c:pt>
                <c:pt idx="244">
                  <c:v>1.31590652</c:v>
                </c:pt>
                <c:pt idx="245">
                  <c:v>1.32268405</c:v>
                </c:pt>
                <c:pt idx="246">
                  <c:v>1.32078648</c:v>
                </c:pt>
                <c:pt idx="247">
                  <c:v>1.32094312</c:v>
                </c:pt>
                <c:pt idx="248">
                  <c:v>1.31992078</c:v>
                </c:pt>
                <c:pt idx="249">
                  <c:v>1.32152617</c:v>
                </c:pt>
                <c:pt idx="250">
                  <c:v>1.31421494</c:v>
                </c:pt>
                <c:pt idx="251">
                  <c:v>1.31638145</c:v>
                </c:pt>
                <c:pt idx="252">
                  <c:v>1.31480813</c:v>
                </c:pt>
                <c:pt idx="253">
                  <c:v>1.31555986</c:v>
                </c:pt>
                <c:pt idx="254">
                  <c:v>1.31633604</c:v>
                </c:pt>
                <c:pt idx="255">
                  <c:v>1.30746675</c:v>
                </c:pt>
                <c:pt idx="256">
                  <c:v>1.30953991</c:v>
                </c:pt>
                <c:pt idx="257">
                  <c:v>1.30776238</c:v>
                </c:pt>
                <c:pt idx="258">
                  <c:v>1.31225514</c:v>
                </c:pt>
                <c:pt idx="259">
                  <c:v>1.30872488</c:v>
                </c:pt>
                <c:pt idx="260">
                  <c:v>1.32187498</c:v>
                </c:pt>
                <c:pt idx="261">
                  <c:v>1.32344675</c:v>
                </c:pt>
                <c:pt idx="262">
                  <c:v>1.32553375</c:v>
                </c:pt>
                <c:pt idx="263">
                  <c:v>1.32421231</c:v>
                </c:pt>
                <c:pt idx="264">
                  <c:v>1.32292962</c:v>
                </c:pt>
                <c:pt idx="265">
                  <c:v>1.31785703</c:v>
                </c:pt>
                <c:pt idx="266">
                  <c:v>1.31836653</c:v>
                </c:pt>
                <c:pt idx="267">
                  <c:v>1.31936169</c:v>
                </c:pt>
                <c:pt idx="268">
                  <c:v>1.31868649</c:v>
                </c:pt>
                <c:pt idx="269">
                  <c:v>1.3173852</c:v>
                </c:pt>
                <c:pt idx="270">
                  <c:v>1.30822992</c:v>
                </c:pt>
                <c:pt idx="271">
                  <c:v>1.30450749</c:v>
                </c:pt>
                <c:pt idx="272">
                  <c:v>1.30729651</c:v>
                </c:pt>
                <c:pt idx="273">
                  <c:v>1.3078624</c:v>
                </c:pt>
                <c:pt idx="274">
                  <c:v>1.30735588</c:v>
                </c:pt>
                <c:pt idx="275">
                  <c:v>1.32289922</c:v>
                </c:pt>
                <c:pt idx="276">
                  <c:v>1.32490921</c:v>
                </c:pt>
                <c:pt idx="277">
                  <c:v>1.32197773</c:v>
                </c:pt>
                <c:pt idx="278">
                  <c:v>1.32327914</c:v>
                </c:pt>
                <c:pt idx="279">
                  <c:v>1.32343042</c:v>
                </c:pt>
                <c:pt idx="280">
                  <c:v>1.30841267</c:v>
                </c:pt>
                <c:pt idx="281">
                  <c:v>1.30864751</c:v>
                </c:pt>
                <c:pt idx="282">
                  <c:v>1.30902267</c:v>
                </c:pt>
                <c:pt idx="283">
                  <c:v>1.30585968</c:v>
                </c:pt>
                <c:pt idx="284">
                  <c:v>1.30890465</c:v>
                </c:pt>
                <c:pt idx="285">
                  <c:v>1.31406522</c:v>
                </c:pt>
                <c:pt idx="286">
                  <c:v>1.31685281</c:v>
                </c:pt>
                <c:pt idx="287">
                  <c:v>1.3158716</c:v>
                </c:pt>
                <c:pt idx="288">
                  <c:v>1.31294584</c:v>
                </c:pt>
                <c:pt idx="289">
                  <c:v>1.31583667</c:v>
                </c:pt>
                <c:pt idx="290">
                  <c:v>1.31334198</c:v>
                </c:pt>
                <c:pt idx="291">
                  <c:v>1.31638861</c:v>
                </c:pt>
                <c:pt idx="292">
                  <c:v>1.31408381</c:v>
                </c:pt>
                <c:pt idx="293">
                  <c:v>1.31241703</c:v>
                </c:pt>
                <c:pt idx="294">
                  <c:v>1.31322348</c:v>
                </c:pt>
                <c:pt idx="295">
                  <c:v>1.32034826</c:v>
                </c:pt>
                <c:pt idx="296">
                  <c:v>1.31760335</c:v>
                </c:pt>
                <c:pt idx="297">
                  <c:v>1.31631422</c:v>
                </c:pt>
                <c:pt idx="298">
                  <c:v>1.31755984</c:v>
                </c:pt>
                <c:pt idx="299">
                  <c:v>1.3167088</c:v>
                </c:pt>
                <c:pt idx="300">
                  <c:v>1.31984329</c:v>
                </c:pt>
                <c:pt idx="301">
                  <c:v>1.31893086</c:v>
                </c:pt>
                <c:pt idx="302">
                  <c:v>1.32089448</c:v>
                </c:pt>
                <c:pt idx="303">
                  <c:v>1.31788051</c:v>
                </c:pt>
                <c:pt idx="304">
                  <c:v>1.32084072</c:v>
                </c:pt>
                <c:pt idx="305">
                  <c:v>1.3217082</c:v>
                </c:pt>
                <c:pt idx="306">
                  <c:v>1.32135177</c:v>
                </c:pt>
                <c:pt idx="307">
                  <c:v>1.32074559</c:v>
                </c:pt>
                <c:pt idx="308">
                  <c:v>1.32173538</c:v>
                </c:pt>
                <c:pt idx="309">
                  <c:v>1.32193911</c:v>
                </c:pt>
                <c:pt idx="310">
                  <c:v>1.31896174</c:v>
                </c:pt>
                <c:pt idx="311">
                  <c:v>1.31812286</c:v>
                </c:pt>
                <c:pt idx="312">
                  <c:v>1.31668091</c:v>
                </c:pt>
                <c:pt idx="313">
                  <c:v>1.31795382</c:v>
                </c:pt>
                <c:pt idx="314">
                  <c:v>1.31734884</c:v>
                </c:pt>
                <c:pt idx="315">
                  <c:v>1.33217072</c:v>
                </c:pt>
                <c:pt idx="316">
                  <c:v>1.33408046</c:v>
                </c:pt>
                <c:pt idx="317">
                  <c:v>1.33542633</c:v>
                </c:pt>
                <c:pt idx="318">
                  <c:v>1.33539438</c:v>
                </c:pt>
                <c:pt idx="319">
                  <c:v>1.3333112</c:v>
                </c:pt>
                <c:pt idx="320">
                  <c:v>1.32785201</c:v>
                </c:pt>
                <c:pt idx="321">
                  <c:v>1.32861865</c:v>
                </c:pt>
                <c:pt idx="322">
                  <c:v>1.32970345</c:v>
                </c:pt>
                <c:pt idx="323">
                  <c:v>1.32980371</c:v>
                </c:pt>
                <c:pt idx="324">
                  <c:v>1.32992554</c:v>
                </c:pt>
                <c:pt idx="325">
                  <c:v>1.32762408</c:v>
                </c:pt>
                <c:pt idx="326">
                  <c:v>1.32434559</c:v>
                </c:pt>
                <c:pt idx="327">
                  <c:v>1.32536364</c:v>
                </c:pt>
                <c:pt idx="328">
                  <c:v>1.32457769</c:v>
                </c:pt>
                <c:pt idx="329">
                  <c:v>1.32429409</c:v>
                </c:pt>
                <c:pt idx="330">
                  <c:v>1.31668317</c:v>
                </c:pt>
                <c:pt idx="331">
                  <c:v>1.31720543</c:v>
                </c:pt>
                <c:pt idx="332">
                  <c:v>1.31798828</c:v>
                </c:pt>
                <c:pt idx="333">
                  <c:v>1.31773913</c:v>
                </c:pt>
                <c:pt idx="334">
                  <c:v>1.3173492</c:v>
                </c:pt>
                <c:pt idx="335">
                  <c:v>1.33061051</c:v>
                </c:pt>
                <c:pt idx="336">
                  <c:v>1.32880676</c:v>
                </c:pt>
                <c:pt idx="337">
                  <c:v>1.33018804</c:v>
                </c:pt>
                <c:pt idx="338">
                  <c:v>1.32748806</c:v>
                </c:pt>
                <c:pt idx="339">
                  <c:v>1.32858169</c:v>
                </c:pt>
                <c:pt idx="340">
                  <c:v>1.32523251</c:v>
                </c:pt>
                <c:pt idx="341">
                  <c:v>1.32165408</c:v>
                </c:pt>
                <c:pt idx="342">
                  <c:v>1.32261455</c:v>
                </c:pt>
                <c:pt idx="343">
                  <c:v>1.32121623</c:v>
                </c:pt>
                <c:pt idx="344">
                  <c:v>1.32354546</c:v>
                </c:pt>
                <c:pt idx="345">
                  <c:v>1.32547474</c:v>
                </c:pt>
                <c:pt idx="346">
                  <c:v>1.3246038</c:v>
                </c:pt>
                <c:pt idx="347">
                  <c:v>1.32619739</c:v>
                </c:pt>
                <c:pt idx="348">
                  <c:v>1.32431424</c:v>
                </c:pt>
                <c:pt idx="349">
                  <c:v>1.32553101</c:v>
                </c:pt>
                <c:pt idx="350">
                  <c:v>1.33558118</c:v>
                </c:pt>
                <c:pt idx="351">
                  <c:v>1.33360755</c:v>
                </c:pt>
                <c:pt idx="352">
                  <c:v>1.33470607</c:v>
                </c:pt>
                <c:pt idx="353">
                  <c:v>1.33354473</c:v>
                </c:pt>
                <c:pt idx="354">
                  <c:v>1.33341265</c:v>
                </c:pt>
                <c:pt idx="355">
                  <c:v>1.33939242</c:v>
                </c:pt>
                <c:pt idx="356">
                  <c:v>1.33971512</c:v>
                </c:pt>
                <c:pt idx="357">
                  <c:v>1.33898723</c:v>
                </c:pt>
                <c:pt idx="358">
                  <c:v>1.33939552</c:v>
                </c:pt>
                <c:pt idx="359">
                  <c:v>1.33948672</c:v>
                </c:pt>
                <c:pt idx="360">
                  <c:v>1.32691002</c:v>
                </c:pt>
                <c:pt idx="361">
                  <c:v>1.32631409</c:v>
                </c:pt>
                <c:pt idx="362">
                  <c:v>1.32586432</c:v>
                </c:pt>
                <c:pt idx="363">
                  <c:v>1.32715273</c:v>
                </c:pt>
                <c:pt idx="364">
                  <c:v>1.32620847</c:v>
                </c:pt>
                <c:pt idx="365">
                  <c:v>1.32679117</c:v>
                </c:pt>
                <c:pt idx="366">
                  <c:v>1.32576752</c:v>
                </c:pt>
                <c:pt idx="367">
                  <c:v>1.32565987</c:v>
                </c:pt>
                <c:pt idx="368">
                  <c:v>1.32667267</c:v>
                </c:pt>
                <c:pt idx="369">
                  <c:v>1.32665467</c:v>
                </c:pt>
                <c:pt idx="370">
                  <c:v>1.32204962</c:v>
                </c:pt>
                <c:pt idx="371">
                  <c:v>1.32114983</c:v>
                </c:pt>
                <c:pt idx="372">
                  <c:v>1.32260239</c:v>
                </c:pt>
                <c:pt idx="373">
                  <c:v>1.3228538</c:v>
                </c:pt>
                <c:pt idx="374">
                  <c:v>1.32404375</c:v>
                </c:pt>
                <c:pt idx="375">
                  <c:v>1.33292675</c:v>
                </c:pt>
                <c:pt idx="376">
                  <c:v>1.33377922</c:v>
                </c:pt>
                <c:pt idx="377">
                  <c:v>1.33317626</c:v>
                </c:pt>
                <c:pt idx="378">
                  <c:v>1.33282471</c:v>
                </c:pt>
                <c:pt idx="379">
                  <c:v>1.33401394</c:v>
                </c:pt>
                <c:pt idx="380">
                  <c:v>1.32280684</c:v>
                </c:pt>
                <c:pt idx="381">
                  <c:v>1.32392502</c:v>
                </c:pt>
                <c:pt idx="382">
                  <c:v>1.32405138</c:v>
                </c:pt>
                <c:pt idx="383">
                  <c:v>1.32321489</c:v>
                </c:pt>
                <c:pt idx="384">
                  <c:v>1.3255626</c:v>
                </c:pt>
                <c:pt idx="385">
                  <c:v>1.32519352</c:v>
                </c:pt>
                <c:pt idx="386">
                  <c:v>1.3261497</c:v>
                </c:pt>
                <c:pt idx="387">
                  <c:v>1.32764244</c:v>
                </c:pt>
                <c:pt idx="388">
                  <c:v>1.32515943</c:v>
                </c:pt>
                <c:pt idx="389">
                  <c:v>1.32492471</c:v>
                </c:pt>
                <c:pt idx="390">
                  <c:v>1.33545494</c:v>
                </c:pt>
                <c:pt idx="391">
                  <c:v>1.33763325</c:v>
                </c:pt>
                <c:pt idx="392">
                  <c:v>1.33680832</c:v>
                </c:pt>
                <c:pt idx="393">
                  <c:v>1.3336339</c:v>
                </c:pt>
                <c:pt idx="394">
                  <c:v>1.33691776</c:v>
                </c:pt>
                <c:pt idx="395">
                  <c:v>1.32214904</c:v>
                </c:pt>
                <c:pt idx="396">
                  <c:v>1.31904411</c:v>
                </c:pt>
                <c:pt idx="397">
                  <c:v>1.31940842</c:v>
                </c:pt>
                <c:pt idx="398">
                  <c:v>1.31885695</c:v>
                </c:pt>
                <c:pt idx="399">
                  <c:v>1.31996465</c:v>
                </c:pt>
                <c:pt idx="400">
                  <c:v>1.32613039</c:v>
                </c:pt>
                <c:pt idx="401">
                  <c:v>1.32484317</c:v>
                </c:pt>
                <c:pt idx="402">
                  <c:v>1.32147801</c:v>
                </c:pt>
                <c:pt idx="403">
                  <c:v>1.324072</c:v>
                </c:pt>
                <c:pt idx="404">
                  <c:v>1.32508314</c:v>
                </c:pt>
                <c:pt idx="405">
                  <c:v>1.34221208</c:v>
                </c:pt>
                <c:pt idx="406">
                  <c:v>1.34186172</c:v>
                </c:pt>
                <c:pt idx="407">
                  <c:v>1.34197438</c:v>
                </c:pt>
                <c:pt idx="408">
                  <c:v>1.34283113</c:v>
                </c:pt>
                <c:pt idx="409">
                  <c:v>1.34333014</c:v>
                </c:pt>
                <c:pt idx="410">
                  <c:v>1.33106172</c:v>
                </c:pt>
                <c:pt idx="411">
                  <c:v>1.32765532</c:v>
                </c:pt>
                <c:pt idx="412">
                  <c:v>1.32978964</c:v>
                </c:pt>
                <c:pt idx="413">
                  <c:v>1.32898402</c:v>
                </c:pt>
                <c:pt idx="414">
                  <c:v>1.33030593</c:v>
                </c:pt>
                <c:pt idx="415">
                  <c:v>1.32798147</c:v>
                </c:pt>
                <c:pt idx="416">
                  <c:v>1.32766366</c:v>
                </c:pt>
                <c:pt idx="417">
                  <c:v>1.32770419</c:v>
                </c:pt>
                <c:pt idx="418">
                  <c:v>1.32696152</c:v>
                </c:pt>
                <c:pt idx="419">
                  <c:v>1.32715726</c:v>
                </c:pt>
                <c:pt idx="420">
                  <c:v>1.33447707</c:v>
                </c:pt>
                <c:pt idx="421">
                  <c:v>1.33298182</c:v>
                </c:pt>
                <c:pt idx="422">
                  <c:v>1.33347034</c:v>
                </c:pt>
                <c:pt idx="423">
                  <c:v>1.33741069</c:v>
                </c:pt>
                <c:pt idx="424">
                  <c:v>1.33524323</c:v>
                </c:pt>
                <c:pt idx="425">
                  <c:v>1.32691455</c:v>
                </c:pt>
                <c:pt idx="426">
                  <c:v>1.32621861</c:v>
                </c:pt>
                <c:pt idx="427">
                  <c:v>1.32753336</c:v>
                </c:pt>
                <c:pt idx="428">
                  <c:v>1.32672358</c:v>
                </c:pt>
                <c:pt idx="429">
                  <c:v>1.32702637</c:v>
                </c:pt>
                <c:pt idx="430">
                  <c:v>1.32470942</c:v>
                </c:pt>
                <c:pt idx="431">
                  <c:v>1.3251462</c:v>
                </c:pt>
                <c:pt idx="432">
                  <c:v>1.32729781</c:v>
                </c:pt>
                <c:pt idx="433">
                  <c:v>1.32535005</c:v>
                </c:pt>
                <c:pt idx="434">
                  <c:v>1.32569265</c:v>
                </c:pt>
                <c:pt idx="435">
                  <c:v>1.32155299</c:v>
                </c:pt>
                <c:pt idx="436">
                  <c:v>1.32124186</c:v>
                </c:pt>
                <c:pt idx="437">
                  <c:v>1.32023919</c:v>
                </c:pt>
                <c:pt idx="438">
                  <c:v>1.32167482</c:v>
                </c:pt>
                <c:pt idx="439">
                  <c:v>1.32000566</c:v>
                </c:pt>
                <c:pt idx="440">
                  <c:v>1.32424057</c:v>
                </c:pt>
                <c:pt idx="441">
                  <c:v>1.32537913</c:v>
                </c:pt>
                <c:pt idx="442">
                  <c:v>1.32295489</c:v>
                </c:pt>
                <c:pt idx="443">
                  <c:v>1.3252573</c:v>
                </c:pt>
                <c:pt idx="444">
                  <c:v>1.32292747</c:v>
                </c:pt>
                <c:pt idx="445">
                  <c:v>1.34152985</c:v>
                </c:pt>
                <c:pt idx="446">
                  <c:v>1.33840799</c:v>
                </c:pt>
                <c:pt idx="447">
                  <c:v>1.33846581</c:v>
                </c:pt>
                <c:pt idx="448">
                  <c:v>1.34171247</c:v>
                </c:pt>
                <c:pt idx="449">
                  <c:v>1.34089553</c:v>
                </c:pt>
                <c:pt idx="450">
                  <c:v>1.32575488</c:v>
                </c:pt>
                <c:pt idx="451">
                  <c:v>1.32479382</c:v>
                </c:pt>
                <c:pt idx="452">
                  <c:v>1.3248167</c:v>
                </c:pt>
                <c:pt idx="453">
                  <c:v>1.32674611</c:v>
                </c:pt>
                <c:pt idx="454">
                  <c:v>1.32467854</c:v>
                </c:pt>
                <c:pt idx="455">
                  <c:v>1.33407807</c:v>
                </c:pt>
                <c:pt idx="456">
                  <c:v>1.33231878</c:v>
                </c:pt>
                <c:pt idx="457">
                  <c:v>1.33209372</c:v>
                </c:pt>
                <c:pt idx="458">
                  <c:v>1.3312912</c:v>
                </c:pt>
                <c:pt idx="459">
                  <c:v>1.33334351</c:v>
                </c:pt>
                <c:pt idx="460">
                  <c:v>1.33262134</c:v>
                </c:pt>
                <c:pt idx="461">
                  <c:v>1.33186078</c:v>
                </c:pt>
                <c:pt idx="462">
                  <c:v>1.33246911</c:v>
                </c:pt>
                <c:pt idx="463">
                  <c:v>1.33337522</c:v>
                </c:pt>
                <c:pt idx="464">
                  <c:v>1.33310187</c:v>
                </c:pt>
                <c:pt idx="465">
                  <c:v>1.33505607</c:v>
                </c:pt>
                <c:pt idx="466">
                  <c:v>1.33460259</c:v>
                </c:pt>
                <c:pt idx="467">
                  <c:v>1.33559763</c:v>
                </c:pt>
                <c:pt idx="468">
                  <c:v>1.33384657</c:v>
                </c:pt>
                <c:pt idx="469">
                  <c:v>1.33464479</c:v>
                </c:pt>
                <c:pt idx="470">
                  <c:v>1.33101201</c:v>
                </c:pt>
                <c:pt idx="471">
                  <c:v>1.32932425</c:v>
                </c:pt>
                <c:pt idx="472">
                  <c:v>1.33134019</c:v>
                </c:pt>
                <c:pt idx="473">
                  <c:v>1.32928395</c:v>
                </c:pt>
                <c:pt idx="474">
                  <c:v>1.32991421</c:v>
                </c:pt>
                <c:pt idx="475">
                  <c:v>1.3280828</c:v>
                </c:pt>
                <c:pt idx="476">
                  <c:v>1.32650781</c:v>
                </c:pt>
                <c:pt idx="477">
                  <c:v>1.3261956</c:v>
                </c:pt>
                <c:pt idx="478">
                  <c:v>1.32602704</c:v>
                </c:pt>
                <c:pt idx="479">
                  <c:v>1.32597363</c:v>
                </c:pt>
                <c:pt idx="480">
                  <c:v>1.32897663</c:v>
                </c:pt>
                <c:pt idx="481">
                  <c:v>1.33067286</c:v>
                </c:pt>
                <c:pt idx="482">
                  <c:v>1.32736826</c:v>
                </c:pt>
                <c:pt idx="483">
                  <c:v>1.32823193</c:v>
                </c:pt>
                <c:pt idx="484">
                  <c:v>1.32590294</c:v>
                </c:pt>
                <c:pt idx="485">
                  <c:v>1.33428645</c:v>
                </c:pt>
                <c:pt idx="486">
                  <c:v>1.33435369</c:v>
                </c:pt>
                <c:pt idx="487">
                  <c:v>1.33430183</c:v>
                </c:pt>
                <c:pt idx="488">
                  <c:v>1.33308339</c:v>
                </c:pt>
                <c:pt idx="489">
                  <c:v>1.33482385</c:v>
                </c:pt>
                <c:pt idx="490">
                  <c:v>1.32462406</c:v>
                </c:pt>
                <c:pt idx="491">
                  <c:v>1.32458329</c:v>
                </c:pt>
                <c:pt idx="492">
                  <c:v>1.32619786</c:v>
                </c:pt>
                <c:pt idx="493">
                  <c:v>1.32609844</c:v>
                </c:pt>
                <c:pt idx="494">
                  <c:v>1.32317519</c:v>
                </c:pt>
                <c:pt idx="495">
                  <c:v>1.33973777</c:v>
                </c:pt>
                <c:pt idx="496">
                  <c:v>1.33803606</c:v>
                </c:pt>
                <c:pt idx="497">
                  <c:v>1.3411535</c:v>
                </c:pt>
                <c:pt idx="498">
                  <c:v>1.34001529</c:v>
                </c:pt>
                <c:pt idx="499">
                  <c:v>1.33994782</c:v>
                </c:pt>
                <c:pt idx="500">
                  <c:v>1.33249891</c:v>
                </c:pt>
                <c:pt idx="501">
                  <c:v>1.3342092</c:v>
                </c:pt>
                <c:pt idx="502">
                  <c:v>1.33469844</c:v>
                </c:pt>
                <c:pt idx="503">
                  <c:v>1.33348024</c:v>
                </c:pt>
                <c:pt idx="504">
                  <c:v>1.33320212</c:v>
                </c:pt>
                <c:pt idx="505">
                  <c:v>1.32729363</c:v>
                </c:pt>
                <c:pt idx="506">
                  <c:v>1.32849252</c:v>
                </c:pt>
                <c:pt idx="507">
                  <c:v>1.32817435</c:v>
                </c:pt>
                <c:pt idx="508">
                  <c:v>1.32636452</c:v>
                </c:pt>
                <c:pt idx="509">
                  <c:v>1.32855904</c:v>
                </c:pt>
                <c:pt idx="510">
                  <c:v>1.34332252</c:v>
                </c:pt>
                <c:pt idx="511">
                  <c:v>1.34295917</c:v>
                </c:pt>
                <c:pt idx="512">
                  <c:v>1.3418932</c:v>
                </c:pt>
                <c:pt idx="513">
                  <c:v>1.34340012</c:v>
                </c:pt>
                <c:pt idx="514">
                  <c:v>1.34475124</c:v>
                </c:pt>
                <c:pt idx="515">
                  <c:v>1.34383929</c:v>
                </c:pt>
                <c:pt idx="516">
                  <c:v>1.34087992</c:v>
                </c:pt>
                <c:pt idx="517">
                  <c:v>1.34273922</c:v>
                </c:pt>
                <c:pt idx="518">
                  <c:v>1.34395051</c:v>
                </c:pt>
                <c:pt idx="519">
                  <c:v>1.34313273</c:v>
                </c:pt>
                <c:pt idx="520">
                  <c:v>1.34440351</c:v>
                </c:pt>
                <c:pt idx="521">
                  <c:v>1.34303284</c:v>
                </c:pt>
                <c:pt idx="522">
                  <c:v>1.34461665</c:v>
                </c:pt>
                <c:pt idx="523">
                  <c:v>1.34206271</c:v>
                </c:pt>
                <c:pt idx="524">
                  <c:v>1.34244013</c:v>
                </c:pt>
                <c:pt idx="525">
                  <c:v>1.3436023</c:v>
                </c:pt>
                <c:pt idx="526">
                  <c:v>1.34478641</c:v>
                </c:pt>
                <c:pt idx="527">
                  <c:v>1.34422004</c:v>
                </c:pt>
                <c:pt idx="528">
                  <c:v>1.34423137</c:v>
                </c:pt>
                <c:pt idx="529">
                  <c:v>1.34480333</c:v>
                </c:pt>
                <c:pt idx="530">
                  <c:v>1.33658147</c:v>
                </c:pt>
                <c:pt idx="531">
                  <c:v>1.33758163</c:v>
                </c:pt>
                <c:pt idx="532">
                  <c:v>1.33692408</c:v>
                </c:pt>
                <c:pt idx="533">
                  <c:v>1.33748436</c:v>
                </c:pt>
                <c:pt idx="534">
                  <c:v>1.33650362</c:v>
                </c:pt>
                <c:pt idx="535">
                  <c:v>1.33486402</c:v>
                </c:pt>
                <c:pt idx="536">
                  <c:v>1.33402777</c:v>
                </c:pt>
                <c:pt idx="537">
                  <c:v>1.33299863</c:v>
                </c:pt>
                <c:pt idx="538">
                  <c:v>1.33456445</c:v>
                </c:pt>
                <c:pt idx="539">
                  <c:v>1.33414769</c:v>
                </c:pt>
                <c:pt idx="540">
                  <c:v>1.33766294</c:v>
                </c:pt>
                <c:pt idx="541">
                  <c:v>1.33552134</c:v>
                </c:pt>
                <c:pt idx="542">
                  <c:v>1.33857179</c:v>
                </c:pt>
                <c:pt idx="543">
                  <c:v>1.33705533</c:v>
                </c:pt>
                <c:pt idx="544">
                  <c:v>1.33763766</c:v>
                </c:pt>
                <c:pt idx="545">
                  <c:v>1.33214498</c:v>
                </c:pt>
                <c:pt idx="546">
                  <c:v>1.32980347</c:v>
                </c:pt>
                <c:pt idx="547">
                  <c:v>1.33378863</c:v>
                </c:pt>
                <c:pt idx="548">
                  <c:v>1.33260846</c:v>
                </c:pt>
                <c:pt idx="549">
                  <c:v>1.33090091</c:v>
                </c:pt>
                <c:pt idx="550">
                  <c:v>1.3366791</c:v>
                </c:pt>
                <c:pt idx="551">
                  <c:v>1.33252501</c:v>
                </c:pt>
                <c:pt idx="552">
                  <c:v>1.3357718</c:v>
                </c:pt>
                <c:pt idx="553">
                  <c:v>1.3389287</c:v>
                </c:pt>
                <c:pt idx="554">
                  <c:v>1.33528614</c:v>
                </c:pt>
                <c:pt idx="555">
                  <c:v>1.33155537</c:v>
                </c:pt>
                <c:pt idx="556">
                  <c:v>1.33033299</c:v>
                </c:pt>
                <c:pt idx="557">
                  <c:v>1.33003569</c:v>
                </c:pt>
                <c:pt idx="558">
                  <c:v>1.329386</c:v>
                </c:pt>
                <c:pt idx="559">
                  <c:v>1.33060479</c:v>
                </c:pt>
                <c:pt idx="560">
                  <c:v>1.3330735</c:v>
                </c:pt>
                <c:pt idx="561">
                  <c:v>1.33323312</c:v>
                </c:pt>
                <c:pt idx="562">
                  <c:v>1.33151329</c:v>
                </c:pt>
                <c:pt idx="563">
                  <c:v>1.33268452</c:v>
                </c:pt>
                <c:pt idx="564">
                  <c:v>1.33271992</c:v>
                </c:pt>
                <c:pt idx="565">
                  <c:v>1.33573771</c:v>
                </c:pt>
                <c:pt idx="566">
                  <c:v>1.33611798</c:v>
                </c:pt>
                <c:pt idx="567">
                  <c:v>1.33752131</c:v>
                </c:pt>
                <c:pt idx="568">
                  <c:v>1.33696294</c:v>
                </c:pt>
                <c:pt idx="569">
                  <c:v>1.33693135</c:v>
                </c:pt>
                <c:pt idx="570">
                  <c:v>1.33039498</c:v>
                </c:pt>
                <c:pt idx="571">
                  <c:v>1.32898974</c:v>
                </c:pt>
                <c:pt idx="572">
                  <c:v>1.33123207</c:v>
                </c:pt>
                <c:pt idx="573">
                  <c:v>1.33257484</c:v>
                </c:pt>
                <c:pt idx="574">
                  <c:v>1.32707393</c:v>
                </c:pt>
                <c:pt idx="575">
                  <c:v>1.33626127</c:v>
                </c:pt>
                <c:pt idx="576">
                  <c:v>1.33684182</c:v>
                </c:pt>
                <c:pt idx="577">
                  <c:v>1.33888674</c:v>
                </c:pt>
                <c:pt idx="578">
                  <c:v>1.33630943</c:v>
                </c:pt>
                <c:pt idx="579">
                  <c:v>1.33637679</c:v>
                </c:pt>
                <c:pt idx="580">
                  <c:v>1.33067369</c:v>
                </c:pt>
                <c:pt idx="581">
                  <c:v>1.33309174</c:v>
                </c:pt>
                <c:pt idx="582">
                  <c:v>1.3318671</c:v>
                </c:pt>
                <c:pt idx="583">
                  <c:v>1.33167458</c:v>
                </c:pt>
                <c:pt idx="584">
                  <c:v>1.33292365</c:v>
                </c:pt>
                <c:pt idx="585">
                  <c:v>1.33267593</c:v>
                </c:pt>
                <c:pt idx="586">
                  <c:v>1.33052373</c:v>
                </c:pt>
                <c:pt idx="587">
                  <c:v>1.33096051</c:v>
                </c:pt>
                <c:pt idx="588">
                  <c:v>1.33129716</c:v>
                </c:pt>
                <c:pt idx="589">
                  <c:v>1.33016872</c:v>
                </c:pt>
                <c:pt idx="590">
                  <c:v>1.32383573</c:v>
                </c:pt>
                <c:pt idx="591">
                  <c:v>1.32378912</c:v>
                </c:pt>
                <c:pt idx="592">
                  <c:v>1.32418799</c:v>
                </c:pt>
                <c:pt idx="593">
                  <c:v>1.32402277</c:v>
                </c:pt>
                <c:pt idx="594">
                  <c:v>1.32214546</c:v>
                </c:pt>
                <c:pt idx="595">
                  <c:v>1.32935596</c:v>
                </c:pt>
                <c:pt idx="596">
                  <c:v>1.33182859</c:v>
                </c:pt>
                <c:pt idx="597">
                  <c:v>1.33107722</c:v>
                </c:pt>
                <c:pt idx="598">
                  <c:v>1.33226848</c:v>
                </c:pt>
                <c:pt idx="599">
                  <c:v>1.32990909</c:v>
                </c:pt>
                <c:pt idx="600">
                  <c:v>1.33368182</c:v>
                </c:pt>
                <c:pt idx="601">
                  <c:v>1.3358109</c:v>
                </c:pt>
                <c:pt idx="602">
                  <c:v>1.33224225</c:v>
                </c:pt>
                <c:pt idx="603">
                  <c:v>1.33451021</c:v>
                </c:pt>
                <c:pt idx="604">
                  <c:v>1.33477867</c:v>
                </c:pt>
                <c:pt idx="605">
                  <c:v>1.32732093</c:v>
                </c:pt>
                <c:pt idx="606">
                  <c:v>1.3315872</c:v>
                </c:pt>
                <c:pt idx="607">
                  <c:v>1.33123732</c:v>
                </c:pt>
                <c:pt idx="608">
                  <c:v>1.32943904</c:v>
                </c:pt>
                <c:pt idx="609">
                  <c:v>1.32999182</c:v>
                </c:pt>
                <c:pt idx="610">
                  <c:v>1.33429885</c:v>
                </c:pt>
                <c:pt idx="611">
                  <c:v>1.33202648</c:v>
                </c:pt>
                <c:pt idx="612">
                  <c:v>1.33309138</c:v>
                </c:pt>
                <c:pt idx="613">
                  <c:v>1.33108079</c:v>
                </c:pt>
                <c:pt idx="614">
                  <c:v>1.3328768</c:v>
                </c:pt>
                <c:pt idx="615">
                  <c:v>1.33145571</c:v>
                </c:pt>
                <c:pt idx="616">
                  <c:v>1.33039761</c:v>
                </c:pt>
                <c:pt idx="617">
                  <c:v>1.33184981</c:v>
                </c:pt>
                <c:pt idx="618">
                  <c:v>1.33457446</c:v>
                </c:pt>
                <c:pt idx="619">
                  <c:v>1.33101463</c:v>
                </c:pt>
                <c:pt idx="620">
                  <c:v>1.33138466</c:v>
                </c:pt>
                <c:pt idx="621">
                  <c:v>1.32926774</c:v>
                </c:pt>
                <c:pt idx="622">
                  <c:v>1.33087218</c:v>
                </c:pt>
                <c:pt idx="623">
                  <c:v>1.32915556</c:v>
                </c:pt>
                <c:pt idx="624">
                  <c:v>1.32897294</c:v>
                </c:pt>
                <c:pt idx="625">
                  <c:v>1.33307862</c:v>
                </c:pt>
                <c:pt idx="626">
                  <c:v>1.33367062</c:v>
                </c:pt>
                <c:pt idx="627">
                  <c:v>1.33425057</c:v>
                </c:pt>
                <c:pt idx="628">
                  <c:v>1.33361864</c:v>
                </c:pt>
                <c:pt idx="629">
                  <c:v>1.33230853</c:v>
                </c:pt>
                <c:pt idx="630">
                  <c:v>1.33585107</c:v>
                </c:pt>
                <c:pt idx="631">
                  <c:v>1.33614993</c:v>
                </c:pt>
                <c:pt idx="632">
                  <c:v>1.3357358</c:v>
                </c:pt>
                <c:pt idx="633">
                  <c:v>1.33575201</c:v>
                </c:pt>
                <c:pt idx="634">
                  <c:v>1.33507943</c:v>
                </c:pt>
                <c:pt idx="635">
                  <c:v>1.33248091</c:v>
                </c:pt>
                <c:pt idx="636">
                  <c:v>1.3333652</c:v>
                </c:pt>
                <c:pt idx="637">
                  <c:v>1.33059037</c:v>
                </c:pt>
                <c:pt idx="638">
                  <c:v>1.33189654</c:v>
                </c:pt>
                <c:pt idx="639">
                  <c:v>1.33401036</c:v>
                </c:pt>
                <c:pt idx="640">
                  <c:v>1.34163845</c:v>
                </c:pt>
                <c:pt idx="641">
                  <c:v>1.339396</c:v>
                </c:pt>
                <c:pt idx="642">
                  <c:v>1.33902097</c:v>
                </c:pt>
                <c:pt idx="643">
                  <c:v>1.34128308</c:v>
                </c:pt>
                <c:pt idx="644">
                  <c:v>1.34072268</c:v>
                </c:pt>
                <c:pt idx="645">
                  <c:v>1.33981419</c:v>
                </c:pt>
                <c:pt idx="646">
                  <c:v>1.34072244</c:v>
                </c:pt>
                <c:pt idx="647">
                  <c:v>1.33801246</c:v>
                </c:pt>
                <c:pt idx="648">
                  <c:v>1.33903384</c:v>
                </c:pt>
                <c:pt idx="649">
                  <c:v>1.33998394</c:v>
                </c:pt>
                <c:pt idx="650">
                  <c:v>1.33460259</c:v>
                </c:pt>
                <c:pt idx="651">
                  <c:v>1.33537793</c:v>
                </c:pt>
                <c:pt idx="652">
                  <c:v>1.33524525</c:v>
                </c:pt>
                <c:pt idx="653">
                  <c:v>1.334481</c:v>
                </c:pt>
                <c:pt idx="654">
                  <c:v>1.33235443</c:v>
                </c:pt>
                <c:pt idx="655">
                  <c:v>1.3330071</c:v>
                </c:pt>
                <c:pt idx="656">
                  <c:v>1.3319037</c:v>
                </c:pt>
                <c:pt idx="657">
                  <c:v>1.33360112</c:v>
                </c:pt>
                <c:pt idx="658">
                  <c:v>1.33132219</c:v>
                </c:pt>
                <c:pt idx="659">
                  <c:v>1.33330786</c:v>
                </c:pt>
                <c:pt idx="660">
                  <c:v>1.34394443</c:v>
                </c:pt>
                <c:pt idx="661">
                  <c:v>1.34323871</c:v>
                </c:pt>
                <c:pt idx="662">
                  <c:v>1.34330273</c:v>
                </c:pt>
                <c:pt idx="663">
                  <c:v>1.34190989</c:v>
                </c:pt>
                <c:pt idx="664">
                  <c:v>1.3435415</c:v>
                </c:pt>
                <c:pt idx="665">
                  <c:v>1.34009242</c:v>
                </c:pt>
                <c:pt idx="666">
                  <c:v>1.34038115</c:v>
                </c:pt>
                <c:pt idx="667">
                  <c:v>1.33989859</c:v>
                </c:pt>
                <c:pt idx="668">
                  <c:v>1.34250307</c:v>
                </c:pt>
                <c:pt idx="669">
                  <c:v>1.33950663</c:v>
                </c:pt>
                <c:pt idx="670">
                  <c:v>1.32600069</c:v>
                </c:pt>
                <c:pt idx="671">
                  <c:v>1.3267417</c:v>
                </c:pt>
                <c:pt idx="672">
                  <c:v>1.32737017</c:v>
                </c:pt>
                <c:pt idx="673">
                  <c:v>1.32825112</c:v>
                </c:pt>
                <c:pt idx="674">
                  <c:v>1.32748008</c:v>
                </c:pt>
                <c:pt idx="675">
                  <c:v>1.34188151</c:v>
                </c:pt>
                <c:pt idx="676">
                  <c:v>1.34233785</c:v>
                </c:pt>
                <c:pt idx="677">
                  <c:v>1.34262323</c:v>
                </c:pt>
                <c:pt idx="678">
                  <c:v>1.34037864</c:v>
                </c:pt>
                <c:pt idx="679">
                  <c:v>1.34252</c:v>
                </c:pt>
                <c:pt idx="680">
                  <c:v>1.33549118</c:v>
                </c:pt>
                <c:pt idx="681">
                  <c:v>1.33432388</c:v>
                </c:pt>
                <c:pt idx="682">
                  <c:v>1.33577633</c:v>
                </c:pt>
                <c:pt idx="683">
                  <c:v>1.33461833</c:v>
                </c:pt>
                <c:pt idx="684">
                  <c:v>1.33457685</c:v>
                </c:pt>
                <c:pt idx="685">
                  <c:v>1.34175301</c:v>
                </c:pt>
                <c:pt idx="686">
                  <c:v>1.33906722</c:v>
                </c:pt>
                <c:pt idx="687">
                  <c:v>1.34082603</c:v>
                </c:pt>
                <c:pt idx="688">
                  <c:v>1.34108663</c:v>
                </c:pt>
                <c:pt idx="689">
                  <c:v>1.33913994</c:v>
                </c:pt>
                <c:pt idx="690">
                  <c:v>1.33773494</c:v>
                </c:pt>
                <c:pt idx="691">
                  <c:v>1.33583891</c:v>
                </c:pt>
                <c:pt idx="692">
                  <c:v>1.33713281</c:v>
                </c:pt>
                <c:pt idx="693">
                  <c:v>1.3356663</c:v>
                </c:pt>
                <c:pt idx="694">
                  <c:v>1.33659363</c:v>
                </c:pt>
                <c:pt idx="695">
                  <c:v>1.33421183</c:v>
                </c:pt>
                <c:pt idx="696">
                  <c:v>1.33456206</c:v>
                </c:pt>
                <c:pt idx="697">
                  <c:v>1.33629394</c:v>
                </c:pt>
                <c:pt idx="698">
                  <c:v>1.33617306</c:v>
                </c:pt>
                <c:pt idx="699">
                  <c:v>1.33466387</c:v>
                </c:pt>
                <c:pt idx="700">
                  <c:v>1.34228182</c:v>
                </c:pt>
                <c:pt idx="701">
                  <c:v>1.3426497</c:v>
                </c:pt>
                <c:pt idx="702">
                  <c:v>1.34120131</c:v>
                </c:pt>
                <c:pt idx="703">
                  <c:v>1.3400085</c:v>
                </c:pt>
                <c:pt idx="704">
                  <c:v>1.34285092</c:v>
                </c:pt>
                <c:pt idx="705">
                  <c:v>1.34060407</c:v>
                </c:pt>
                <c:pt idx="706">
                  <c:v>1.34076691</c:v>
                </c:pt>
                <c:pt idx="707">
                  <c:v>1.34095526</c:v>
                </c:pt>
                <c:pt idx="708">
                  <c:v>1.34048247</c:v>
                </c:pt>
                <c:pt idx="709">
                  <c:v>1.34034896</c:v>
                </c:pt>
                <c:pt idx="710">
                  <c:v>1.33816469</c:v>
                </c:pt>
                <c:pt idx="711">
                  <c:v>1.33825672</c:v>
                </c:pt>
                <c:pt idx="712">
                  <c:v>1.33771181</c:v>
                </c:pt>
                <c:pt idx="713">
                  <c:v>1.33896041</c:v>
                </c:pt>
                <c:pt idx="714">
                  <c:v>1.33695531</c:v>
                </c:pt>
                <c:pt idx="715">
                  <c:v>1.34566438</c:v>
                </c:pt>
                <c:pt idx="716">
                  <c:v>1.34171653</c:v>
                </c:pt>
                <c:pt idx="717">
                  <c:v>1.34258616</c:v>
                </c:pt>
                <c:pt idx="718">
                  <c:v>1.34039521</c:v>
                </c:pt>
                <c:pt idx="719">
                  <c:v>1.3431685</c:v>
                </c:pt>
                <c:pt idx="720">
                  <c:v>1.33502591</c:v>
                </c:pt>
                <c:pt idx="721">
                  <c:v>1.33559048</c:v>
                </c:pt>
                <c:pt idx="722">
                  <c:v>1.33569205</c:v>
                </c:pt>
                <c:pt idx="723">
                  <c:v>1.33624554</c:v>
                </c:pt>
                <c:pt idx="724">
                  <c:v>1.33515429</c:v>
                </c:pt>
                <c:pt idx="725">
                  <c:v>1.34479582</c:v>
                </c:pt>
                <c:pt idx="726">
                  <c:v>1.34582615</c:v>
                </c:pt>
                <c:pt idx="727">
                  <c:v>1.34294188</c:v>
                </c:pt>
                <c:pt idx="728">
                  <c:v>1.3482095</c:v>
                </c:pt>
                <c:pt idx="729">
                  <c:v>1.34544063</c:v>
                </c:pt>
                <c:pt idx="730">
                  <c:v>1.33801174</c:v>
                </c:pt>
                <c:pt idx="731">
                  <c:v>1.33647895</c:v>
                </c:pt>
                <c:pt idx="732">
                  <c:v>1.33799613</c:v>
                </c:pt>
                <c:pt idx="733">
                  <c:v>1.336375</c:v>
                </c:pt>
                <c:pt idx="734">
                  <c:v>1.3354094</c:v>
                </c:pt>
                <c:pt idx="735">
                  <c:v>1.33978426</c:v>
                </c:pt>
                <c:pt idx="736">
                  <c:v>1.34156489</c:v>
                </c:pt>
                <c:pt idx="737">
                  <c:v>1.34119582</c:v>
                </c:pt>
                <c:pt idx="738">
                  <c:v>1.33927608</c:v>
                </c:pt>
                <c:pt idx="739">
                  <c:v>1.33998406</c:v>
                </c:pt>
                <c:pt idx="740">
                  <c:v>1.34311581</c:v>
                </c:pt>
                <c:pt idx="741">
                  <c:v>1.34385967</c:v>
                </c:pt>
                <c:pt idx="742">
                  <c:v>1.34590864</c:v>
                </c:pt>
                <c:pt idx="743">
                  <c:v>1.34370852</c:v>
                </c:pt>
                <c:pt idx="744">
                  <c:v>1.34385777</c:v>
                </c:pt>
                <c:pt idx="745">
                  <c:v>1.33881044</c:v>
                </c:pt>
                <c:pt idx="746">
                  <c:v>1.33931041</c:v>
                </c:pt>
                <c:pt idx="747">
                  <c:v>1.33959484</c:v>
                </c:pt>
                <c:pt idx="748">
                  <c:v>1.33836818</c:v>
                </c:pt>
                <c:pt idx="749">
                  <c:v>1.33930814</c:v>
                </c:pt>
                <c:pt idx="750">
                  <c:v>1.33055151</c:v>
                </c:pt>
                <c:pt idx="751">
                  <c:v>1.33070278</c:v>
                </c:pt>
                <c:pt idx="752">
                  <c:v>1.32943296</c:v>
                </c:pt>
                <c:pt idx="753">
                  <c:v>1.32984996</c:v>
                </c:pt>
                <c:pt idx="754">
                  <c:v>1.33244395</c:v>
                </c:pt>
                <c:pt idx="755">
                  <c:v>1.3393389</c:v>
                </c:pt>
                <c:pt idx="756">
                  <c:v>1.34128976</c:v>
                </c:pt>
                <c:pt idx="757">
                  <c:v>1.3417064</c:v>
                </c:pt>
                <c:pt idx="758">
                  <c:v>1.34028804</c:v>
                </c:pt>
                <c:pt idx="759">
                  <c:v>1.34246767</c:v>
                </c:pt>
                <c:pt idx="760">
                  <c:v>1.35433519</c:v>
                </c:pt>
                <c:pt idx="761">
                  <c:v>1.35420573</c:v>
                </c:pt>
                <c:pt idx="762">
                  <c:v>1.35656333</c:v>
                </c:pt>
                <c:pt idx="763">
                  <c:v>1.35589826</c:v>
                </c:pt>
                <c:pt idx="764">
                  <c:v>1.3541553</c:v>
                </c:pt>
                <c:pt idx="765">
                  <c:v>1.35113454</c:v>
                </c:pt>
                <c:pt idx="766">
                  <c:v>1.35346496</c:v>
                </c:pt>
                <c:pt idx="767">
                  <c:v>1.35178339</c:v>
                </c:pt>
                <c:pt idx="768">
                  <c:v>1.35090399</c:v>
                </c:pt>
                <c:pt idx="769">
                  <c:v>1.35255527</c:v>
                </c:pt>
                <c:pt idx="770">
                  <c:v>1.34218037</c:v>
                </c:pt>
                <c:pt idx="771">
                  <c:v>1.34267426</c:v>
                </c:pt>
                <c:pt idx="772">
                  <c:v>1.34121287</c:v>
                </c:pt>
                <c:pt idx="773">
                  <c:v>1.34018934</c:v>
                </c:pt>
                <c:pt idx="774">
                  <c:v>1.3413651</c:v>
                </c:pt>
                <c:pt idx="775">
                  <c:v>1.33341956</c:v>
                </c:pt>
                <c:pt idx="776">
                  <c:v>1.33474398</c:v>
                </c:pt>
                <c:pt idx="777">
                  <c:v>1.33409619</c:v>
                </c:pt>
                <c:pt idx="778">
                  <c:v>1.33524537</c:v>
                </c:pt>
                <c:pt idx="779">
                  <c:v>1.33581603</c:v>
                </c:pt>
                <c:pt idx="780">
                  <c:v>1.34802735</c:v>
                </c:pt>
                <c:pt idx="781">
                  <c:v>1.34709096</c:v>
                </c:pt>
                <c:pt idx="782">
                  <c:v>1.34743464</c:v>
                </c:pt>
                <c:pt idx="783">
                  <c:v>1.34693646</c:v>
                </c:pt>
                <c:pt idx="784">
                  <c:v>1.34810662</c:v>
                </c:pt>
                <c:pt idx="785">
                  <c:v>1.34796381</c:v>
                </c:pt>
                <c:pt idx="786">
                  <c:v>1.34705853</c:v>
                </c:pt>
                <c:pt idx="787">
                  <c:v>1.34719443</c:v>
                </c:pt>
                <c:pt idx="788">
                  <c:v>1.34618068</c:v>
                </c:pt>
                <c:pt idx="789">
                  <c:v>1.3479687</c:v>
                </c:pt>
                <c:pt idx="790">
                  <c:v>1.35070539</c:v>
                </c:pt>
                <c:pt idx="791">
                  <c:v>1.35084176</c:v>
                </c:pt>
                <c:pt idx="792">
                  <c:v>1.3519907</c:v>
                </c:pt>
                <c:pt idx="793">
                  <c:v>1.35208428</c:v>
                </c:pt>
                <c:pt idx="794">
                  <c:v>1.35163152</c:v>
                </c:pt>
                <c:pt idx="795">
                  <c:v>1.34392166</c:v>
                </c:pt>
                <c:pt idx="796">
                  <c:v>1.34317791</c:v>
                </c:pt>
                <c:pt idx="797">
                  <c:v>1.34255719</c:v>
                </c:pt>
                <c:pt idx="798">
                  <c:v>1.34085131</c:v>
                </c:pt>
                <c:pt idx="799">
                  <c:v>1.3437084</c:v>
                </c:pt>
                <c:pt idx="800">
                  <c:v>1.33555126</c:v>
                </c:pt>
                <c:pt idx="801">
                  <c:v>1.33527982</c:v>
                </c:pt>
                <c:pt idx="802">
                  <c:v>1.33678341</c:v>
                </c:pt>
                <c:pt idx="803">
                  <c:v>1.33730459</c:v>
                </c:pt>
                <c:pt idx="804">
                  <c:v>1.33621216</c:v>
                </c:pt>
                <c:pt idx="805">
                  <c:v>1.3405782</c:v>
                </c:pt>
                <c:pt idx="806">
                  <c:v>1.33987057</c:v>
                </c:pt>
                <c:pt idx="807">
                  <c:v>1.33674276</c:v>
                </c:pt>
                <c:pt idx="808">
                  <c:v>1.34054518</c:v>
                </c:pt>
                <c:pt idx="809">
                  <c:v>1.33980203</c:v>
                </c:pt>
                <c:pt idx="810">
                  <c:v>1.34473062</c:v>
                </c:pt>
                <c:pt idx="811">
                  <c:v>1.3460381</c:v>
                </c:pt>
                <c:pt idx="812">
                  <c:v>1.34497476</c:v>
                </c:pt>
                <c:pt idx="813">
                  <c:v>1.34603596</c:v>
                </c:pt>
                <c:pt idx="814">
                  <c:v>1.34509671</c:v>
                </c:pt>
                <c:pt idx="815">
                  <c:v>1.3384279</c:v>
                </c:pt>
                <c:pt idx="816">
                  <c:v>1.33818007</c:v>
                </c:pt>
                <c:pt idx="817">
                  <c:v>1.33556616</c:v>
                </c:pt>
                <c:pt idx="818">
                  <c:v>1.33855915</c:v>
                </c:pt>
                <c:pt idx="819">
                  <c:v>1.3370564</c:v>
                </c:pt>
                <c:pt idx="820">
                  <c:v>1.34485483</c:v>
                </c:pt>
                <c:pt idx="821">
                  <c:v>1.34536695</c:v>
                </c:pt>
                <c:pt idx="822">
                  <c:v>1.34291971</c:v>
                </c:pt>
                <c:pt idx="823">
                  <c:v>1.34395754</c:v>
                </c:pt>
                <c:pt idx="824">
                  <c:v>1.34465015</c:v>
                </c:pt>
                <c:pt idx="825">
                  <c:v>1.34177268</c:v>
                </c:pt>
                <c:pt idx="826">
                  <c:v>1.34140444</c:v>
                </c:pt>
                <c:pt idx="827">
                  <c:v>1.34211624</c:v>
                </c:pt>
                <c:pt idx="828">
                  <c:v>1.34106874</c:v>
                </c:pt>
                <c:pt idx="829">
                  <c:v>1.34399438</c:v>
                </c:pt>
                <c:pt idx="830">
                  <c:v>1.34055328</c:v>
                </c:pt>
                <c:pt idx="831">
                  <c:v>1.3416841</c:v>
                </c:pt>
                <c:pt idx="832">
                  <c:v>1.34111524</c:v>
                </c:pt>
                <c:pt idx="833">
                  <c:v>1.34177554</c:v>
                </c:pt>
                <c:pt idx="834">
                  <c:v>1.34014606</c:v>
                </c:pt>
                <c:pt idx="835">
                  <c:v>1.34470439</c:v>
                </c:pt>
                <c:pt idx="836">
                  <c:v>1.34337068</c:v>
                </c:pt>
                <c:pt idx="837">
                  <c:v>1.34504604</c:v>
                </c:pt>
                <c:pt idx="838">
                  <c:v>1.34668779</c:v>
                </c:pt>
                <c:pt idx="839">
                  <c:v>1.34277225</c:v>
                </c:pt>
                <c:pt idx="840">
                  <c:v>1.34217381</c:v>
                </c:pt>
                <c:pt idx="841">
                  <c:v>1.33886516</c:v>
                </c:pt>
                <c:pt idx="842">
                  <c:v>1.34244788</c:v>
                </c:pt>
                <c:pt idx="843">
                  <c:v>1.33987522</c:v>
                </c:pt>
                <c:pt idx="844">
                  <c:v>1.34132099</c:v>
                </c:pt>
                <c:pt idx="845">
                  <c:v>1.34878159</c:v>
                </c:pt>
                <c:pt idx="846">
                  <c:v>1.35043848</c:v>
                </c:pt>
                <c:pt idx="847">
                  <c:v>1.34904742</c:v>
                </c:pt>
                <c:pt idx="848">
                  <c:v>1.35151064</c:v>
                </c:pt>
                <c:pt idx="849">
                  <c:v>1.34984684</c:v>
                </c:pt>
                <c:pt idx="850">
                  <c:v>1.3447212</c:v>
                </c:pt>
                <c:pt idx="851">
                  <c:v>1.34576309</c:v>
                </c:pt>
                <c:pt idx="852">
                  <c:v>1.34794164</c:v>
                </c:pt>
                <c:pt idx="853">
                  <c:v>1.34626508</c:v>
                </c:pt>
                <c:pt idx="854">
                  <c:v>1.34725785</c:v>
                </c:pt>
                <c:pt idx="855">
                  <c:v>1.34072518</c:v>
                </c:pt>
                <c:pt idx="856">
                  <c:v>1.34247041</c:v>
                </c:pt>
                <c:pt idx="857">
                  <c:v>1.34156537</c:v>
                </c:pt>
                <c:pt idx="858">
                  <c:v>1.34195042</c:v>
                </c:pt>
                <c:pt idx="859">
                  <c:v>1.3409059</c:v>
                </c:pt>
                <c:pt idx="860">
                  <c:v>1.33638275</c:v>
                </c:pt>
                <c:pt idx="861">
                  <c:v>1.33870006</c:v>
                </c:pt>
                <c:pt idx="862">
                  <c:v>1.33526564</c:v>
                </c:pt>
                <c:pt idx="863">
                  <c:v>1.33655989</c:v>
                </c:pt>
                <c:pt idx="864">
                  <c:v>1.33663678</c:v>
                </c:pt>
                <c:pt idx="865">
                  <c:v>1.33521914</c:v>
                </c:pt>
                <c:pt idx="866">
                  <c:v>1.33770096</c:v>
                </c:pt>
                <c:pt idx="867">
                  <c:v>1.33684754</c:v>
                </c:pt>
                <c:pt idx="868">
                  <c:v>1.33945274</c:v>
                </c:pt>
                <c:pt idx="869">
                  <c:v>1.33787787</c:v>
                </c:pt>
                <c:pt idx="870">
                  <c:v>1.33901584</c:v>
                </c:pt>
                <c:pt idx="871">
                  <c:v>1.33729768</c:v>
                </c:pt>
                <c:pt idx="872">
                  <c:v>1.33783603</c:v>
                </c:pt>
                <c:pt idx="873">
                  <c:v>1.33600986</c:v>
                </c:pt>
                <c:pt idx="874">
                  <c:v>1.33826303</c:v>
                </c:pt>
                <c:pt idx="875">
                  <c:v>1.33859015</c:v>
                </c:pt>
                <c:pt idx="876">
                  <c:v>1.3402828</c:v>
                </c:pt>
                <c:pt idx="877">
                  <c:v>1.33909476</c:v>
                </c:pt>
                <c:pt idx="878">
                  <c:v>1.34090495</c:v>
                </c:pt>
                <c:pt idx="879">
                  <c:v>1.33881354</c:v>
                </c:pt>
                <c:pt idx="880">
                  <c:v>1.34202397</c:v>
                </c:pt>
                <c:pt idx="881">
                  <c:v>1.34089589</c:v>
                </c:pt>
                <c:pt idx="882">
                  <c:v>1.34258163</c:v>
                </c:pt>
                <c:pt idx="883">
                  <c:v>1.34173059</c:v>
                </c:pt>
                <c:pt idx="884">
                  <c:v>1.34133649</c:v>
                </c:pt>
                <c:pt idx="885">
                  <c:v>1.34175754</c:v>
                </c:pt>
                <c:pt idx="886">
                  <c:v>1.34214187</c:v>
                </c:pt>
                <c:pt idx="887">
                  <c:v>1.34154344</c:v>
                </c:pt>
                <c:pt idx="888">
                  <c:v>1.34187269</c:v>
                </c:pt>
                <c:pt idx="889">
                  <c:v>1.34263515</c:v>
                </c:pt>
                <c:pt idx="890">
                  <c:v>1.3357203</c:v>
                </c:pt>
                <c:pt idx="891">
                  <c:v>1.33409917</c:v>
                </c:pt>
                <c:pt idx="892">
                  <c:v>1.33527935</c:v>
                </c:pt>
                <c:pt idx="893">
                  <c:v>1.33550286</c:v>
                </c:pt>
                <c:pt idx="894">
                  <c:v>1.33469999</c:v>
                </c:pt>
                <c:pt idx="895">
                  <c:v>1.35929024</c:v>
                </c:pt>
                <c:pt idx="896">
                  <c:v>1.35903072</c:v>
                </c:pt>
                <c:pt idx="897">
                  <c:v>1.35906792</c:v>
                </c:pt>
                <c:pt idx="898">
                  <c:v>1.35814285</c:v>
                </c:pt>
                <c:pt idx="899">
                  <c:v>1.35954821</c:v>
                </c:pt>
                <c:pt idx="900">
                  <c:v>1.34260106</c:v>
                </c:pt>
                <c:pt idx="901">
                  <c:v>1.34208357</c:v>
                </c:pt>
                <c:pt idx="902">
                  <c:v>1.34131444</c:v>
                </c:pt>
                <c:pt idx="903">
                  <c:v>1.34300625</c:v>
                </c:pt>
                <c:pt idx="904">
                  <c:v>1.34151697</c:v>
                </c:pt>
                <c:pt idx="905">
                  <c:v>1.35495281</c:v>
                </c:pt>
                <c:pt idx="906">
                  <c:v>1.35741174</c:v>
                </c:pt>
                <c:pt idx="907">
                  <c:v>1.35684991</c:v>
                </c:pt>
                <c:pt idx="908">
                  <c:v>1.35714364</c:v>
                </c:pt>
                <c:pt idx="909">
                  <c:v>1.35877728</c:v>
                </c:pt>
                <c:pt idx="910">
                  <c:v>1.34068561</c:v>
                </c:pt>
                <c:pt idx="911">
                  <c:v>1.33958304</c:v>
                </c:pt>
                <c:pt idx="912">
                  <c:v>1.33955085</c:v>
                </c:pt>
                <c:pt idx="913">
                  <c:v>1.33983207</c:v>
                </c:pt>
                <c:pt idx="914">
                  <c:v>1.3404187</c:v>
                </c:pt>
                <c:pt idx="915">
                  <c:v>1.34525692</c:v>
                </c:pt>
                <c:pt idx="916">
                  <c:v>1.34144402</c:v>
                </c:pt>
                <c:pt idx="917">
                  <c:v>1.34252095</c:v>
                </c:pt>
                <c:pt idx="918">
                  <c:v>1.34131312</c:v>
                </c:pt>
                <c:pt idx="919">
                  <c:v>1.34400535</c:v>
                </c:pt>
                <c:pt idx="920">
                  <c:v>1.34729123</c:v>
                </c:pt>
                <c:pt idx="921">
                  <c:v>1.34633505</c:v>
                </c:pt>
                <c:pt idx="922">
                  <c:v>1.3485539</c:v>
                </c:pt>
                <c:pt idx="923">
                  <c:v>1.34768641</c:v>
                </c:pt>
                <c:pt idx="924">
                  <c:v>1.35113013</c:v>
                </c:pt>
                <c:pt idx="925">
                  <c:v>1.34483075</c:v>
                </c:pt>
                <c:pt idx="926">
                  <c:v>1.34580922</c:v>
                </c:pt>
                <c:pt idx="927">
                  <c:v>1.34549797</c:v>
                </c:pt>
                <c:pt idx="928">
                  <c:v>1.34542012</c:v>
                </c:pt>
                <c:pt idx="929">
                  <c:v>1.34446025</c:v>
                </c:pt>
                <c:pt idx="930">
                  <c:v>1.34252143</c:v>
                </c:pt>
                <c:pt idx="931">
                  <c:v>1.34153378</c:v>
                </c:pt>
                <c:pt idx="932">
                  <c:v>1.34210443</c:v>
                </c:pt>
                <c:pt idx="933">
                  <c:v>1.33909273</c:v>
                </c:pt>
                <c:pt idx="934">
                  <c:v>1.34090447</c:v>
                </c:pt>
                <c:pt idx="935">
                  <c:v>1.33571434</c:v>
                </c:pt>
                <c:pt idx="936">
                  <c:v>1.33600259</c:v>
                </c:pt>
                <c:pt idx="937">
                  <c:v>1.33525777</c:v>
                </c:pt>
                <c:pt idx="938">
                  <c:v>1.3362819</c:v>
                </c:pt>
                <c:pt idx="939">
                  <c:v>1.33698273</c:v>
                </c:pt>
                <c:pt idx="940">
                  <c:v>1.34462976</c:v>
                </c:pt>
                <c:pt idx="941">
                  <c:v>1.34344733</c:v>
                </c:pt>
                <c:pt idx="942">
                  <c:v>1.34272397</c:v>
                </c:pt>
                <c:pt idx="943">
                  <c:v>1.3442173</c:v>
                </c:pt>
                <c:pt idx="944">
                  <c:v>1.34434509</c:v>
                </c:pt>
                <c:pt idx="945">
                  <c:v>1.34720016</c:v>
                </c:pt>
                <c:pt idx="946">
                  <c:v>1.34699059</c:v>
                </c:pt>
                <c:pt idx="947">
                  <c:v>1.34672785</c:v>
                </c:pt>
                <c:pt idx="948">
                  <c:v>1.34616327</c:v>
                </c:pt>
                <c:pt idx="949">
                  <c:v>1.34567404</c:v>
                </c:pt>
                <c:pt idx="950">
                  <c:v>1.34552741</c:v>
                </c:pt>
                <c:pt idx="951">
                  <c:v>1.34761775</c:v>
                </c:pt>
                <c:pt idx="952">
                  <c:v>1.34657693</c:v>
                </c:pt>
                <c:pt idx="953">
                  <c:v>1.34689379</c:v>
                </c:pt>
                <c:pt idx="954">
                  <c:v>1.34592307</c:v>
                </c:pt>
                <c:pt idx="955">
                  <c:v>1.34437358</c:v>
                </c:pt>
                <c:pt idx="956">
                  <c:v>1.34395707</c:v>
                </c:pt>
                <c:pt idx="957">
                  <c:v>1.34449768</c:v>
                </c:pt>
                <c:pt idx="958">
                  <c:v>1.34315872</c:v>
                </c:pt>
                <c:pt idx="959">
                  <c:v>1.34288335</c:v>
                </c:pt>
                <c:pt idx="960">
                  <c:v>1.34150887</c:v>
                </c:pt>
                <c:pt idx="961">
                  <c:v>1.34314334</c:v>
                </c:pt>
                <c:pt idx="962">
                  <c:v>1.33855247</c:v>
                </c:pt>
                <c:pt idx="963">
                  <c:v>1.34202385</c:v>
                </c:pt>
                <c:pt idx="964">
                  <c:v>1.34215212</c:v>
                </c:pt>
                <c:pt idx="965">
                  <c:v>1.33990908</c:v>
                </c:pt>
                <c:pt idx="966">
                  <c:v>1.33886683</c:v>
                </c:pt>
                <c:pt idx="967">
                  <c:v>1.34131432</c:v>
                </c:pt>
                <c:pt idx="968">
                  <c:v>1.34157515</c:v>
                </c:pt>
                <c:pt idx="969">
                  <c:v>1.33988333</c:v>
                </c:pt>
                <c:pt idx="970">
                  <c:v>1.34126925</c:v>
                </c:pt>
                <c:pt idx="971">
                  <c:v>1.34258533</c:v>
                </c:pt>
                <c:pt idx="972">
                  <c:v>1.3408525</c:v>
                </c:pt>
                <c:pt idx="973">
                  <c:v>1.34147298</c:v>
                </c:pt>
                <c:pt idx="974">
                  <c:v>1.33932698</c:v>
                </c:pt>
                <c:pt idx="975">
                  <c:v>1.34106755</c:v>
                </c:pt>
                <c:pt idx="976">
                  <c:v>1.34123266</c:v>
                </c:pt>
                <c:pt idx="977">
                  <c:v>1.34092689</c:v>
                </c:pt>
                <c:pt idx="978">
                  <c:v>1.34151888</c:v>
                </c:pt>
                <c:pt idx="979">
                  <c:v>1.34051204</c:v>
                </c:pt>
                <c:pt idx="980">
                  <c:v>1.34514129</c:v>
                </c:pt>
                <c:pt idx="981">
                  <c:v>1.34666181</c:v>
                </c:pt>
                <c:pt idx="982">
                  <c:v>1.34418559</c:v>
                </c:pt>
                <c:pt idx="983">
                  <c:v>1.34625828</c:v>
                </c:pt>
                <c:pt idx="984">
                  <c:v>1.3448205</c:v>
                </c:pt>
                <c:pt idx="985">
                  <c:v>1.33939302</c:v>
                </c:pt>
                <c:pt idx="986">
                  <c:v>1.33817315</c:v>
                </c:pt>
                <c:pt idx="987">
                  <c:v>1.34049511</c:v>
                </c:pt>
                <c:pt idx="988">
                  <c:v>1.33876657</c:v>
                </c:pt>
                <c:pt idx="989">
                  <c:v>1.33964658</c:v>
                </c:pt>
                <c:pt idx="990">
                  <c:v>1.34540629</c:v>
                </c:pt>
                <c:pt idx="991">
                  <c:v>1.34452534</c:v>
                </c:pt>
                <c:pt idx="992">
                  <c:v>1.34693789</c:v>
                </c:pt>
                <c:pt idx="993">
                  <c:v>1.34594953</c:v>
                </c:pt>
                <c:pt idx="994">
                  <c:v>1.34641159</c:v>
                </c:pt>
                <c:pt idx="995">
                  <c:v>1.34599113</c:v>
                </c:pt>
                <c:pt idx="996">
                  <c:v>1.34597337</c:v>
                </c:pt>
                <c:pt idx="997">
                  <c:v>1.3435638</c:v>
                </c:pt>
                <c:pt idx="998">
                  <c:v>1.3454628</c:v>
                </c:pt>
                <c:pt idx="999">
                  <c:v>1.34518015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8DFE7"/>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10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Host updates (thousands)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25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DDBAAD5-CB30-4EB3-83DA-0BD1F6CB36A5}"/>
              </a:ext>
            </a:extLst>
          </p:cNvPr>
          <p:cNvSpPr>
            <a:spLocks xmlns:a="http://schemas.openxmlformats.org/drawingml/2006/main" noGrp="1"/>
          </p:cNvSpPr>
          <p:nvPr/>
        </p:nvSpPr>
        <p:spPr>
          <a:xfrm xmlns:a="http://schemas.openxmlformats.org/drawingml/2006/main">
            <a:off x="0" y="0"/>
            <a:ext cx="12192000" cy="104775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C24B591-3403-4CE2-BED4-F68A24F629CD}"/>
              </a:ext>
            </a:extLst>
          </p:cNvPr>
          <p:cNvSpPr>
            <a:spLocks xmlns:a="http://schemas.openxmlformats.org/drawingml/2006/main" noGrp="1"/>
          </p:cNvSpPr>
          <p:nvPr/>
        </p:nvSpPr>
        <p:spPr>
          <a:xfrm xmlns:a="http://schemas.openxmlformats.org/drawingml/2006/main">
            <a:off x="495300" y="180975"/>
            <a:ext cx="11201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The study needs more than a return curve</a:t>
            </a:r>
          </a:p>
        </p:txBody>
      </p:sp>
      <p:sp>
        <p:nvSpPr>
          <p:cNvPr id="3" name="">
            <a:extLst xmlns:a="http://schemas.openxmlformats.org/drawingml/2006/main">
              <a:ext uri="{FF2B5EF4-FFF2-40B4-BE49-F238E27FC236}">
                <a16:creationId xmlns:a16="http://schemas.microsoft.com/office/drawing/2014/main" id="{A0CA9747-99DD-4984-8B93-2B45A22F260E}"/>
              </a:ext>
            </a:extLst>
          </p:cNvPr>
          <p:cNvSpPr>
            <a:spLocks xmlns:a="http://schemas.openxmlformats.org/drawingml/2006/main" noGrp="1"/>
          </p:cNvSpPr>
          <p:nvPr/>
        </p:nvSpPr>
        <p:spPr>
          <a:xfrm xmlns:a="http://schemas.openxmlformats.org/drawingml/2006/main">
            <a:off x="514350" y="6286500"/>
            <a:ext cx="1038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C6877"/>
                </a:solidFill>
                <a:latin typeface="Arial"/>
                <a:ea typeface="Arial"/>
                <a:cs typeface="Arial"/>
              </a:defRPr>
            </a:pPr>
            <a:r>
              <a:rPr sz="1275" b="0">
                <a:solidFill>
                  <a:srgbClr val="5C6877"/>
                </a:solidFill>
                <a:latin typeface="Arial"/>
                <a:ea typeface="Arial"/>
                <a:cs typeface="Arial"/>
              </a:rPr>
              <a:t>Data are saved evidence through Sep 29, approximately 9 a.m. EDT. Pilot and revised OOD remain separate.</a:t>
            </a:r>
          </a:p>
        </p:txBody>
      </p:sp>
      <p:sp>
        <p:nvSpPr>
          <p:cNvPr id="4" name="">
            <a:extLst xmlns:a="http://schemas.openxmlformats.org/drawingml/2006/main">
              <a:ext uri="{FF2B5EF4-FFF2-40B4-BE49-F238E27FC236}">
                <a16:creationId xmlns:a16="http://schemas.microsoft.com/office/drawing/2014/main" id="{4E5369CF-725B-42DF-B485-32AFEAB6A0F0}"/>
              </a:ext>
            </a:extLst>
          </p:cNvPr>
          <p:cNvSpPr>
            <a:spLocks xmlns:a="http://schemas.openxmlformats.org/drawingml/2006/main" noGrp="1"/>
          </p:cNvSpPr>
          <p:nvPr/>
        </p:nvSpPr>
        <p:spPr>
          <a:xfrm xmlns:a="http://schemas.openxmlformats.org/drawingml/2006/main">
            <a:off x="11239500" y="6286500"/>
            <a:ext cx="45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1</a:t>
            </a:r>
          </a:p>
        </p:txBody>
      </p:sp>
      <p:graphicFrame>
        <p:nvGraphicFramePr>
          <p:cNvPr id="10" name=""/>
          <p:cNvGraphicFramePr/>
          <p:nvPr/>
        </p:nvGraphicFramePr>
        <p:xfrm>
          <a:off xmlns:a="http://schemas.openxmlformats.org/drawingml/2006/main" x="495300" y="1447800"/>
          <a:ext xmlns:a="http://schemas.openxmlformats.org/drawingml/2006/main" cx="11201400" cy="4476750"/>
        </p:xfrm>
        <a:graphic xmlns:a="http://schemas.openxmlformats.org/drawingml/2006/main">
          <a:graphicData uri="http://schemas.openxmlformats.org/drawingml/2006/table">
            <a:tbl>
              <a:tblPr/>
              <a:tblGrid>
                <a:gridCol w="3476625"/>
                <a:gridCol w="3943350"/>
                <a:gridCol w="3781425"/>
              </a:tblGrid>
              <a:tr h="639536">
                <a:tc>
                  <a:txBody>
                    <a:bodyPr>
                      <a:noAutofit/>
                    </a:bodyPr>
                    <a:lstStyle/>
                    <a:p>
                      <a:r>
                        <a:rPr sz="1800" b="1">
                          <a:solidFill>
                            <a:srgbClr val="FFFFFF"/>
                          </a:solidFill>
                          <a:latin typeface="Arial"/>
                          <a:ea typeface="Arial"/>
                          <a:cs typeface="Arial"/>
                        </a:rPr>
                        <a:t>Question</a:t>
                      </a:r>
                    </a:p>
                  </a:txBody>
                  <a:tcPr marL="114300" marR="95250" marT="76200" marB="66675" anchor="ctr">
                    <a:solidFill>
                      <a:srgbClr val="20365C"/>
                    </a:solidFill>
                  </a:tcPr>
                </a:tc>
                <a:tc>
                  <a:txBody>
                    <a:bodyPr>
                      <a:noAutofit/>
                    </a:bodyPr>
                    <a:lstStyle/>
                    <a:p>
                      <a:r>
                        <a:rPr sz="1800" b="1">
                          <a:solidFill>
                            <a:srgbClr val="FFFFFF"/>
                          </a:solidFill>
                          <a:latin typeface="Arial"/>
                          <a:ea typeface="Arial"/>
                          <a:cs typeface="Arial"/>
                        </a:rPr>
                        <a:t>Metric</a:t>
                      </a:r>
                    </a:p>
                  </a:txBody>
                  <a:tcPr marL="114300" marR="95250" marT="76200" marB="66675" anchor="ctr">
                    <a:solidFill>
                      <a:srgbClr val="20365C"/>
                    </a:solidFill>
                  </a:tcPr>
                </a:tc>
                <a:tc>
                  <a:txBody>
                    <a:bodyPr>
                      <a:noAutofit/>
                    </a:bodyPr>
                    <a:lstStyle/>
                    <a:p>
                      <a:r>
                        <a:rPr sz="1800" b="1">
                          <a:solidFill>
                            <a:srgbClr val="FFFFFF"/>
                          </a:solidFill>
                          <a:latin typeface="Arial"/>
                          <a:ea typeface="Arial"/>
                          <a:cs typeface="Arial"/>
                        </a:rPr>
                        <a:t>Evidence available</a:t>
                      </a:r>
                    </a:p>
                  </a:txBody>
                  <a:tcPr marL="114300" marR="95250" marT="76200" marB="66675" anchor="ctr">
                    <a:solidFill>
                      <a:srgbClr val="20365C"/>
                    </a:solidFill>
                  </a:tcPr>
                </a:tc>
              </a:tr>
              <a:tr h="639536">
                <a:tc>
                  <a:txBody>
                    <a:bodyPr>
                      <a:noAutofit/>
                    </a:bodyPr>
                    <a:lstStyle/>
                    <a:p>
                      <a:r>
                        <a:rPr sz="1800" b="0">
                          <a:solidFill>
                            <a:srgbClr val="192737"/>
                          </a:solidFill>
                          <a:latin typeface="Arial"/>
                          <a:ea typeface="Arial"/>
                          <a:cs typeface="Arial"/>
                        </a:rPr>
                        <a:t>Are bands reliable?</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Fresh empirical residual coverage</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Not yet verified</a:t>
                      </a:r>
                    </a:p>
                  </a:txBody>
                  <a:tcPr marL="114300" marR="95250" marT="76200" marB="66675" anchor="ctr">
                    <a:solidFill>
                      <a:srgbClr val="FFFFFF"/>
                    </a:solidFill>
                  </a:tcPr>
                </a:tc>
              </a:tr>
              <a:tr h="639536">
                <a:tc>
                  <a:txBody>
                    <a:bodyPr>
                      <a:noAutofit/>
                    </a:bodyPr>
                    <a:lstStyle/>
                    <a:p>
                      <a:r>
                        <a:rPr sz="1800" b="0">
                          <a:solidFill>
                            <a:srgbClr val="192737"/>
                          </a:solidFill>
                          <a:latin typeface="Arial"/>
                          <a:ea typeface="Arial"/>
                          <a:cs typeface="Arial"/>
                        </a:rPr>
                        <a:t>Are warnings useful?</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Within-state AUROC and average precision</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Completed Hopper pilot</a:t>
                      </a:r>
                    </a:p>
                  </a:txBody>
                  <a:tcPr marL="114300" marR="95250" marT="76200" marB="66675" anchor="ctr">
                    <a:solidFill>
                      <a:srgbClr val="F1F4F8"/>
                    </a:solidFill>
                  </a:tcPr>
                </a:tc>
              </a:tr>
              <a:tr h="639536">
                <a:tc>
                  <a:txBody>
                    <a:bodyPr>
                      <a:noAutofit/>
                    </a:bodyPr>
                    <a:lstStyle/>
                    <a:p>
                      <a:r>
                        <a:rPr sz="1800" b="0">
                          <a:solidFill>
                            <a:srgbClr val="192737"/>
                          </a:solidFill>
                          <a:latin typeface="Arial"/>
                          <a:ea typeface="Arial"/>
                          <a:cs typeface="Arial"/>
                        </a:rPr>
                        <a:t>Is unfamiliarity linked to harm?</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Support distance versus harm rate</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Completed Hopper pilot</a:t>
                      </a:r>
                    </a:p>
                  </a:txBody>
                  <a:tcPr marL="114300" marR="95250" marT="76200" marB="66675" anchor="ctr">
                    <a:solidFill>
                      <a:srgbClr val="FFFFFF"/>
                    </a:solidFill>
                  </a:tcPr>
                </a:tc>
              </a:tr>
              <a:tr h="639536">
                <a:tc>
                  <a:txBody>
                    <a:bodyPr>
                      <a:noAutofit/>
                    </a:bodyPr>
                    <a:lstStyle/>
                    <a:p>
                      <a:r>
                        <a:rPr sz="1800" b="0">
                          <a:solidFill>
                            <a:srgbClr val="192737"/>
                          </a:solidFill>
                          <a:latin typeface="Arial"/>
                          <a:ea typeface="Arial"/>
                          <a:cs typeface="Arial"/>
                        </a:rPr>
                        <a:t>Are choices better?</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Regret among tested actions</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Exploratory pilot readout</a:t>
                      </a:r>
                    </a:p>
                  </a:txBody>
                  <a:tcPr marL="114300" marR="95250" marT="76200" marB="66675" anchor="ctr">
                    <a:solidFill>
                      <a:srgbClr val="F1F4F8"/>
                    </a:solidFill>
                  </a:tcPr>
                </a:tc>
              </a:tr>
              <a:tr h="639536">
                <a:tc>
                  <a:txBody>
                    <a:bodyPr>
                      <a:noAutofit/>
                    </a:bodyPr>
                    <a:lstStyle/>
                    <a:p>
                      <a:r>
                        <a:rPr sz="1800" b="0">
                          <a:solidFill>
                            <a:srgbClr val="192737"/>
                          </a:solidFill>
                          <a:latin typeface="Arial"/>
                          <a:ea typeface="Arial"/>
                          <a:cs typeface="Arial"/>
                        </a:rPr>
                        <a:t>Is BCA working during training?</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Scale fits, width, radii and penalty dose</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Reviewed TD3/ReBRAC; CQL preliminary</a:t>
                      </a:r>
                    </a:p>
                  </a:txBody>
                  <a:tcPr marL="114300" marR="95250" marT="76200" marB="66675" anchor="ctr">
                    <a:solidFill>
                      <a:srgbClr val="FFFFFF"/>
                    </a:solidFill>
                  </a:tcPr>
                </a:tc>
              </a:tr>
              <a:tr h="639536">
                <a:tc>
                  <a:txBody>
                    <a:bodyPr>
                      <a:noAutofit/>
                    </a:bodyPr>
                    <a:lstStyle/>
                    <a:p>
                      <a:r>
                        <a:rPr sz="1800" b="0">
                          <a:solidFill>
                            <a:srgbClr val="192737"/>
                          </a:solidFill>
                          <a:latin typeface="Arial"/>
                          <a:ea typeface="Arial"/>
                          <a:cs typeface="Arial"/>
                        </a:rPr>
                        <a:t>What changes in the critic?</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Q estimates and Bellman/conservative loss</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Training diagnostics; not true-Q error</a:t>
                      </a:r>
                    </a:p>
                  </a:txBody>
                  <a:tcPr marL="114300" marR="95250" marT="76200" marB="66675" anchor="ctr">
                    <a:solidFill>
                      <a:srgbClr val="F1F4F8"/>
                    </a:solidFill>
                  </a:tcPr>
                </a:tc>
              </a:tr>
            </a:tbl>
          </a:graphicData>
        </a:graphic>
      </p:graphicFrame>
    </p:spTree>
    <p:extLst>
      <p:ext uri="{BB962C8B-B14F-4D97-AF65-F5344CB8AC3E}">
        <p14:creationId xmlns:p14="http://schemas.microsoft.com/office/powerpoint/2010/main" val="211616355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305618D-A5AD-49F2-BF20-8C5D8AF2FC99}"/>
              </a:ext>
            </a:extLst>
          </p:cNvPr>
          <p:cNvSpPr>
            <a:spLocks xmlns:a="http://schemas.openxmlformats.org/drawingml/2006/main" noGrp="1"/>
          </p:cNvSpPr>
          <p:nvPr/>
        </p:nvSpPr>
        <p:spPr>
          <a:xfrm xmlns:a="http://schemas.openxmlformats.org/drawingml/2006/main">
            <a:off x="0" y="0"/>
            <a:ext cx="12192000" cy="104775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7D0F272-5A15-4C38-8A24-E7B601BA5401}"/>
              </a:ext>
            </a:extLst>
          </p:cNvPr>
          <p:cNvSpPr>
            <a:spLocks xmlns:a="http://schemas.openxmlformats.org/drawingml/2006/main" noGrp="1"/>
          </p:cNvSpPr>
          <p:nvPr/>
        </p:nvSpPr>
        <p:spPr>
          <a:xfrm xmlns:a="http://schemas.openxmlformats.org/drawingml/2006/main">
            <a:off x="495300" y="180975"/>
            <a:ext cx="11201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Warnings: some enrichment, weak separation</a:t>
            </a:r>
          </a:p>
        </p:txBody>
      </p:sp>
      <p:sp>
        <p:nvSpPr>
          <p:cNvPr id="3" name="">
            <a:extLst xmlns:a="http://schemas.openxmlformats.org/drawingml/2006/main">
              <a:ext uri="{FF2B5EF4-FFF2-40B4-BE49-F238E27FC236}">
                <a16:creationId xmlns:a16="http://schemas.microsoft.com/office/drawing/2014/main" id="{8FD9CCC4-292D-4AE8-85EF-F754DEB99A3B}"/>
              </a:ext>
            </a:extLst>
          </p:cNvPr>
          <p:cNvSpPr>
            <a:spLocks xmlns:a="http://schemas.openxmlformats.org/drawingml/2006/main" noGrp="1"/>
          </p:cNvSpPr>
          <p:nvPr/>
        </p:nvSpPr>
        <p:spPr>
          <a:xfrm xmlns:a="http://schemas.openxmlformats.org/drawingml/2006/main">
            <a:off x="514350" y="6286500"/>
            <a:ext cx="1038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C6877"/>
                </a:solidFill>
                <a:latin typeface="Arial"/>
                <a:ea typeface="Arial"/>
                <a:cs typeface="Arial"/>
              </a:defRPr>
            </a:pPr>
            <a:r>
              <a:rPr sz="1275" b="0">
                <a:solidFill>
                  <a:srgbClr val="5C6877"/>
                </a:solidFill>
                <a:latin typeface="Arial"/>
                <a:ea typeface="Arial"/>
                <a:cs typeface="Arial"/>
              </a:rPr>
              <a:t>Original Hopper pilot, one seed. Equal-stratum within-state summaries; 111/256 eligible panels.</a:t>
            </a:r>
          </a:p>
        </p:txBody>
      </p:sp>
      <p:sp>
        <p:nvSpPr>
          <p:cNvPr id="4" name="">
            <a:extLst xmlns:a="http://schemas.openxmlformats.org/drawingml/2006/main">
              <a:ext uri="{FF2B5EF4-FFF2-40B4-BE49-F238E27FC236}">
                <a16:creationId xmlns:a16="http://schemas.microsoft.com/office/drawing/2014/main" id="{30D3D6F6-4C92-4A3A-9F85-C0CFBB36784E}"/>
              </a:ext>
            </a:extLst>
          </p:cNvPr>
          <p:cNvSpPr>
            <a:spLocks xmlns:a="http://schemas.openxmlformats.org/drawingml/2006/main" noGrp="1"/>
          </p:cNvSpPr>
          <p:nvPr/>
        </p:nvSpPr>
        <p:spPr>
          <a:xfrm xmlns:a="http://schemas.openxmlformats.org/drawingml/2006/main">
            <a:off x="11239500" y="6286500"/>
            <a:ext cx="45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2</a:t>
            </a:r>
          </a:p>
        </p:txBody>
      </p:sp>
      <p:sp>
        <p:nvSpPr>
          <p:cNvPr id="5" name="">
            <a:extLst xmlns:a="http://schemas.openxmlformats.org/drawingml/2006/main">
              <a:ext uri="{FF2B5EF4-FFF2-40B4-BE49-F238E27FC236}">
                <a16:creationId xmlns:a16="http://schemas.microsoft.com/office/drawing/2014/main" id="{9BA5B0BF-A875-452F-A002-6AF107FBDC00}"/>
              </a:ext>
            </a:extLst>
          </p:cNvPr>
          <p:cNvSpPr>
            <a:spLocks xmlns:a="http://schemas.openxmlformats.org/drawingml/2006/main" noGrp="1"/>
          </p:cNvSpPr>
          <p:nvPr/>
        </p:nvSpPr>
        <p:spPr>
          <a:xfrm xmlns:a="http://schemas.openxmlformats.org/drawingml/2006/main">
            <a:off x="504825" y="1400175"/>
            <a:ext cx="55530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20365C"/>
                </a:solidFill>
                <a:latin typeface="Arial"/>
                <a:ea typeface="Arial"/>
                <a:cs typeface="Arial"/>
              </a:defRPr>
            </a:pPr>
            <a:r>
              <a:rPr sz="2025" b="1">
                <a:solidFill>
                  <a:srgbClr val="20365C"/>
                </a:solidFill>
                <a:latin typeface="Arial"/>
                <a:ea typeface="Arial"/>
                <a:cs typeface="Arial"/>
              </a:rPr>
              <a:t>AUROC: overall harmful/nonharmful separation</a:t>
            </a:r>
          </a:p>
        </p:txBody>
      </p:sp>
      <p:sp>
        <p:nvSpPr>
          <p:cNvPr id="6" name="">
            <a:extLst xmlns:a="http://schemas.openxmlformats.org/drawingml/2006/main">
              <a:ext uri="{FF2B5EF4-FFF2-40B4-BE49-F238E27FC236}">
                <a16:creationId xmlns:a16="http://schemas.microsoft.com/office/drawing/2014/main" id="{FB025AD6-0441-4A89-A132-770615CEA5E5}"/>
              </a:ext>
            </a:extLst>
          </p:cNvPr>
          <p:cNvSpPr>
            <a:spLocks xmlns:a="http://schemas.openxmlformats.org/drawingml/2006/main" noGrp="1"/>
          </p:cNvSpPr>
          <p:nvPr/>
        </p:nvSpPr>
        <p:spPr>
          <a:xfrm xmlns:a="http://schemas.openxmlformats.org/drawingml/2006/main">
            <a:off x="6467475" y="1400175"/>
            <a:ext cx="5257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20365C"/>
                </a:solidFill>
                <a:latin typeface="Arial"/>
                <a:ea typeface="Arial"/>
                <a:cs typeface="Arial"/>
              </a:defRPr>
            </a:pPr>
            <a:r>
              <a:rPr sz="2025" b="1">
                <a:solidFill>
                  <a:srgbClr val="20365C"/>
                </a:solidFill>
                <a:latin typeface="Arial"/>
                <a:ea typeface="Arial"/>
                <a:cs typeface="Arial"/>
              </a:rPr>
              <a:t>Average precision: quality of top warnings</a:t>
            </a:r>
          </a:p>
        </p:txBody>
      </p:sp>
      <p:graphicFrame>
        <p:nvGraphicFramePr>
          <p:cNvPr id="16" name="Chart"/>
          <p:cNvGraphicFramePr/>
          <p:nvPr/>
        </p:nvGraphicFramePr>
        <p:xfrm>
          <a:off xmlns:a="http://schemas.openxmlformats.org/drawingml/2006/main" x="457200" y="2181225"/>
          <a:ext xmlns:a="http://schemas.openxmlformats.org/drawingml/2006/main" cx="5476875" cy="3276600"/>
        </p:xfrm>
        <a:graphic xmlns:a="http://schemas.openxmlformats.org/drawingml/2006/main">
          <a:graphicData uri="http://schemas.openxmlformats.org/drawingml/2006/chart">
            <c:chart xmlns:r="http://schemas.openxmlformats.org/officeDocument/2006/relationships" xmlns:c="http://schemas.openxmlformats.org/drawingml/2006/chart" r:id="Rf2e45ca53ed742ef"/>
          </a:graphicData>
        </a:graphic>
      </p:graphicFrame>
      <p:graphicFrame>
        <p:nvGraphicFramePr>
          <p:cNvPr id="17" name="Chart"/>
          <p:cNvGraphicFramePr/>
          <p:nvPr/>
        </p:nvGraphicFramePr>
        <p:xfrm>
          <a:off xmlns:a="http://schemas.openxmlformats.org/drawingml/2006/main" x="6419850" y="2181225"/>
          <a:ext xmlns:a="http://schemas.openxmlformats.org/drawingml/2006/main" cx="5305425" cy="3276600"/>
        </p:xfrm>
        <a:graphic xmlns:a="http://schemas.openxmlformats.org/drawingml/2006/main">
          <a:graphicData uri="http://schemas.openxmlformats.org/drawingml/2006/chart">
            <c:chart xmlns:r="http://schemas.openxmlformats.org/officeDocument/2006/relationships" xmlns:c="http://schemas.openxmlformats.org/drawingml/2006/chart" r:id="R853bac25cd474ff3"/>
          </a:graphicData>
        </a:graphic>
      </p:graphicFrame>
      <p:sp>
        <p:nvSpPr>
          <p:cNvPr id="9" name="">
            <a:extLst xmlns:a="http://schemas.openxmlformats.org/drawingml/2006/main">
              <a:ext uri="{FF2B5EF4-FFF2-40B4-BE49-F238E27FC236}">
                <a16:creationId xmlns:a16="http://schemas.microsoft.com/office/drawing/2014/main" id="{61CE3E4E-57E0-4FE7-96A5-00BB5B48E535}"/>
              </a:ext>
            </a:extLst>
          </p:cNvPr>
          <p:cNvSpPr>
            <a:spLocks xmlns:a="http://schemas.openxmlformats.org/drawingml/2006/main" noGrp="1"/>
          </p:cNvSpPr>
          <p:nvPr/>
        </p:nvSpPr>
        <p:spPr>
          <a:xfrm xmlns:a="http://schemas.openxmlformats.org/drawingml/2006/main">
            <a:off x="600075" y="5715000"/>
            <a:ext cx="10982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20365C"/>
                </a:solidFill>
                <a:latin typeface="Arial"/>
                <a:ea typeface="Arial"/>
                <a:cs typeface="Arial"/>
              </a:defRPr>
            </a:pPr>
            <a:r>
              <a:rPr sz="2100" b="1">
                <a:solidFill>
                  <a:srgbClr val="20365C"/>
                </a:solidFill>
                <a:latin typeface="Arial"/>
                <a:ea typeface="Arial"/>
                <a:cs typeface="Arial"/>
              </a:rPr>
              <a:t>Width carries some signal, but the simple distance warning is stronger here.</a:t>
            </a:r>
          </a:p>
        </p:txBody>
      </p:sp>
    </p:spTree>
    <p:extLst>
      <p:ext uri="{BB962C8B-B14F-4D97-AF65-F5344CB8AC3E}">
        <p14:creationId xmlns:p14="http://schemas.microsoft.com/office/powerpoint/2010/main" val="170913022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246CB12-8818-49D1-B864-3CFE547F7FE5}"/>
              </a:ext>
            </a:extLst>
          </p:cNvPr>
          <p:cNvSpPr>
            <a:spLocks xmlns:a="http://schemas.openxmlformats.org/drawingml/2006/main" noGrp="1"/>
          </p:cNvSpPr>
          <p:nvPr/>
        </p:nvSpPr>
        <p:spPr>
          <a:xfrm xmlns:a="http://schemas.openxmlformats.org/drawingml/2006/main">
            <a:off x="0" y="0"/>
            <a:ext cx="12192000" cy="104775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3BFDEE3-9414-4721-83F6-F39E3412BAA3}"/>
              </a:ext>
            </a:extLst>
          </p:cNvPr>
          <p:cNvSpPr>
            <a:spLocks xmlns:a="http://schemas.openxmlformats.org/drawingml/2006/main" noGrp="1"/>
          </p:cNvSpPr>
          <p:nvPr/>
        </p:nvSpPr>
        <p:spPr>
          <a:xfrm xmlns:a="http://schemas.openxmlformats.org/drawingml/2006/main">
            <a:off x="495300" y="180975"/>
            <a:ext cx="11201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Unfamiliar actions and harmful actions differ</a:t>
            </a:r>
          </a:p>
        </p:txBody>
      </p:sp>
      <p:sp>
        <p:nvSpPr>
          <p:cNvPr id="3" name="">
            <a:extLst xmlns:a="http://schemas.openxmlformats.org/drawingml/2006/main">
              <a:ext uri="{FF2B5EF4-FFF2-40B4-BE49-F238E27FC236}">
                <a16:creationId xmlns:a16="http://schemas.microsoft.com/office/drawing/2014/main" id="{139D3315-F9C4-4DE1-8FAF-A69108B21DB4}"/>
              </a:ext>
            </a:extLst>
          </p:cNvPr>
          <p:cNvSpPr>
            <a:spLocks xmlns:a="http://schemas.openxmlformats.org/drawingml/2006/main" noGrp="1"/>
          </p:cNvSpPr>
          <p:nvPr/>
        </p:nvSpPr>
        <p:spPr>
          <a:xfrm xmlns:a="http://schemas.openxmlformats.org/drawingml/2006/main">
            <a:off x="514350" y="6286500"/>
            <a:ext cx="1038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C6877"/>
                </a:solidFill>
                <a:latin typeface="Arial"/>
                <a:ea typeface="Arial"/>
                <a:cs typeface="Arial"/>
              </a:defRPr>
            </a:pPr>
            <a:r>
              <a:rPr sz="1275" b="0">
                <a:solidFill>
                  <a:srgbClr val="5C6877"/>
                </a:solidFill>
                <a:latin typeface="Arial"/>
                <a:ea typeface="Arial"/>
                <a:cs typeface="Arial"/>
              </a:rPr>
              <a:t>Original pilot: 2,304 alternatives, 276 harmful. Harm = loss &gt;1 raw reward versus host first action.</a:t>
            </a:r>
          </a:p>
        </p:txBody>
      </p:sp>
      <p:sp>
        <p:nvSpPr>
          <p:cNvPr id="4" name="">
            <a:extLst xmlns:a="http://schemas.openxmlformats.org/drawingml/2006/main">
              <a:ext uri="{FF2B5EF4-FFF2-40B4-BE49-F238E27FC236}">
                <a16:creationId xmlns:a16="http://schemas.microsoft.com/office/drawing/2014/main" id="{9D2AC12B-5B70-445B-ABEF-BCF54D027527}"/>
              </a:ext>
            </a:extLst>
          </p:cNvPr>
          <p:cNvSpPr>
            <a:spLocks xmlns:a="http://schemas.openxmlformats.org/drawingml/2006/main" noGrp="1"/>
          </p:cNvSpPr>
          <p:nvPr/>
        </p:nvSpPr>
        <p:spPr>
          <a:xfrm xmlns:a="http://schemas.openxmlformats.org/drawingml/2006/main">
            <a:off x="11239500" y="6286500"/>
            <a:ext cx="45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3</a:t>
            </a:r>
          </a:p>
        </p:txBody>
      </p:sp>
      <p:graphicFrame>
        <p:nvGraphicFramePr>
          <p:cNvPr id="13" name="Chart"/>
          <p:cNvGraphicFramePr/>
          <p:nvPr/>
        </p:nvGraphicFramePr>
        <p:xfrm>
          <a:off xmlns:a="http://schemas.openxmlformats.org/drawingml/2006/main" x="485775" y="1847850"/>
          <a:ext xmlns:a="http://schemas.openxmlformats.org/drawingml/2006/main" cx="6286500" cy="3705225"/>
        </p:xfrm>
        <a:graphic xmlns:a="http://schemas.openxmlformats.org/drawingml/2006/main">
          <a:graphicData uri="http://schemas.openxmlformats.org/drawingml/2006/chart">
            <c:chart xmlns:r="http://schemas.openxmlformats.org/officeDocument/2006/relationships" xmlns:c="http://schemas.openxmlformats.org/drawingml/2006/chart" r:id="R4e728688644942ee"/>
          </a:graphicData>
        </a:graphic>
      </p:graphicFrame>
      <p:sp>
        <p:nvSpPr>
          <p:cNvPr id="6" name="">
            <a:extLst xmlns:a="http://schemas.openxmlformats.org/drawingml/2006/main">
              <a:ext uri="{FF2B5EF4-FFF2-40B4-BE49-F238E27FC236}">
                <a16:creationId xmlns:a16="http://schemas.microsoft.com/office/drawing/2014/main" id="{8FE8890F-F7CF-433D-A129-5AF654DEA68F}"/>
              </a:ext>
            </a:extLst>
          </p:cNvPr>
          <p:cNvSpPr>
            <a:spLocks xmlns:a="http://schemas.openxmlformats.org/drawingml/2006/main" noGrp="1"/>
          </p:cNvSpPr>
          <p:nvPr/>
        </p:nvSpPr>
        <p:spPr>
          <a:xfrm xmlns:a="http://schemas.openxmlformats.org/drawingml/2006/main">
            <a:off x="561975" y="1400175"/>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20365C"/>
                </a:solidFill>
                <a:latin typeface="Arial"/>
                <a:ea typeface="Arial"/>
                <a:cs typeface="Arial"/>
              </a:defRPr>
            </a:pPr>
            <a:r>
              <a:rPr sz="1950" b="1">
                <a:solidFill>
                  <a:srgbClr val="20365C"/>
                </a:solidFill>
                <a:latin typeface="Arial"/>
                <a:ea typeface="Arial"/>
                <a:cs typeface="Arial"/>
              </a:rPr>
              <a:t>Observed harmful-action rate (%)</a:t>
            </a:r>
          </a:p>
        </p:txBody>
      </p:sp>
      <p:sp>
        <p:nvSpPr>
          <p:cNvPr id="7" name="">
            <a:extLst xmlns:a="http://schemas.openxmlformats.org/drawingml/2006/main">
              <a:ext uri="{FF2B5EF4-FFF2-40B4-BE49-F238E27FC236}">
                <a16:creationId xmlns:a16="http://schemas.microsoft.com/office/drawing/2014/main" id="{476BCBB5-FE4E-4B2F-AA89-D3BD38D4ABEE}"/>
              </a:ext>
            </a:extLst>
          </p:cNvPr>
          <p:cNvSpPr>
            <a:spLocks xmlns:a="http://schemas.openxmlformats.org/drawingml/2006/main" noGrp="1"/>
          </p:cNvSpPr>
          <p:nvPr/>
        </p:nvSpPr>
        <p:spPr>
          <a:xfrm xmlns:a="http://schemas.openxmlformats.org/drawingml/2006/main">
            <a:off x="7248525" y="2009775"/>
            <a:ext cx="4257675" cy="3371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marL="228600" indent="-114300">
              <a:spcAft>
                <a:spcPts val="1900"/>
              </a:spcAft>
              <a:buChar char="•"/>
              <a:defRPr sz="2175" b="0">
                <a:solidFill>
                  <a:srgbClr val="192737"/>
                </a:solidFill>
                <a:latin typeface="Arial"/>
                <a:ea typeface="Arial"/>
                <a:cs typeface="Arial"/>
              </a:defRPr>
            </a:pPr>
            <a:r>
              <a:rPr sz="2175" b="0">
                <a:solidFill>
                  <a:srgbClr val="192737"/>
                </a:solidFill>
                <a:latin typeface="Arial"/>
                <a:ea typeface="Arial"/>
                <a:cs typeface="Arial"/>
              </a:rPr>
              <a:t>231 of 276 harmful actions were still support-near.</a:t>
            </a:r>
          </a:p>
          <a:p xmlns:a="http://schemas.openxmlformats.org/drawingml/2006/main">
            <a:pPr marL="228600" indent="-114300">
              <a:spcAft>
                <a:spcPts val="1900"/>
              </a:spcAft>
              <a:buChar char="•"/>
              <a:defRPr sz="2175" b="0">
                <a:solidFill>
                  <a:srgbClr val="192737"/>
                </a:solidFill>
                <a:latin typeface="Arial"/>
                <a:ea typeface="Arial"/>
                <a:cs typeface="Arial"/>
              </a:defRPr>
            </a:pPr>
            <a:r>
              <a:rPr sz="2175" b="0">
                <a:solidFill>
                  <a:srgbClr val="192737"/>
                </a:solidFill>
                <a:latin typeface="Arial"/>
                <a:ea typeface="Arial"/>
                <a:cs typeface="Arial"/>
              </a:rPr>
              <a:t>188 of 233 distant actions were not harmful.</a:t>
            </a:r>
          </a:p>
          <a:p xmlns:a="http://schemas.openxmlformats.org/drawingml/2006/main">
            <a:pPr marL="228600" indent="-114300">
              <a:spcAft>
                <a:spcPts val="1900"/>
              </a:spcAft>
              <a:buChar char="•"/>
              <a:defRPr sz="2175" b="0">
                <a:solidFill>
                  <a:srgbClr val="192737"/>
                </a:solidFill>
                <a:latin typeface="Arial"/>
                <a:ea typeface="Arial"/>
                <a:cs typeface="Arial"/>
              </a:defRPr>
            </a:pPr>
            <a:r>
              <a:rPr sz="2175" b="0">
                <a:solidFill>
                  <a:srgbClr val="192737"/>
                </a:solidFill>
                <a:latin typeface="Arial"/>
                <a:ea typeface="Arial"/>
                <a:cs typeface="Arial"/>
              </a:rPr>
              <a:t>Novelty is a useful descriptor, not a harm label.</a:t>
            </a:r>
          </a:p>
        </p:txBody>
      </p:sp>
      <p:sp>
        <p:nvSpPr>
          <p:cNvPr id="8" name="">
            <a:extLst xmlns:a="http://schemas.openxmlformats.org/drawingml/2006/main">
              <a:ext uri="{FF2B5EF4-FFF2-40B4-BE49-F238E27FC236}">
                <a16:creationId xmlns:a16="http://schemas.microsoft.com/office/drawing/2014/main" id="{6E8076C7-1AE9-486A-98BB-28F859D33AB8}"/>
              </a:ext>
            </a:extLst>
          </p:cNvPr>
          <p:cNvSpPr>
            <a:spLocks xmlns:a="http://schemas.openxmlformats.org/drawingml/2006/main" noGrp="1"/>
          </p:cNvSpPr>
          <p:nvPr/>
        </p:nvSpPr>
        <p:spPr>
          <a:xfrm xmlns:a="http://schemas.openxmlformats.org/drawingml/2006/main">
            <a:off x="600075" y="574357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20365C"/>
                </a:solidFill>
                <a:latin typeface="Arial"/>
                <a:ea typeface="Arial"/>
                <a:cs typeface="Arial"/>
              </a:defRPr>
            </a:pPr>
            <a:r>
              <a:rPr sz="2025" b="1">
                <a:solidFill>
                  <a:srgbClr val="20365C"/>
                </a:solidFill>
                <a:latin typeface="Arial"/>
                <a:ea typeface="Arial"/>
                <a:cs typeface="Arial"/>
              </a:rPr>
              <a:t>Why test both? BCA must distinguish bad actions, not merely unfamiliar ones.</a:t>
            </a:r>
          </a:p>
        </p:txBody>
      </p:sp>
    </p:spTree>
    <p:extLst>
      <p:ext uri="{BB962C8B-B14F-4D97-AF65-F5344CB8AC3E}">
        <p14:creationId xmlns:p14="http://schemas.microsoft.com/office/powerpoint/2010/main" val="208686971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D016CD-A3C6-4972-A735-8CC69CCC0572}"/>
              </a:ext>
            </a:extLst>
          </p:cNvPr>
          <p:cNvSpPr>
            <a:spLocks xmlns:a="http://schemas.openxmlformats.org/drawingml/2006/main" noGrp="1"/>
          </p:cNvSpPr>
          <p:nvPr/>
        </p:nvSpPr>
        <p:spPr>
          <a:xfrm xmlns:a="http://schemas.openxmlformats.org/drawingml/2006/main">
            <a:off x="0" y="0"/>
            <a:ext cx="12192000" cy="104775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4CDF47C-588F-44FD-9284-EBBA00B5D99B}"/>
              </a:ext>
            </a:extLst>
          </p:cNvPr>
          <p:cNvSpPr>
            <a:spLocks xmlns:a="http://schemas.openxmlformats.org/drawingml/2006/main" noGrp="1"/>
          </p:cNvSpPr>
          <p:nvPr/>
        </p:nvSpPr>
        <p:spPr>
          <a:xfrm xmlns:a="http://schemas.openxmlformats.org/drawingml/2006/main">
            <a:off x="495300" y="180975"/>
            <a:ext cx="11201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Warning quality changes with the situation</a:t>
            </a:r>
          </a:p>
        </p:txBody>
      </p:sp>
      <p:sp>
        <p:nvSpPr>
          <p:cNvPr id="3" name="">
            <a:extLst xmlns:a="http://schemas.openxmlformats.org/drawingml/2006/main">
              <a:ext uri="{FF2B5EF4-FFF2-40B4-BE49-F238E27FC236}">
                <a16:creationId xmlns:a16="http://schemas.microsoft.com/office/drawing/2014/main" id="{A65CA703-ACEF-49C1-AA88-AA0EB7A0CD31}"/>
              </a:ext>
            </a:extLst>
          </p:cNvPr>
          <p:cNvSpPr>
            <a:spLocks xmlns:a="http://schemas.openxmlformats.org/drawingml/2006/main" noGrp="1"/>
          </p:cNvSpPr>
          <p:nvPr/>
        </p:nvSpPr>
        <p:spPr>
          <a:xfrm xmlns:a="http://schemas.openxmlformats.org/drawingml/2006/main">
            <a:off x="514350" y="6286500"/>
            <a:ext cx="1038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C6877"/>
                </a:solidFill>
                <a:latin typeface="Arial"/>
                <a:ea typeface="Arial"/>
                <a:cs typeface="Arial"/>
              </a:defRPr>
            </a:pPr>
            <a:r>
              <a:rPr sz="1275" b="0">
                <a:solidFill>
                  <a:srgbClr val="5C6877"/>
                </a:solidFill>
                <a:latin typeface="Arial"/>
                <a:ea typeface="Arial"/>
                <a:cs typeface="Arial"/>
              </a:rPr>
              <a:t>Original pilot, frozen BCA continuation. All strata are retained; N/A panels are not assigned zero.</a:t>
            </a:r>
          </a:p>
        </p:txBody>
      </p:sp>
      <p:sp>
        <p:nvSpPr>
          <p:cNvPr id="4" name="">
            <a:extLst xmlns:a="http://schemas.openxmlformats.org/drawingml/2006/main">
              <a:ext uri="{FF2B5EF4-FFF2-40B4-BE49-F238E27FC236}">
                <a16:creationId xmlns:a16="http://schemas.microsoft.com/office/drawing/2014/main" id="{72206D86-9164-456E-BFBB-71247812F8E8}"/>
              </a:ext>
            </a:extLst>
          </p:cNvPr>
          <p:cNvSpPr>
            <a:spLocks xmlns:a="http://schemas.openxmlformats.org/drawingml/2006/main" noGrp="1"/>
          </p:cNvSpPr>
          <p:nvPr/>
        </p:nvSpPr>
        <p:spPr>
          <a:xfrm xmlns:a="http://schemas.openxmlformats.org/drawingml/2006/main">
            <a:off x="11239500" y="6286500"/>
            <a:ext cx="45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4</a:t>
            </a:r>
          </a:p>
        </p:txBody>
      </p:sp>
      <p:graphicFrame>
        <p:nvGraphicFramePr>
          <p:cNvPr id="12" name=""/>
          <p:cNvGraphicFramePr/>
          <p:nvPr/>
        </p:nvGraphicFramePr>
        <p:xfrm>
          <a:off xmlns:a="http://schemas.openxmlformats.org/drawingml/2006/main" x="495300" y="1543050"/>
          <a:ext xmlns:a="http://schemas.openxmlformats.org/drawingml/2006/main" cx="11201400" cy="3238500"/>
        </p:xfrm>
        <a:graphic xmlns:a="http://schemas.openxmlformats.org/drawingml/2006/main">
          <a:graphicData uri="http://schemas.openxmlformats.org/drawingml/2006/table">
            <a:tbl>
              <a:tblPr/>
              <a:tblGrid>
                <a:gridCol w="4000500"/>
                <a:gridCol w="2190750"/>
                <a:gridCol w="2505075"/>
                <a:gridCol w="2505075"/>
              </a:tblGrid>
              <a:tr h="647700">
                <a:tc>
                  <a:txBody>
                    <a:bodyPr>
                      <a:noAutofit/>
                    </a:bodyPr>
                    <a:lstStyle/>
                    <a:p>
                      <a:r>
                        <a:rPr sz="2025" b="1">
                          <a:solidFill>
                            <a:srgbClr val="FFFFFF"/>
                          </a:solidFill>
                          <a:latin typeface="Arial"/>
                          <a:ea typeface="Arial"/>
                          <a:cs typeface="Arial"/>
                        </a:rPr>
                        <a:t>Collected states</a:t>
                      </a:r>
                    </a:p>
                  </a:txBody>
                  <a:tcPr marL="114300" marR="95250" marT="76200" marB="66675" anchor="ctr">
                    <a:solidFill>
                      <a:srgbClr val="20365C"/>
                    </a:solidFill>
                  </a:tcPr>
                </a:tc>
                <a:tc>
                  <a:txBody>
                    <a:bodyPr>
                      <a:noAutofit/>
                    </a:bodyPr>
                    <a:lstStyle/>
                    <a:p>
                      <a:r>
                        <a:rPr sz="2025" b="1">
                          <a:solidFill>
                            <a:srgbClr val="FFFFFF"/>
                          </a:solidFill>
                          <a:latin typeface="Arial"/>
                          <a:ea typeface="Arial"/>
                          <a:cs typeface="Arial"/>
                        </a:rPr>
                        <a:t>Eligible / 64</a:t>
                      </a:r>
                    </a:p>
                  </a:txBody>
                  <a:tcPr marL="114300" marR="95250" marT="76200" marB="66675" anchor="ctr">
                    <a:solidFill>
                      <a:srgbClr val="20365C"/>
                    </a:solidFill>
                  </a:tcPr>
                </a:tc>
                <a:tc>
                  <a:txBody>
                    <a:bodyPr>
                      <a:noAutofit/>
                    </a:bodyPr>
                    <a:lstStyle/>
                    <a:p>
                      <a:r>
                        <a:rPr sz="2025" b="1">
                          <a:solidFill>
                            <a:srgbClr val="FFFFFF"/>
                          </a:solidFill>
                          <a:latin typeface="Arial"/>
                          <a:ea typeface="Arial"/>
                          <a:cs typeface="Arial"/>
                        </a:rPr>
                        <a:t>Width AUROC</a:t>
                      </a:r>
                    </a:p>
                  </a:txBody>
                  <a:tcPr marL="114300" marR="95250" marT="76200" marB="66675" anchor="ctr">
                    <a:solidFill>
                      <a:srgbClr val="20365C"/>
                    </a:solidFill>
                  </a:tcPr>
                </a:tc>
                <a:tc>
                  <a:txBody>
                    <a:bodyPr>
                      <a:noAutofit/>
                    </a:bodyPr>
                    <a:lstStyle/>
                    <a:p>
                      <a:r>
                        <a:rPr sz="2025" b="1">
                          <a:solidFill>
                            <a:srgbClr val="FFFFFF"/>
                          </a:solidFill>
                          <a:latin typeface="Arial"/>
                          <a:ea typeface="Arial"/>
                          <a:cs typeface="Arial"/>
                        </a:rPr>
                        <a:t>Distance AUROC</a:t>
                      </a:r>
                    </a:p>
                  </a:txBody>
                  <a:tcPr marL="114300" marR="95250" marT="76200" marB="66675" anchor="ctr">
                    <a:solidFill>
                      <a:srgbClr val="20365C"/>
                    </a:solidFill>
                  </a:tcPr>
                </a:tc>
              </a:tr>
              <a:tr h="647700">
                <a:tc>
                  <a:txBody>
                    <a:bodyPr>
                      <a:noAutofit/>
                    </a:bodyPr>
                    <a:lstStyle/>
                    <a:p>
                      <a:r>
                        <a:rPr sz="2025" b="0">
                          <a:solidFill>
                            <a:srgbClr val="192737"/>
                          </a:solidFill>
                          <a:latin typeface="Arial"/>
                          <a:ea typeface="Arial"/>
                          <a:cs typeface="Arial"/>
                        </a:rPr>
                        <a:t>Host · reset</a:t>
                      </a:r>
                    </a:p>
                  </a:txBody>
                  <a:tcPr marL="114300" marR="95250" marT="76200" marB="66675" anchor="ctr">
                    <a:solidFill>
                      <a:srgbClr val="FFFFFF"/>
                    </a:solidFill>
                  </a:tcPr>
                </a:tc>
                <a:tc>
                  <a:txBody>
                    <a:bodyPr>
                      <a:noAutofit/>
                    </a:bodyPr>
                    <a:lstStyle/>
                    <a:p>
                      <a:r>
                        <a:rPr sz="2025" b="0">
                          <a:solidFill>
                            <a:srgbClr val="192737"/>
                          </a:solidFill>
                          <a:latin typeface="Arial"/>
                          <a:ea typeface="Arial"/>
                          <a:cs typeface="Arial"/>
                        </a:rPr>
                        <a:t>23</a:t>
                      </a:r>
                    </a:p>
                  </a:txBody>
                  <a:tcPr marL="114300" marR="95250" marT="76200" marB="66675" anchor="ctr">
                    <a:solidFill>
                      <a:srgbClr val="FFFFFF"/>
                    </a:solidFill>
                  </a:tcPr>
                </a:tc>
                <a:tc>
                  <a:txBody>
                    <a:bodyPr>
                      <a:noAutofit/>
                    </a:bodyPr>
                    <a:lstStyle/>
                    <a:p>
                      <a:r>
                        <a:rPr sz="2025" b="0">
                          <a:solidFill>
                            <a:srgbClr val="192737"/>
                          </a:solidFill>
                          <a:latin typeface="Arial"/>
                          <a:ea typeface="Arial"/>
                          <a:cs typeface="Arial"/>
                        </a:rPr>
                        <a:t>0.449</a:t>
                      </a:r>
                    </a:p>
                  </a:txBody>
                  <a:tcPr marL="114300" marR="95250" marT="76200" marB="66675" anchor="ctr">
                    <a:solidFill>
                      <a:srgbClr val="FFFFFF"/>
                    </a:solidFill>
                  </a:tcPr>
                </a:tc>
                <a:tc>
                  <a:txBody>
                    <a:bodyPr>
                      <a:noAutofit/>
                    </a:bodyPr>
                    <a:lstStyle/>
                    <a:p>
                      <a:r>
                        <a:rPr sz="2025" b="0">
                          <a:solidFill>
                            <a:srgbClr val="192737"/>
                          </a:solidFill>
                          <a:latin typeface="Arial"/>
                          <a:ea typeface="Arial"/>
                          <a:cs typeface="Arial"/>
                        </a:rPr>
                        <a:t>0.501</a:t>
                      </a:r>
                    </a:p>
                  </a:txBody>
                  <a:tcPr marL="114300" marR="95250" marT="76200" marB="66675" anchor="ctr">
                    <a:solidFill>
                      <a:srgbClr val="FFFFFF"/>
                    </a:solidFill>
                  </a:tcPr>
                </a:tc>
              </a:tr>
              <a:tr h="647700">
                <a:tc>
                  <a:txBody>
                    <a:bodyPr>
                      <a:noAutofit/>
                    </a:bodyPr>
                    <a:lstStyle/>
                    <a:p>
                      <a:r>
                        <a:rPr sz="2025" b="0">
                          <a:solidFill>
                            <a:srgbClr val="192737"/>
                          </a:solidFill>
                          <a:latin typeface="Arial"/>
                          <a:ea typeface="Arial"/>
                          <a:cs typeface="Arial"/>
                        </a:rPr>
                        <a:t>Host · step 100</a:t>
                      </a:r>
                    </a:p>
                  </a:txBody>
                  <a:tcPr marL="114300" marR="95250" marT="76200" marB="66675" anchor="ctr">
                    <a:solidFill>
                      <a:srgbClr val="F1F4F8"/>
                    </a:solidFill>
                  </a:tcPr>
                </a:tc>
                <a:tc>
                  <a:txBody>
                    <a:bodyPr>
                      <a:noAutofit/>
                    </a:bodyPr>
                    <a:lstStyle/>
                    <a:p>
                      <a:r>
                        <a:rPr sz="2025" b="0">
                          <a:solidFill>
                            <a:srgbClr val="192737"/>
                          </a:solidFill>
                          <a:latin typeface="Arial"/>
                          <a:ea typeface="Arial"/>
                          <a:cs typeface="Arial"/>
                        </a:rPr>
                        <a:t>34</a:t>
                      </a:r>
                    </a:p>
                  </a:txBody>
                  <a:tcPr marL="114300" marR="95250" marT="76200" marB="66675" anchor="ctr">
                    <a:solidFill>
                      <a:srgbClr val="F1F4F8"/>
                    </a:solidFill>
                  </a:tcPr>
                </a:tc>
                <a:tc>
                  <a:txBody>
                    <a:bodyPr>
                      <a:noAutofit/>
                    </a:bodyPr>
                    <a:lstStyle/>
                    <a:p>
                      <a:r>
                        <a:rPr sz="2025" b="0">
                          <a:solidFill>
                            <a:srgbClr val="192737"/>
                          </a:solidFill>
                          <a:latin typeface="Arial"/>
                          <a:ea typeface="Arial"/>
                          <a:cs typeface="Arial"/>
                        </a:rPr>
                        <a:t>0.640</a:t>
                      </a:r>
                    </a:p>
                  </a:txBody>
                  <a:tcPr marL="114300" marR="95250" marT="76200" marB="66675" anchor="ctr">
                    <a:solidFill>
                      <a:srgbClr val="F1F4F8"/>
                    </a:solidFill>
                  </a:tcPr>
                </a:tc>
                <a:tc>
                  <a:txBody>
                    <a:bodyPr>
                      <a:noAutofit/>
                    </a:bodyPr>
                    <a:lstStyle/>
                    <a:p>
                      <a:r>
                        <a:rPr sz="2025" b="0">
                          <a:solidFill>
                            <a:srgbClr val="192737"/>
                          </a:solidFill>
                          <a:latin typeface="Arial"/>
                          <a:ea typeface="Arial"/>
                          <a:cs typeface="Arial"/>
                        </a:rPr>
                        <a:t>0.652</a:t>
                      </a:r>
                    </a:p>
                  </a:txBody>
                  <a:tcPr marL="114300" marR="95250" marT="76200" marB="66675" anchor="ctr">
                    <a:solidFill>
                      <a:srgbClr val="F1F4F8"/>
                    </a:solidFill>
                  </a:tcPr>
                </a:tc>
              </a:tr>
              <a:tr h="647700">
                <a:tc>
                  <a:txBody>
                    <a:bodyPr>
                      <a:noAutofit/>
                    </a:bodyPr>
                    <a:lstStyle/>
                    <a:p>
                      <a:r>
                        <a:rPr sz="2025" b="0">
                          <a:solidFill>
                            <a:srgbClr val="192737"/>
                          </a:solidFill>
                          <a:latin typeface="Arial"/>
                          <a:ea typeface="Arial"/>
                          <a:cs typeface="Arial"/>
                        </a:rPr>
                        <a:t>BCA · reset</a:t>
                      </a:r>
                    </a:p>
                  </a:txBody>
                  <a:tcPr marL="114300" marR="95250" marT="76200" marB="66675" anchor="ctr">
                    <a:solidFill>
                      <a:srgbClr val="FFFFFF"/>
                    </a:solidFill>
                  </a:tcPr>
                </a:tc>
                <a:tc>
                  <a:txBody>
                    <a:bodyPr>
                      <a:noAutofit/>
                    </a:bodyPr>
                    <a:lstStyle/>
                    <a:p>
                      <a:r>
                        <a:rPr sz="2025" b="0">
                          <a:solidFill>
                            <a:srgbClr val="192737"/>
                          </a:solidFill>
                          <a:latin typeface="Arial"/>
                          <a:ea typeface="Arial"/>
                          <a:cs typeface="Arial"/>
                        </a:rPr>
                        <a:t>25</a:t>
                      </a:r>
                    </a:p>
                  </a:txBody>
                  <a:tcPr marL="114300" marR="95250" marT="76200" marB="66675" anchor="ctr">
                    <a:solidFill>
                      <a:srgbClr val="FFFFFF"/>
                    </a:solidFill>
                  </a:tcPr>
                </a:tc>
                <a:tc>
                  <a:txBody>
                    <a:bodyPr>
                      <a:noAutofit/>
                    </a:bodyPr>
                    <a:lstStyle/>
                    <a:p>
                      <a:r>
                        <a:rPr sz="2025" b="0">
                          <a:solidFill>
                            <a:srgbClr val="192737"/>
                          </a:solidFill>
                          <a:latin typeface="Arial"/>
                          <a:ea typeface="Arial"/>
                          <a:cs typeface="Arial"/>
                        </a:rPr>
                        <a:t>0.557</a:t>
                      </a:r>
                    </a:p>
                  </a:txBody>
                  <a:tcPr marL="114300" marR="95250" marT="76200" marB="66675" anchor="ctr">
                    <a:solidFill>
                      <a:srgbClr val="FFFFFF"/>
                    </a:solidFill>
                  </a:tcPr>
                </a:tc>
                <a:tc>
                  <a:txBody>
                    <a:bodyPr>
                      <a:noAutofit/>
                    </a:bodyPr>
                    <a:lstStyle/>
                    <a:p>
                      <a:r>
                        <a:rPr sz="2025" b="0">
                          <a:solidFill>
                            <a:srgbClr val="192737"/>
                          </a:solidFill>
                          <a:latin typeface="Arial"/>
                          <a:ea typeface="Arial"/>
                          <a:cs typeface="Arial"/>
                        </a:rPr>
                        <a:t>0.588</a:t>
                      </a:r>
                    </a:p>
                  </a:txBody>
                  <a:tcPr marL="114300" marR="95250" marT="76200" marB="66675" anchor="ctr">
                    <a:solidFill>
                      <a:srgbClr val="FFFFFF"/>
                    </a:solidFill>
                  </a:tcPr>
                </a:tc>
              </a:tr>
              <a:tr h="647700">
                <a:tc>
                  <a:txBody>
                    <a:bodyPr>
                      <a:noAutofit/>
                    </a:bodyPr>
                    <a:lstStyle/>
                    <a:p>
                      <a:r>
                        <a:rPr sz="2025" b="0">
                          <a:solidFill>
                            <a:srgbClr val="192737"/>
                          </a:solidFill>
                          <a:latin typeface="Arial"/>
                          <a:ea typeface="Arial"/>
                          <a:cs typeface="Arial"/>
                        </a:rPr>
                        <a:t>BCA · step 100</a:t>
                      </a:r>
                    </a:p>
                  </a:txBody>
                  <a:tcPr marL="114300" marR="95250" marT="76200" marB="66675" anchor="ctr">
                    <a:solidFill>
                      <a:srgbClr val="F1F4F8"/>
                    </a:solidFill>
                  </a:tcPr>
                </a:tc>
                <a:tc>
                  <a:txBody>
                    <a:bodyPr>
                      <a:noAutofit/>
                    </a:bodyPr>
                    <a:lstStyle/>
                    <a:p>
                      <a:r>
                        <a:rPr sz="2025" b="0">
                          <a:solidFill>
                            <a:srgbClr val="192737"/>
                          </a:solidFill>
                          <a:latin typeface="Arial"/>
                          <a:ea typeface="Arial"/>
                          <a:cs typeface="Arial"/>
                        </a:rPr>
                        <a:t>29</a:t>
                      </a:r>
                    </a:p>
                  </a:txBody>
                  <a:tcPr marL="114300" marR="95250" marT="76200" marB="66675" anchor="ctr">
                    <a:solidFill>
                      <a:srgbClr val="F1F4F8"/>
                    </a:solidFill>
                  </a:tcPr>
                </a:tc>
                <a:tc>
                  <a:txBody>
                    <a:bodyPr>
                      <a:noAutofit/>
                    </a:bodyPr>
                    <a:lstStyle/>
                    <a:p>
                      <a:r>
                        <a:rPr sz="2025" b="0">
                          <a:solidFill>
                            <a:srgbClr val="192737"/>
                          </a:solidFill>
                          <a:latin typeface="Arial"/>
                          <a:ea typeface="Arial"/>
                          <a:cs typeface="Arial"/>
                        </a:rPr>
                        <a:t>0.471</a:t>
                      </a:r>
                    </a:p>
                  </a:txBody>
                  <a:tcPr marL="114300" marR="95250" marT="76200" marB="66675" anchor="ctr">
                    <a:solidFill>
                      <a:srgbClr val="F1F4F8"/>
                    </a:solidFill>
                  </a:tcPr>
                </a:tc>
                <a:tc>
                  <a:txBody>
                    <a:bodyPr>
                      <a:noAutofit/>
                    </a:bodyPr>
                    <a:lstStyle/>
                    <a:p>
                      <a:r>
                        <a:rPr sz="2025" b="0">
                          <a:solidFill>
                            <a:srgbClr val="192737"/>
                          </a:solidFill>
                          <a:latin typeface="Arial"/>
                          <a:ea typeface="Arial"/>
                          <a:cs typeface="Arial"/>
                        </a:rPr>
                        <a:t>0.522</a:t>
                      </a:r>
                    </a:p>
                  </a:txBody>
                  <a:tcPr marL="114300" marR="95250" marT="76200" marB="66675" anchor="ctr">
                    <a:solidFill>
                      <a:srgbClr val="F1F4F8"/>
                    </a:solidFill>
                  </a:tcPr>
                </a:tc>
              </a:tr>
            </a:tbl>
          </a:graphicData>
        </a:graphic>
      </p:graphicFrame>
      <p:sp>
        <p:nvSpPr>
          <p:cNvPr id="6" name="">
            <a:extLst xmlns:a="http://schemas.openxmlformats.org/drawingml/2006/main">
              <a:ext uri="{FF2B5EF4-FFF2-40B4-BE49-F238E27FC236}">
                <a16:creationId xmlns:a16="http://schemas.microsoft.com/office/drawing/2014/main" id="{A05F682E-0F65-468B-919E-18EE361272F9}"/>
              </a:ext>
            </a:extLst>
          </p:cNvPr>
          <p:cNvSpPr>
            <a:spLocks xmlns:a="http://schemas.openxmlformats.org/drawingml/2006/main" noGrp="1"/>
          </p:cNvSpPr>
          <p:nvPr/>
        </p:nvSpPr>
        <p:spPr>
          <a:xfrm xmlns:a="http://schemas.openxmlformats.org/drawingml/2006/main">
            <a:off x="609600" y="50196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20365C"/>
                </a:solidFill>
                <a:latin typeface="Arial"/>
                <a:ea typeface="Arial"/>
                <a:cs typeface="Arial"/>
              </a:defRPr>
            </a:pPr>
            <a:r>
              <a:rPr sz="2175" b="1">
                <a:solidFill>
                  <a:srgbClr val="20365C"/>
                </a:solidFill>
                <a:latin typeface="Arial"/>
                <a:ea typeface="Arial"/>
                <a:cs typeface="Arial"/>
              </a:rPr>
              <a:t>Widths vary: 1.35–2.48. No panel has all alternative widths tied.</a:t>
            </a:r>
          </a:p>
        </p:txBody>
      </p:sp>
      <p:sp>
        <p:nvSpPr>
          <p:cNvPr id="7" name="">
            <a:extLst xmlns:a="http://schemas.openxmlformats.org/drawingml/2006/main">
              <a:ext uri="{FF2B5EF4-FFF2-40B4-BE49-F238E27FC236}">
                <a16:creationId xmlns:a16="http://schemas.microsoft.com/office/drawing/2014/main" id="{B89DAABF-474D-479B-B23A-8498B6E0143A}"/>
              </a:ext>
            </a:extLst>
          </p:cNvPr>
          <p:cNvSpPr>
            <a:spLocks xmlns:a="http://schemas.openxmlformats.org/drawingml/2006/main" noGrp="1"/>
          </p:cNvSpPr>
          <p:nvPr/>
        </p:nvSpPr>
        <p:spPr>
          <a:xfrm xmlns:a="http://schemas.openxmlformats.org/drawingml/2006/main">
            <a:off x="609600" y="56959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20365C"/>
                </a:solidFill>
                <a:latin typeface="Arial"/>
                <a:ea typeface="Arial"/>
                <a:cs typeface="Arial"/>
              </a:defRPr>
            </a:pPr>
            <a:r>
              <a:rPr sz="2100" b="1">
                <a:solidFill>
                  <a:srgbClr val="20365C"/>
                </a:solidFill>
                <a:latin typeface="Arial"/>
                <a:ea typeface="Arial"/>
                <a:cs typeface="Arial"/>
              </a:rPr>
              <a:t>Changing one global radius cannot repair which action is ranked as riskier.</a:t>
            </a:r>
          </a:p>
        </p:txBody>
      </p:sp>
    </p:spTree>
    <p:extLst>
      <p:ext uri="{BB962C8B-B14F-4D97-AF65-F5344CB8AC3E}">
        <p14:creationId xmlns:p14="http://schemas.microsoft.com/office/powerpoint/2010/main" val="77575486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BDC2ED0-55FC-4198-9433-13D3A620F98A}"/>
              </a:ext>
            </a:extLst>
          </p:cNvPr>
          <p:cNvSpPr>
            <a:spLocks xmlns:a="http://schemas.openxmlformats.org/drawingml/2006/main" noGrp="1"/>
          </p:cNvSpPr>
          <p:nvPr/>
        </p:nvSpPr>
        <p:spPr>
          <a:xfrm xmlns:a="http://schemas.openxmlformats.org/drawingml/2006/main">
            <a:off x="0" y="0"/>
            <a:ext cx="12192000" cy="104775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596EE8-16D1-4638-8F15-B73081FC45DE}"/>
              </a:ext>
            </a:extLst>
          </p:cNvPr>
          <p:cNvSpPr>
            <a:spLocks xmlns:a="http://schemas.openxmlformats.org/drawingml/2006/main" noGrp="1"/>
          </p:cNvSpPr>
          <p:nvPr/>
        </p:nvSpPr>
        <p:spPr>
          <a:xfrm xmlns:a="http://schemas.openxmlformats.org/drawingml/2006/main">
            <a:off x="495300" y="180975"/>
            <a:ext cx="11201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Action choice: regret among tested actions</a:t>
            </a:r>
          </a:p>
        </p:txBody>
      </p:sp>
      <p:sp>
        <p:nvSpPr>
          <p:cNvPr id="3" name="">
            <a:extLst xmlns:a="http://schemas.openxmlformats.org/drawingml/2006/main">
              <a:ext uri="{FF2B5EF4-FFF2-40B4-BE49-F238E27FC236}">
                <a16:creationId xmlns:a16="http://schemas.microsoft.com/office/drawing/2014/main" id="{618DC3A2-0578-445E-A2F1-BD94DEA5AB8E}"/>
              </a:ext>
            </a:extLst>
          </p:cNvPr>
          <p:cNvSpPr>
            <a:spLocks xmlns:a="http://schemas.openxmlformats.org/drawingml/2006/main" noGrp="1"/>
          </p:cNvSpPr>
          <p:nvPr/>
        </p:nvSpPr>
        <p:spPr>
          <a:xfrm xmlns:a="http://schemas.openxmlformats.org/drawingml/2006/main">
            <a:off x="514350" y="6286500"/>
            <a:ext cx="1038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C6877"/>
                </a:solidFill>
                <a:latin typeface="Arial"/>
                <a:ea typeface="Arial"/>
                <a:cs typeface="Arial"/>
              </a:defRPr>
            </a:pPr>
            <a:r>
              <a:rPr sz="1275" b="0">
                <a:solidFill>
                  <a:srgbClr val="5C6877"/>
                </a:solidFill>
                <a:latin typeface="Arial"/>
                <a:ea typeface="Arial"/>
                <a:cs typeface="Arial"/>
              </a:rPr>
              <a:t>Exploratory pilot metric. Best of ten tested actions; 256 captured rows, one training seed.</a:t>
            </a:r>
          </a:p>
        </p:txBody>
      </p:sp>
      <p:sp>
        <p:nvSpPr>
          <p:cNvPr id="4" name="">
            <a:extLst xmlns:a="http://schemas.openxmlformats.org/drawingml/2006/main">
              <a:ext uri="{FF2B5EF4-FFF2-40B4-BE49-F238E27FC236}">
                <a16:creationId xmlns:a16="http://schemas.microsoft.com/office/drawing/2014/main" id="{0A0531BF-211A-4093-9CD5-42A85660B5BB}"/>
              </a:ext>
            </a:extLst>
          </p:cNvPr>
          <p:cNvSpPr>
            <a:spLocks xmlns:a="http://schemas.openxmlformats.org/drawingml/2006/main" noGrp="1"/>
          </p:cNvSpPr>
          <p:nvPr/>
        </p:nvSpPr>
        <p:spPr>
          <a:xfrm xmlns:a="http://schemas.openxmlformats.org/drawingml/2006/main">
            <a:off x="11239500" y="6286500"/>
            <a:ext cx="45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5</a:t>
            </a:r>
          </a:p>
        </p:txBody>
      </p:sp>
      <p:graphicFrame>
        <p:nvGraphicFramePr>
          <p:cNvPr id="12" name="Chart"/>
          <p:cNvGraphicFramePr/>
          <p:nvPr/>
        </p:nvGraphicFramePr>
        <p:xfrm>
          <a:off xmlns:a="http://schemas.openxmlformats.org/drawingml/2006/main" x="552450" y="1885950"/>
          <a:ext xmlns:a="http://schemas.openxmlformats.org/drawingml/2006/main" cx="10820400" cy="3552825"/>
        </p:xfrm>
        <a:graphic xmlns:a="http://schemas.openxmlformats.org/drawingml/2006/main">
          <a:graphicData uri="http://schemas.openxmlformats.org/drawingml/2006/chart">
            <c:chart xmlns:r="http://schemas.openxmlformats.org/officeDocument/2006/relationships" xmlns:c="http://schemas.openxmlformats.org/drawingml/2006/chart" r:id="R682646516f284f6a"/>
          </a:graphicData>
        </a:graphic>
      </p:graphicFrame>
      <p:sp>
        <p:nvSpPr>
          <p:cNvPr id="6" name="">
            <a:extLst xmlns:a="http://schemas.openxmlformats.org/drawingml/2006/main">
              <a:ext uri="{FF2B5EF4-FFF2-40B4-BE49-F238E27FC236}">
                <a16:creationId xmlns:a16="http://schemas.microsoft.com/office/drawing/2014/main" id="{471DFC86-B809-4DA6-8C06-366C7954E746}"/>
              </a:ext>
            </a:extLst>
          </p:cNvPr>
          <p:cNvSpPr>
            <a:spLocks xmlns:a="http://schemas.openxmlformats.org/drawingml/2006/main" noGrp="1"/>
          </p:cNvSpPr>
          <p:nvPr/>
        </p:nvSpPr>
        <p:spPr>
          <a:xfrm xmlns:a="http://schemas.openxmlformats.org/drawingml/2006/main">
            <a:off x="600075" y="138112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20365C"/>
                </a:solidFill>
                <a:latin typeface="Arial"/>
                <a:ea typeface="Arial"/>
                <a:cs typeface="Arial"/>
              </a:defRPr>
            </a:pPr>
            <a:r>
              <a:rPr sz="2025" b="1">
                <a:solidFill>
                  <a:srgbClr val="20365C"/>
                </a:solidFill>
                <a:latin typeface="Arial"/>
                <a:ea typeface="Arial"/>
                <a:cs typeface="Arial"/>
              </a:rPr>
              <a:t>Mean candidate-set regret (raw reward units; lower is better)</a:t>
            </a:r>
          </a:p>
        </p:txBody>
      </p:sp>
      <p:sp>
        <p:nvSpPr>
          <p:cNvPr id="7" name="">
            <a:extLst xmlns:a="http://schemas.openxmlformats.org/drawingml/2006/main">
              <a:ext uri="{FF2B5EF4-FFF2-40B4-BE49-F238E27FC236}">
                <a16:creationId xmlns:a16="http://schemas.microsoft.com/office/drawing/2014/main" id="{7D60163D-B26B-4CA7-ACE2-15256D78C3BB}"/>
              </a:ext>
            </a:extLst>
          </p:cNvPr>
          <p:cNvSpPr>
            <a:spLocks xmlns:a="http://schemas.openxmlformats.org/drawingml/2006/main" noGrp="1"/>
          </p:cNvSpPr>
          <p:nvPr/>
        </p:nvSpPr>
        <p:spPr>
          <a:xfrm xmlns:a="http://schemas.openxmlformats.org/drawingml/2006/main">
            <a:off x="600075" y="578167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20365C"/>
                </a:solidFill>
                <a:latin typeface="Arial"/>
                <a:ea typeface="Arial"/>
                <a:cs typeface="Arial"/>
              </a:defRPr>
            </a:pPr>
            <a:r>
              <a:rPr sz="2100" b="1">
                <a:solidFill>
                  <a:srgbClr val="20365C"/>
                </a:solidFill>
                <a:latin typeface="Arial"/>
                <a:ea typeface="Arial"/>
                <a:cs typeface="Arial"/>
              </a:rPr>
              <a:t>The BCA first action does not reduce average tested-action regret in this pilot.</a:t>
            </a:r>
          </a:p>
        </p:txBody>
      </p:sp>
    </p:spTree>
    <p:extLst>
      <p:ext uri="{BB962C8B-B14F-4D97-AF65-F5344CB8AC3E}">
        <p14:creationId xmlns:p14="http://schemas.microsoft.com/office/powerpoint/2010/main" val="38192090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D479489-ED54-480A-9A93-B49809649EC8}"/>
              </a:ext>
            </a:extLst>
          </p:cNvPr>
          <p:cNvSpPr>
            <a:spLocks xmlns:a="http://schemas.openxmlformats.org/drawingml/2006/main" noGrp="1"/>
          </p:cNvSpPr>
          <p:nvPr/>
        </p:nvSpPr>
        <p:spPr>
          <a:xfrm xmlns:a="http://schemas.openxmlformats.org/drawingml/2006/main">
            <a:off x="0" y="0"/>
            <a:ext cx="12192000" cy="104775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6155430-2A6C-44A8-9D77-03378C2A42EE}"/>
              </a:ext>
            </a:extLst>
          </p:cNvPr>
          <p:cNvSpPr>
            <a:spLocks xmlns:a="http://schemas.openxmlformats.org/drawingml/2006/main" noGrp="1"/>
          </p:cNvSpPr>
          <p:nvPr/>
        </p:nvSpPr>
        <p:spPr>
          <a:xfrm xmlns:a="http://schemas.openxmlformats.org/drawingml/2006/main">
            <a:off x="495300" y="180975"/>
            <a:ext cx="11201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Calibration is fitting and changing the penalty</a:t>
            </a:r>
          </a:p>
        </p:txBody>
      </p:sp>
      <p:sp>
        <p:nvSpPr>
          <p:cNvPr id="3" name="">
            <a:extLst xmlns:a="http://schemas.openxmlformats.org/drawingml/2006/main">
              <a:ext uri="{FF2B5EF4-FFF2-40B4-BE49-F238E27FC236}">
                <a16:creationId xmlns:a16="http://schemas.microsoft.com/office/drawing/2014/main" id="{372EF118-66E3-4E19-928B-EEE73A0E230B}"/>
              </a:ext>
            </a:extLst>
          </p:cNvPr>
          <p:cNvSpPr>
            <a:spLocks xmlns:a="http://schemas.openxmlformats.org/drawingml/2006/main" noGrp="1"/>
          </p:cNvSpPr>
          <p:nvPr/>
        </p:nvSpPr>
        <p:spPr>
          <a:xfrm xmlns:a="http://schemas.openxmlformats.org/drawingml/2006/main">
            <a:off x="514350" y="6286500"/>
            <a:ext cx="1038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C6877"/>
                </a:solidFill>
                <a:latin typeface="Arial"/>
                <a:ea typeface="Arial"/>
                <a:cs typeface="Arial"/>
              </a:defRPr>
            </a:pPr>
            <a:r>
              <a:rPr sz="1275" b="0">
                <a:solidFill>
                  <a:srgbClr val="5C6877"/>
                </a:solidFill>
                <a:latin typeface="Arial"/>
                <a:ea typeface="Arial"/>
                <a:cs typeface="Arial"/>
              </a:rPr>
              <a:t>Reviewed standard-BCA Walker runs, seed 202609171. Full block means; actor skip rows excluded.</a:t>
            </a:r>
          </a:p>
        </p:txBody>
      </p:sp>
      <p:sp>
        <p:nvSpPr>
          <p:cNvPr id="4" name="">
            <a:extLst xmlns:a="http://schemas.openxmlformats.org/drawingml/2006/main">
              <a:ext uri="{FF2B5EF4-FFF2-40B4-BE49-F238E27FC236}">
                <a16:creationId xmlns:a16="http://schemas.microsoft.com/office/drawing/2014/main" id="{C1220965-F716-4D92-8083-D83DDC11C104}"/>
              </a:ext>
            </a:extLst>
          </p:cNvPr>
          <p:cNvSpPr>
            <a:spLocks xmlns:a="http://schemas.openxmlformats.org/drawingml/2006/main" noGrp="1"/>
          </p:cNvSpPr>
          <p:nvPr/>
        </p:nvSpPr>
        <p:spPr>
          <a:xfrm xmlns:a="http://schemas.openxmlformats.org/drawingml/2006/main">
            <a:off x="11239500" y="6286500"/>
            <a:ext cx="45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6</a:t>
            </a:r>
          </a:p>
        </p:txBody>
      </p:sp>
      <p:sp>
        <p:nvSpPr>
          <p:cNvPr id="5" name="">
            <a:extLst xmlns:a="http://schemas.openxmlformats.org/drawingml/2006/main">
              <a:ext uri="{FF2B5EF4-FFF2-40B4-BE49-F238E27FC236}">
                <a16:creationId xmlns:a16="http://schemas.microsoft.com/office/drawing/2014/main" id="{EC4FC139-1A09-43AF-B093-40FF19AAAEB7}"/>
              </a:ext>
            </a:extLst>
          </p:cNvPr>
          <p:cNvSpPr>
            <a:spLocks xmlns:a="http://schemas.openxmlformats.org/drawingml/2006/main" noGrp="1"/>
          </p:cNvSpPr>
          <p:nvPr/>
        </p:nvSpPr>
        <p:spPr>
          <a:xfrm xmlns:a="http://schemas.openxmlformats.org/drawingml/2006/main">
            <a:off x="552450" y="1381125"/>
            <a:ext cx="53625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20365C"/>
                </a:solidFill>
                <a:latin typeface="Arial"/>
                <a:ea typeface="Arial"/>
                <a:cs typeface="Arial"/>
              </a:defRPr>
            </a:pPr>
            <a:r>
              <a:rPr sz="1950" b="1">
                <a:solidFill>
                  <a:srgbClr val="20365C"/>
                </a:solidFill>
                <a:latin typeface="Arial"/>
                <a:ea typeface="Arial"/>
                <a:cs typeface="Arial"/>
              </a:rPr>
              <a:t>Scale-fitting objective</a:t>
            </a:r>
          </a:p>
        </p:txBody>
      </p:sp>
      <p:sp>
        <p:nvSpPr>
          <p:cNvPr id="6" name="">
            <a:extLst xmlns:a="http://schemas.openxmlformats.org/drawingml/2006/main">
              <a:ext uri="{FF2B5EF4-FFF2-40B4-BE49-F238E27FC236}">
                <a16:creationId xmlns:a16="http://schemas.microsoft.com/office/drawing/2014/main" id="{94D2A0E0-8466-4B2D-9362-B3ABE90F93C5}"/>
              </a:ext>
            </a:extLst>
          </p:cNvPr>
          <p:cNvSpPr>
            <a:spLocks xmlns:a="http://schemas.openxmlformats.org/drawingml/2006/main" noGrp="1"/>
          </p:cNvSpPr>
          <p:nvPr/>
        </p:nvSpPr>
        <p:spPr>
          <a:xfrm xmlns:a="http://schemas.openxmlformats.org/drawingml/2006/main">
            <a:off x="552450" y="1752600"/>
            <a:ext cx="536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Block mean objective</a:t>
            </a:r>
          </a:p>
        </p:txBody>
      </p:sp>
      <p:graphicFrame>
        <p:nvGraphicFramePr>
          <p:cNvPr id="18" name="Chart"/>
          <p:cNvGraphicFramePr/>
          <p:nvPr/>
        </p:nvGraphicFramePr>
        <p:xfrm>
          <a:off xmlns:a="http://schemas.openxmlformats.org/drawingml/2006/main" x="504825" y="2009775"/>
          <a:ext xmlns:a="http://schemas.openxmlformats.org/drawingml/2006/main" cx="5457825" cy="3429000"/>
        </p:xfrm>
        <a:graphic xmlns:a="http://schemas.openxmlformats.org/drawingml/2006/main">
          <a:graphicData uri="http://schemas.openxmlformats.org/drawingml/2006/chart">
            <c:chart xmlns:r="http://schemas.openxmlformats.org/officeDocument/2006/relationships" xmlns:c="http://schemas.openxmlformats.org/drawingml/2006/chart" r:id="R8892a5d300d84850"/>
          </a:graphicData>
        </a:graphic>
      </p:graphicFrame>
      <p:sp>
        <p:nvSpPr>
          <p:cNvPr id="8" name="">
            <a:extLst xmlns:a="http://schemas.openxmlformats.org/drawingml/2006/main">
              <a:ext uri="{FF2B5EF4-FFF2-40B4-BE49-F238E27FC236}">
                <a16:creationId xmlns:a16="http://schemas.microsoft.com/office/drawing/2014/main" id="{C4463F1F-1260-4AD0-9B4D-1F749F0BCD41}"/>
              </a:ext>
            </a:extLst>
          </p:cNvPr>
          <p:cNvSpPr>
            <a:spLocks xmlns:a="http://schemas.openxmlformats.org/drawingml/2006/main" noGrp="1"/>
          </p:cNvSpPr>
          <p:nvPr/>
        </p:nvSpPr>
        <p:spPr>
          <a:xfrm xmlns:a="http://schemas.openxmlformats.org/drawingml/2006/main">
            <a:off x="6429375" y="1381125"/>
            <a:ext cx="517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20365C"/>
                </a:solidFill>
                <a:latin typeface="Arial"/>
                <a:ea typeface="Arial"/>
                <a:cs typeface="Arial"/>
              </a:defRPr>
            </a:pPr>
            <a:r>
              <a:rPr sz="1950" b="1">
                <a:solidFill>
                  <a:srgbClr val="20365C"/>
                </a:solidFill>
                <a:latin typeface="Arial"/>
                <a:ea typeface="Arial"/>
                <a:cs typeface="Arial"/>
              </a:rPr>
              <a:t>Actor behavior-cloning multiplier</a:t>
            </a:r>
          </a:p>
        </p:txBody>
      </p:sp>
      <p:sp>
        <p:nvSpPr>
          <p:cNvPr id="9" name="">
            <a:extLst xmlns:a="http://schemas.openxmlformats.org/drawingml/2006/main">
              <a:ext uri="{FF2B5EF4-FFF2-40B4-BE49-F238E27FC236}">
                <a16:creationId xmlns:a16="http://schemas.microsoft.com/office/drawing/2014/main" id="{95B7B9D2-5B23-4181-B839-64AC915D75A6}"/>
              </a:ext>
            </a:extLst>
          </p:cNvPr>
          <p:cNvSpPr>
            <a:spLocks xmlns:a="http://schemas.openxmlformats.org/drawingml/2006/main" noGrp="1"/>
          </p:cNvSpPr>
          <p:nvPr/>
        </p:nvSpPr>
        <p:spPr>
          <a:xfrm xmlns:a="http://schemas.openxmlformats.org/drawingml/2006/main">
            <a:off x="6429375" y="1752600"/>
            <a:ext cx="5172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Multiplier; 1 = unchanged strength</a:t>
            </a:r>
          </a:p>
        </p:txBody>
      </p:sp>
      <p:graphicFrame>
        <p:nvGraphicFramePr>
          <p:cNvPr id="21" name="Chart"/>
          <p:cNvGraphicFramePr/>
          <p:nvPr/>
        </p:nvGraphicFramePr>
        <p:xfrm>
          <a:off xmlns:a="http://schemas.openxmlformats.org/drawingml/2006/main" x="6381750" y="2009775"/>
          <a:ext xmlns:a="http://schemas.openxmlformats.org/drawingml/2006/main" cx="5267325" cy="3429000"/>
        </p:xfrm>
        <a:graphic xmlns:a="http://schemas.openxmlformats.org/drawingml/2006/main">
          <a:graphicData uri="http://schemas.openxmlformats.org/drawingml/2006/chart">
            <c:chart xmlns:r="http://schemas.openxmlformats.org/officeDocument/2006/relationships" xmlns:c="http://schemas.openxmlformats.org/drawingml/2006/chart" r:id="R0ada67f8ef6c4d77"/>
          </a:graphicData>
        </a:graphic>
      </p:graphicFrame>
      <p:sp>
        <p:nvSpPr>
          <p:cNvPr id="11" name="">
            <a:extLst xmlns:a="http://schemas.openxmlformats.org/drawingml/2006/main">
              <a:ext uri="{FF2B5EF4-FFF2-40B4-BE49-F238E27FC236}">
                <a16:creationId xmlns:a16="http://schemas.microsoft.com/office/drawing/2014/main" id="{EC737193-513F-4A09-9DE0-99A9A21313ED}"/>
              </a:ext>
            </a:extLst>
          </p:cNvPr>
          <p:cNvSpPr>
            <a:spLocks xmlns:a="http://schemas.openxmlformats.org/drawingml/2006/main" noGrp="1"/>
          </p:cNvSpPr>
          <p:nvPr/>
        </p:nvSpPr>
        <p:spPr>
          <a:xfrm xmlns:a="http://schemas.openxmlformats.org/drawingml/2006/main">
            <a:off x="600075" y="571500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20365C"/>
                </a:solidFill>
                <a:latin typeface="Arial"/>
                <a:ea typeface="Arial"/>
                <a:cs typeface="Arial"/>
              </a:defRPr>
            </a:pPr>
            <a:r>
              <a:rPr sz="2100" b="1">
                <a:solidFill>
                  <a:srgbClr val="20365C"/>
                </a:solidFill>
                <a:latin typeface="Arial"/>
                <a:ea typeface="Arial"/>
                <a:cs typeface="Arial"/>
              </a:rPr>
              <a:t>Both accepted 1,000,000 scale fits. Final block strength: ×1.331 / ×1.377.</a:t>
            </a:r>
          </a:p>
        </p:txBody>
      </p:sp>
    </p:spTree>
    <p:extLst>
      <p:ext uri="{BB962C8B-B14F-4D97-AF65-F5344CB8AC3E}">
        <p14:creationId xmlns:p14="http://schemas.microsoft.com/office/powerpoint/2010/main" val="115795557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2F01B28-9874-47C4-9705-B460DC5A25F4}"/>
              </a:ext>
            </a:extLst>
          </p:cNvPr>
          <p:cNvSpPr>
            <a:spLocks xmlns:a="http://schemas.openxmlformats.org/drawingml/2006/main" noGrp="1"/>
          </p:cNvSpPr>
          <p:nvPr/>
        </p:nvSpPr>
        <p:spPr>
          <a:xfrm xmlns:a="http://schemas.openxmlformats.org/drawingml/2006/main">
            <a:off x="0" y="0"/>
            <a:ext cx="12192000" cy="104775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6A13204-E2D9-4931-A87C-70871742D001}"/>
              </a:ext>
            </a:extLst>
          </p:cNvPr>
          <p:cNvSpPr>
            <a:spLocks xmlns:a="http://schemas.openxmlformats.org/drawingml/2006/main" noGrp="1"/>
          </p:cNvSpPr>
          <p:nvPr/>
        </p:nvSpPr>
        <p:spPr>
          <a:xfrm xmlns:a="http://schemas.openxmlformats.org/drawingml/2006/main">
            <a:off x="495300" y="180975"/>
            <a:ext cx="11201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Bayesian and conformal components are retained</a:t>
            </a:r>
          </a:p>
        </p:txBody>
      </p:sp>
      <p:sp>
        <p:nvSpPr>
          <p:cNvPr id="3" name="">
            <a:extLst xmlns:a="http://schemas.openxmlformats.org/drawingml/2006/main">
              <a:ext uri="{FF2B5EF4-FFF2-40B4-BE49-F238E27FC236}">
                <a16:creationId xmlns:a16="http://schemas.microsoft.com/office/drawing/2014/main" id="{D19036D1-1CA1-4ABC-B5D9-642C3B46CF0F}"/>
              </a:ext>
            </a:extLst>
          </p:cNvPr>
          <p:cNvSpPr>
            <a:spLocks xmlns:a="http://schemas.openxmlformats.org/drawingml/2006/main" noGrp="1"/>
          </p:cNvSpPr>
          <p:nvPr/>
        </p:nvSpPr>
        <p:spPr>
          <a:xfrm xmlns:a="http://schemas.openxmlformats.org/drawingml/2006/main">
            <a:off x="514350" y="6286500"/>
            <a:ext cx="1038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C6877"/>
                </a:solidFill>
                <a:latin typeface="Arial"/>
                <a:ea typeface="Arial"/>
                <a:cs typeface="Arial"/>
              </a:defRPr>
            </a:pPr>
            <a:r>
              <a:rPr sz="1275" b="0">
                <a:solidFill>
                  <a:srgbClr val="5C6877"/>
                </a:solidFill>
                <a:latin typeface="Arial"/>
                <a:ea typeface="Arial"/>
                <a:cs typeface="Arial"/>
              </a:rPr>
              <a:t>198 refreshes per run. Effective radius is the larger component; this plot is not a coverage test.</a:t>
            </a:r>
          </a:p>
        </p:txBody>
      </p:sp>
      <p:sp>
        <p:nvSpPr>
          <p:cNvPr id="4" name="">
            <a:extLst xmlns:a="http://schemas.openxmlformats.org/drawingml/2006/main">
              <a:ext uri="{FF2B5EF4-FFF2-40B4-BE49-F238E27FC236}">
                <a16:creationId xmlns:a16="http://schemas.microsoft.com/office/drawing/2014/main" id="{FC7AEF64-3D6D-4683-95C5-5F2D3E630D7E}"/>
              </a:ext>
            </a:extLst>
          </p:cNvPr>
          <p:cNvSpPr>
            <a:spLocks xmlns:a="http://schemas.openxmlformats.org/drawingml/2006/main" noGrp="1"/>
          </p:cNvSpPr>
          <p:nvPr/>
        </p:nvSpPr>
        <p:spPr>
          <a:xfrm xmlns:a="http://schemas.openxmlformats.org/drawingml/2006/main">
            <a:off x="11239500" y="6286500"/>
            <a:ext cx="45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7</a:t>
            </a:r>
          </a:p>
        </p:txBody>
      </p:sp>
      <p:sp>
        <p:nvSpPr>
          <p:cNvPr id="5" name="">
            <a:extLst xmlns:a="http://schemas.openxmlformats.org/drawingml/2006/main">
              <a:ext uri="{FF2B5EF4-FFF2-40B4-BE49-F238E27FC236}">
                <a16:creationId xmlns:a16="http://schemas.microsoft.com/office/drawing/2014/main" id="{25AFDD1F-BBC8-4910-9A97-41F8907AE64E}"/>
              </a:ext>
            </a:extLst>
          </p:cNvPr>
          <p:cNvSpPr>
            <a:spLocks xmlns:a="http://schemas.openxmlformats.org/drawingml/2006/main" noGrp="1"/>
          </p:cNvSpPr>
          <p:nvPr/>
        </p:nvSpPr>
        <p:spPr>
          <a:xfrm xmlns:a="http://schemas.openxmlformats.org/drawingml/2006/main">
            <a:off x="552450" y="1438275"/>
            <a:ext cx="5334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20365C"/>
                </a:solidFill>
                <a:latin typeface="Arial"/>
                <a:ea typeface="Arial"/>
                <a:cs typeface="Arial"/>
              </a:defRPr>
            </a:pPr>
            <a:r>
              <a:rPr sz="1950" b="1">
                <a:solidFill>
                  <a:srgbClr val="20365C"/>
                </a:solidFill>
                <a:latin typeface="Arial"/>
                <a:ea typeface="Arial"/>
                <a:cs typeface="Arial"/>
              </a:rPr>
              <a:t>TD3+BC · Walker</a:t>
            </a:r>
          </a:p>
        </p:txBody>
      </p:sp>
      <p:sp>
        <p:nvSpPr>
          <p:cNvPr id="6" name="">
            <a:extLst xmlns:a="http://schemas.openxmlformats.org/drawingml/2006/main">
              <a:ext uri="{FF2B5EF4-FFF2-40B4-BE49-F238E27FC236}">
                <a16:creationId xmlns:a16="http://schemas.microsoft.com/office/drawing/2014/main" id="{3E9D01F0-5E85-49A2-8BEB-C7A8A336E4BC}"/>
              </a:ext>
            </a:extLst>
          </p:cNvPr>
          <p:cNvSpPr>
            <a:spLocks xmlns:a="http://schemas.openxmlformats.org/drawingml/2006/main" noGrp="1"/>
          </p:cNvSpPr>
          <p:nvPr/>
        </p:nvSpPr>
        <p:spPr>
          <a:xfrm xmlns:a="http://schemas.openxmlformats.org/drawingml/2006/main">
            <a:off x="552450" y="18097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Radius in normalized residual units</a:t>
            </a:r>
          </a:p>
        </p:txBody>
      </p:sp>
      <p:graphicFrame>
        <p:nvGraphicFramePr>
          <p:cNvPr id="19" name="Chart"/>
          <p:cNvGraphicFramePr/>
          <p:nvPr/>
        </p:nvGraphicFramePr>
        <p:xfrm>
          <a:off xmlns:a="http://schemas.openxmlformats.org/drawingml/2006/main" x="504825" y="2066925"/>
          <a:ext xmlns:a="http://schemas.openxmlformats.org/drawingml/2006/main" cx="5429250" cy="3324225"/>
        </p:xfrm>
        <a:graphic xmlns:a="http://schemas.openxmlformats.org/drawingml/2006/main">
          <a:graphicData uri="http://schemas.openxmlformats.org/drawingml/2006/chart">
            <c:chart xmlns:r="http://schemas.openxmlformats.org/officeDocument/2006/relationships" xmlns:c="http://schemas.openxmlformats.org/drawingml/2006/chart" r:id="R1b252fe3eb014ad6"/>
          </a:graphicData>
        </a:graphic>
      </p:graphicFrame>
      <p:sp>
        <p:nvSpPr>
          <p:cNvPr id="8" name="">
            <a:extLst xmlns:a="http://schemas.openxmlformats.org/drawingml/2006/main">
              <a:ext uri="{FF2B5EF4-FFF2-40B4-BE49-F238E27FC236}">
                <a16:creationId xmlns:a16="http://schemas.microsoft.com/office/drawing/2014/main" id="{6DC14EAC-6D36-4645-ADC6-CB31D3A17DA8}"/>
              </a:ext>
            </a:extLst>
          </p:cNvPr>
          <p:cNvSpPr>
            <a:spLocks xmlns:a="http://schemas.openxmlformats.org/drawingml/2006/main" noGrp="1"/>
          </p:cNvSpPr>
          <p:nvPr/>
        </p:nvSpPr>
        <p:spPr>
          <a:xfrm xmlns:a="http://schemas.openxmlformats.org/drawingml/2006/main">
            <a:off x="6429375" y="1438275"/>
            <a:ext cx="5334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20365C"/>
                </a:solidFill>
                <a:latin typeface="Arial"/>
                <a:ea typeface="Arial"/>
                <a:cs typeface="Arial"/>
              </a:defRPr>
            </a:pPr>
            <a:r>
              <a:rPr sz="1950" b="1">
                <a:solidFill>
                  <a:srgbClr val="20365C"/>
                </a:solidFill>
                <a:latin typeface="Arial"/>
                <a:ea typeface="Arial"/>
                <a:cs typeface="Arial"/>
              </a:rPr>
              <a:t>ReBRAC · Walker</a:t>
            </a:r>
          </a:p>
        </p:txBody>
      </p:sp>
      <p:sp>
        <p:nvSpPr>
          <p:cNvPr id="9" name="">
            <a:extLst xmlns:a="http://schemas.openxmlformats.org/drawingml/2006/main">
              <a:ext uri="{FF2B5EF4-FFF2-40B4-BE49-F238E27FC236}">
                <a16:creationId xmlns:a16="http://schemas.microsoft.com/office/drawing/2014/main" id="{8AC03B8D-35B3-44C2-BB6B-255809D01754}"/>
              </a:ext>
            </a:extLst>
          </p:cNvPr>
          <p:cNvSpPr>
            <a:spLocks xmlns:a="http://schemas.openxmlformats.org/drawingml/2006/main" noGrp="1"/>
          </p:cNvSpPr>
          <p:nvPr/>
        </p:nvSpPr>
        <p:spPr>
          <a:xfrm xmlns:a="http://schemas.openxmlformats.org/drawingml/2006/main">
            <a:off x="6429375" y="18097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Radius in normalized residual units</a:t>
            </a:r>
          </a:p>
        </p:txBody>
      </p:sp>
      <p:graphicFrame>
        <p:nvGraphicFramePr>
          <p:cNvPr id="22" name="Chart"/>
          <p:cNvGraphicFramePr/>
          <p:nvPr/>
        </p:nvGraphicFramePr>
        <p:xfrm>
          <a:off xmlns:a="http://schemas.openxmlformats.org/drawingml/2006/main" x="6381750" y="2066925"/>
          <a:ext xmlns:a="http://schemas.openxmlformats.org/drawingml/2006/main" cx="5429250" cy="3324225"/>
        </p:xfrm>
        <a:graphic xmlns:a="http://schemas.openxmlformats.org/drawingml/2006/main">
          <a:graphicData uri="http://schemas.openxmlformats.org/drawingml/2006/chart">
            <c:chart xmlns:r="http://schemas.openxmlformats.org/officeDocument/2006/relationships" xmlns:c="http://schemas.openxmlformats.org/drawingml/2006/chart" r:id="R2c646d98415649cb"/>
          </a:graphicData>
        </a:graphic>
      </p:graphicFrame>
      <p:sp>
        <p:nvSpPr>
          <p:cNvPr id="11" name="">
            <a:extLst xmlns:a="http://schemas.openxmlformats.org/drawingml/2006/main">
              <a:ext uri="{FF2B5EF4-FFF2-40B4-BE49-F238E27FC236}">
                <a16:creationId xmlns:a16="http://schemas.microsoft.com/office/drawing/2014/main" id="{BBB5AEA1-50BB-4541-9DB9-87669E0D91E9}"/>
              </a:ext>
            </a:extLst>
          </p:cNvPr>
          <p:cNvSpPr>
            <a:spLocks xmlns:a="http://schemas.openxmlformats.org/drawingml/2006/main" noGrp="1"/>
          </p:cNvSpPr>
          <p:nvPr/>
        </p:nvSpPr>
        <p:spPr>
          <a:xfrm xmlns:a="http://schemas.openxmlformats.org/drawingml/2006/main">
            <a:off x="600075" y="563880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20365C"/>
                </a:solidFill>
                <a:latin typeface="Arial"/>
                <a:ea typeface="Arial"/>
                <a:cs typeface="Arial"/>
              </a:defRPr>
            </a:pPr>
            <a:r>
              <a:rPr sz="2175" b="1">
                <a:solidFill>
                  <a:srgbClr val="20365C"/>
                </a:solidFill>
                <a:latin typeface="Arial"/>
                <a:ea typeface="Arial"/>
                <a:cs typeface="Arial"/>
              </a:rPr>
              <a:t>Conformal is below Bayesian at 198/198 refreshes in each run.</a:t>
            </a:r>
          </a:p>
        </p:txBody>
      </p:sp>
      <p:sp>
        <p:nvSpPr>
          <p:cNvPr id="12" name="">
            <a:extLst xmlns:a="http://schemas.openxmlformats.org/drawingml/2006/main">
              <a:ext uri="{FF2B5EF4-FFF2-40B4-BE49-F238E27FC236}">
                <a16:creationId xmlns:a16="http://schemas.microsoft.com/office/drawing/2014/main" id="{1B3D0B52-11AC-43AD-95D7-49DF76B5445F}"/>
              </a:ext>
            </a:extLst>
          </p:cNvPr>
          <p:cNvSpPr>
            <a:spLocks xmlns:a="http://schemas.openxmlformats.org/drawingml/2006/main" noGrp="1"/>
          </p:cNvSpPr>
          <p:nvPr/>
        </p:nvSpPr>
        <p:spPr>
          <a:xfrm xmlns:a="http://schemas.openxmlformats.org/drawingml/2006/main">
            <a:off x="600075" y="60483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5C6877"/>
                </a:solidFill>
                <a:latin typeface="Arial"/>
                <a:ea typeface="Arial"/>
                <a:cs typeface="Arial"/>
              </a:defRPr>
            </a:pPr>
            <a:r>
              <a:rPr sz="1800" b="0">
                <a:solidFill>
                  <a:srgbClr val="5C6877"/>
                </a:solidFill>
                <a:latin typeface="Arial"/>
                <a:ea typeface="Arial"/>
                <a:cs typeface="Arial"/>
              </a:rPr>
              <a:t>The floor remains in the algorithm; a larger global radius cannot improve action ordering.</a:t>
            </a:r>
          </a:p>
        </p:txBody>
      </p:sp>
    </p:spTree>
    <p:extLst>
      <p:ext uri="{BB962C8B-B14F-4D97-AF65-F5344CB8AC3E}">
        <p14:creationId xmlns:p14="http://schemas.microsoft.com/office/powerpoint/2010/main" val="160859727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8B6E84C-60A2-46E2-AFA2-14CCF8199412}"/>
              </a:ext>
            </a:extLst>
          </p:cNvPr>
          <p:cNvSpPr>
            <a:spLocks xmlns:a="http://schemas.openxmlformats.org/drawingml/2006/main" noGrp="1"/>
          </p:cNvSpPr>
          <p:nvPr/>
        </p:nvSpPr>
        <p:spPr>
          <a:xfrm xmlns:a="http://schemas.openxmlformats.org/drawingml/2006/main">
            <a:off x="0" y="0"/>
            <a:ext cx="12192000" cy="104775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86BCF7-5EBE-4591-B734-7D1054E2F858}"/>
              </a:ext>
            </a:extLst>
          </p:cNvPr>
          <p:cNvSpPr>
            <a:spLocks xmlns:a="http://schemas.openxmlformats.org/drawingml/2006/main" noGrp="1"/>
          </p:cNvSpPr>
          <p:nvPr/>
        </p:nvSpPr>
        <p:spPr>
          <a:xfrm xmlns:a="http://schemas.openxmlformats.org/drawingml/2006/main">
            <a:off x="495300" y="180975"/>
            <a:ext cx="11201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TD3+BC: inspect Q and Bellman loss</a:t>
            </a:r>
          </a:p>
        </p:txBody>
      </p:sp>
      <p:sp>
        <p:nvSpPr>
          <p:cNvPr id="3" name="">
            <a:extLst xmlns:a="http://schemas.openxmlformats.org/drawingml/2006/main">
              <a:ext uri="{FF2B5EF4-FFF2-40B4-BE49-F238E27FC236}">
                <a16:creationId xmlns:a16="http://schemas.microsoft.com/office/drawing/2014/main" id="{045B5CED-F32B-4EAA-8489-14AD2F751521}"/>
              </a:ext>
            </a:extLst>
          </p:cNvPr>
          <p:cNvSpPr>
            <a:spLocks xmlns:a="http://schemas.openxmlformats.org/drawingml/2006/main" noGrp="1"/>
          </p:cNvSpPr>
          <p:nvPr/>
        </p:nvSpPr>
        <p:spPr>
          <a:xfrm xmlns:a="http://schemas.openxmlformats.org/drawingml/2006/main">
            <a:off x="514350" y="6286500"/>
            <a:ext cx="1038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C6877"/>
                </a:solidFill>
                <a:latin typeface="Arial"/>
                <a:ea typeface="Arial"/>
                <a:cs typeface="Arial"/>
              </a:defRPr>
            </a:pPr>
            <a:r>
              <a:rPr sz="1275" b="0">
                <a:solidFill>
                  <a:srgbClr val="5C6877"/>
                </a:solidFill>
                <a:latin typeface="Arial"/>
                <a:ea typeface="Arial"/>
                <a:cs typeface="Arial"/>
              </a:rPr>
              <a:t>One reviewed Walker training seed. Training losses are fitting diagnostics, not labels for unsafe actions.</a:t>
            </a:r>
          </a:p>
        </p:txBody>
      </p:sp>
      <p:sp>
        <p:nvSpPr>
          <p:cNvPr id="4" name="">
            <a:extLst xmlns:a="http://schemas.openxmlformats.org/drawingml/2006/main">
              <a:ext uri="{FF2B5EF4-FFF2-40B4-BE49-F238E27FC236}">
                <a16:creationId xmlns:a16="http://schemas.microsoft.com/office/drawing/2014/main" id="{FE1D622E-068E-438D-94BD-12CFCFC34B0C}"/>
              </a:ext>
            </a:extLst>
          </p:cNvPr>
          <p:cNvSpPr>
            <a:spLocks xmlns:a="http://schemas.openxmlformats.org/drawingml/2006/main" noGrp="1"/>
          </p:cNvSpPr>
          <p:nvPr/>
        </p:nvSpPr>
        <p:spPr>
          <a:xfrm xmlns:a="http://schemas.openxmlformats.org/drawingml/2006/main">
            <a:off x="11239500" y="6286500"/>
            <a:ext cx="45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8</a:t>
            </a:r>
          </a:p>
        </p:txBody>
      </p:sp>
      <p:sp>
        <p:nvSpPr>
          <p:cNvPr id="5" name="">
            <a:extLst xmlns:a="http://schemas.openxmlformats.org/drawingml/2006/main">
              <a:ext uri="{FF2B5EF4-FFF2-40B4-BE49-F238E27FC236}">
                <a16:creationId xmlns:a16="http://schemas.microsoft.com/office/drawing/2014/main" id="{BD3FE650-5D7A-4595-A7C4-544746D9D01A}"/>
              </a:ext>
            </a:extLst>
          </p:cNvPr>
          <p:cNvSpPr>
            <a:spLocks xmlns:a="http://schemas.openxmlformats.org/drawingml/2006/main" noGrp="1"/>
          </p:cNvSpPr>
          <p:nvPr/>
        </p:nvSpPr>
        <p:spPr>
          <a:xfrm xmlns:a="http://schemas.openxmlformats.org/drawingml/2006/main">
            <a:off x="552450" y="1438275"/>
            <a:ext cx="53625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20365C"/>
                </a:solidFill>
                <a:latin typeface="Arial"/>
                <a:ea typeface="Arial"/>
                <a:cs typeface="Arial"/>
              </a:defRPr>
            </a:pPr>
            <a:r>
              <a:rPr sz="1950" b="1">
                <a:solidFill>
                  <a:srgbClr val="20365C"/>
                </a:solidFill>
                <a:latin typeface="Arial"/>
                <a:ea typeface="Arial"/>
                <a:cs typeface="Arial"/>
              </a:rPr>
              <a:t>Q1 at proposed actor actions</a:t>
            </a:r>
          </a:p>
        </p:txBody>
      </p:sp>
      <p:sp>
        <p:nvSpPr>
          <p:cNvPr id="6" name="">
            <a:extLst xmlns:a="http://schemas.openxmlformats.org/drawingml/2006/main">
              <a:ext uri="{FF2B5EF4-FFF2-40B4-BE49-F238E27FC236}">
                <a16:creationId xmlns:a16="http://schemas.microsoft.com/office/drawing/2014/main" id="{1F1339F5-AE5D-499F-8B57-4A897CB322E5}"/>
              </a:ext>
            </a:extLst>
          </p:cNvPr>
          <p:cNvSpPr>
            <a:spLocks xmlns:a="http://schemas.openxmlformats.org/drawingml/2006/main" noGrp="1"/>
          </p:cNvSpPr>
          <p:nvPr/>
        </p:nvSpPr>
        <p:spPr>
          <a:xfrm xmlns:a="http://schemas.openxmlformats.org/drawingml/2006/main">
            <a:off x="552450" y="1809750"/>
            <a:ext cx="536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Block mean Q estimate</a:t>
            </a:r>
          </a:p>
        </p:txBody>
      </p:sp>
      <p:graphicFrame>
        <p:nvGraphicFramePr>
          <p:cNvPr id="19" name="Chart"/>
          <p:cNvGraphicFramePr/>
          <p:nvPr/>
        </p:nvGraphicFramePr>
        <p:xfrm>
          <a:off xmlns:a="http://schemas.openxmlformats.org/drawingml/2006/main" x="504825" y="2066925"/>
          <a:ext xmlns:a="http://schemas.openxmlformats.org/drawingml/2006/main" cx="5457825" cy="3362325"/>
        </p:xfrm>
        <a:graphic xmlns:a="http://schemas.openxmlformats.org/drawingml/2006/main">
          <a:graphicData uri="http://schemas.openxmlformats.org/drawingml/2006/chart">
            <c:chart xmlns:r="http://schemas.openxmlformats.org/officeDocument/2006/relationships" xmlns:c="http://schemas.openxmlformats.org/drawingml/2006/chart" r:id="R3537604eef154c49"/>
          </a:graphicData>
        </a:graphic>
      </p:graphicFrame>
      <p:sp>
        <p:nvSpPr>
          <p:cNvPr id="8" name="">
            <a:extLst xmlns:a="http://schemas.openxmlformats.org/drawingml/2006/main">
              <a:ext uri="{FF2B5EF4-FFF2-40B4-BE49-F238E27FC236}">
                <a16:creationId xmlns:a16="http://schemas.microsoft.com/office/drawing/2014/main" id="{8F8BA17A-4EFA-4527-980B-299B31D67309}"/>
              </a:ext>
            </a:extLst>
          </p:cNvPr>
          <p:cNvSpPr>
            <a:spLocks xmlns:a="http://schemas.openxmlformats.org/drawingml/2006/main" noGrp="1"/>
          </p:cNvSpPr>
          <p:nvPr/>
        </p:nvSpPr>
        <p:spPr>
          <a:xfrm xmlns:a="http://schemas.openxmlformats.org/drawingml/2006/main">
            <a:off x="6429375" y="1438275"/>
            <a:ext cx="517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20365C"/>
                </a:solidFill>
                <a:latin typeface="Arial"/>
                <a:ea typeface="Arial"/>
                <a:cs typeface="Arial"/>
              </a:defRPr>
            </a:pPr>
            <a:r>
              <a:rPr sz="1950" b="1">
                <a:solidFill>
                  <a:srgbClr val="20365C"/>
                </a:solidFill>
                <a:latin typeface="Arial"/>
                <a:ea typeface="Arial"/>
                <a:cs typeface="Arial"/>
              </a:rPr>
              <a:t>Critic fitting loss</a:t>
            </a:r>
          </a:p>
        </p:txBody>
      </p:sp>
      <p:sp>
        <p:nvSpPr>
          <p:cNvPr id="9" name="">
            <a:extLst xmlns:a="http://schemas.openxmlformats.org/drawingml/2006/main">
              <a:ext uri="{FF2B5EF4-FFF2-40B4-BE49-F238E27FC236}">
                <a16:creationId xmlns:a16="http://schemas.microsoft.com/office/drawing/2014/main" id="{03444B26-47C4-44C9-BEB5-6C362AD4CE45}"/>
              </a:ext>
            </a:extLst>
          </p:cNvPr>
          <p:cNvSpPr>
            <a:spLocks xmlns:a="http://schemas.openxmlformats.org/drawingml/2006/main" noGrp="1"/>
          </p:cNvSpPr>
          <p:nvPr/>
        </p:nvSpPr>
        <p:spPr>
          <a:xfrm xmlns:a="http://schemas.openxmlformats.org/drawingml/2006/main">
            <a:off x="6429375" y="1809750"/>
            <a:ext cx="5172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Block mean host loss</a:t>
            </a:r>
          </a:p>
        </p:txBody>
      </p:sp>
      <p:graphicFrame>
        <p:nvGraphicFramePr>
          <p:cNvPr id="22" name="Chart"/>
          <p:cNvGraphicFramePr/>
          <p:nvPr/>
        </p:nvGraphicFramePr>
        <p:xfrm>
          <a:off xmlns:a="http://schemas.openxmlformats.org/drawingml/2006/main" x="6381750" y="2066925"/>
          <a:ext xmlns:a="http://schemas.openxmlformats.org/drawingml/2006/main" cx="5267325" cy="3362325"/>
        </p:xfrm>
        <a:graphic xmlns:a="http://schemas.openxmlformats.org/drawingml/2006/main">
          <a:graphicData uri="http://schemas.openxmlformats.org/drawingml/2006/chart">
            <c:chart xmlns:r="http://schemas.openxmlformats.org/officeDocument/2006/relationships" xmlns:c="http://schemas.openxmlformats.org/drawingml/2006/chart" r:id="R0ec61640f0804df3"/>
          </a:graphicData>
        </a:graphic>
      </p:graphicFrame>
      <p:sp>
        <p:nvSpPr>
          <p:cNvPr id="11" name="">
            <a:extLst xmlns:a="http://schemas.openxmlformats.org/drawingml/2006/main">
              <a:ext uri="{FF2B5EF4-FFF2-40B4-BE49-F238E27FC236}">
                <a16:creationId xmlns:a16="http://schemas.microsoft.com/office/drawing/2014/main" id="{649F6F80-D210-4B13-9701-A3D72D3CD4E5}"/>
              </a:ext>
            </a:extLst>
          </p:cNvPr>
          <p:cNvSpPr>
            <a:spLocks xmlns:a="http://schemas.openxmlformats.org/drawingml/2006/main" noGrp="1"/>
          </p:cNvSpPr>
          <p:nvPr/>
        </p:nvSpPr>
        <p:spPr>
          <a:xfrm xmlns:a="http://schemas.openxmlformats.org/drawingml/2006/main">
            <a:off x="600075" y="566737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20365C"/>
                </a:solidFill>
                <a:latin typeface="Arial"/>
                <a:ea typeface="Arial"/>
                <a:cs typeface="Arial"/>
              </a:defRPr>
            </a:pPr>
            <a:r>
              <a:rPr sz="2100" b="1">
                <a:solidFill>
                  <a:srgbClr val="20365C"/>
                </a:solidFill>
                <a:latin typeface="Arial"/>
                <a:ea typeface="Arial"/>
                <a:cs typeface="Arial"/>
              </a:rPr>
              <a:t>Final block Q: 207.10 → 191.92; critic loss: 55.42 → 61.31.</a:t>
            </a:r>
          </a:p>
        </p:txBody>
      </p:sp>
      <p:sp>
        <p:nvSpPr>
          <p:cNvPr id="12" name="">
            <a:extLst xmlns:a="http://schemas.openxmlformats.org/drawingml/2006/main">
              <a:ext uri="{FF2B5EF4-FFF2-40B4-BE49-F238E27FC236}">
                <a16:creationId xmlns:a16="http://schemas.microsoft.com/office/drawing/2014/main" id="{F9087153-0EED-4C0E-BAF8-AB68AD7F732E}"/>
              </a:ext>
            </a:extLst>
          </p:cNvPr>
          <p:cNvSpPr>
            <a:spLocks xmlns:a="http://schemas.openxmlformats.org/drawingml/2006/main" noGrp="1"/>
          </p:cNvSpPr>
          <p:nvPr/>
        </p:nvSpPr>
        <p:spPr>
          <a:xfrm xmlns:a="http://schemas.openxmlformats.org/drawingml/2006/main">
            <a:off x="600075" y="6076950"/>
            <a:ext cx="1095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5C6877"/>
                </a:solidFill>
                <a:latin typeface="Arial"/>
                <a:ea typeface="Arial"/>
                <a:cs typeface="Arial"/>
              </a:defRPr>
            </a:pPr>
            <a:r>
              <a:rPr sz="1800" b="0">
                <a:solidFill>
                  <a:srgbClr val="5C6877"/>
                </a:solidFill>
                <a:latin typeface="Arial"/>
                <a:ea typeface="Arial"/>
                <a:cs typeface="Arial"/>
              </a:rPr>
              <a:t>Lower Q does not establish more accurate Q. Larger loss does not identify OOD harm.</a:t>
            </a:r>
          </a:p>
        </p:txBody>
      </p:sp>
    </p:spTree>
    <p:extLst>
      <p:ext uri="{BB962C8B-B14F-4D97-AF65-F5344CB8AC3E}">
        <p14:creationId xmlns:p14="http://schemas.microsoft.com/office/powerpoint/2010/main" val="5531781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74E6E33-CF53-4F03-97FC-63B85A21F96B}"/>
              </a:ext>
            </a:extLst>
          </p:cNvPr>
          <p:cNvSpPr>
            <a:spLocks xmlns:a="http://schemas.openxmlformats.org/drawingml/2006/main" noGrp="1"/>
          </p:cNvSpPr>
          <p:nvPr/>
        </p:nvSpPr>
        <p:spPr>
          <a:xfrm xmlns:a="http://schemas.openxmlformats.org/drawingml/2006/main">
            <a:off x="0" y="0"/>
            <a:ext cx="12192000" cy="104775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AF7E7F-4F7E-47FE-AFC6-111B43B19A37}"/>
              </a:ext>
            </a:extLst>
          </p:cNvPr>
          <p:cNvSpPr>
            <a:spLocks xmlns:a="http://schemas.openxmlformats.org/drawingml/2006/main" noGrp="1"/>
          </p:cNvSpPr>
          <p:nvPr/>
        </p:nvSpPr>
        <p:spPr>
          <a:xfrm xmlns:a="http://schemas.openxmlformats.org/drawingml/2006/main">
            <a:off x="495300" y="180975"/>
            <a:ext cx="11201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ReBRAC: inspect Q and Bellman loss</a:t>
            </a:r>
          </a:p>
        </p:txBody>
      </p:sp>
      <p:sp>
        <p:nvSpPr>
          <p:cNvPr id="3" name="">
            <a:extLst xmlns:a="http://schemas.openxmlformats.org/drawingml/2006/main">
              <a:ext uri="{FF2B5EF4-FFF2-40B4-BE49-F238E27FC236}">
                <a16:creationId xmlns:a16="http://schemas.microsoft.com/office/drawing/2014/main" id="{546CA017-03DB-49D5-BFA8-372A1E1785F0}"/>
              </a:ext>
            </a:extLst>
          </p:cNvPr>
          <p:cNvSpPr>
            <a:spLocks xmlns:a="http://schemas.openxmlformats.org/drawingml/2006/main" noGrp="1"/>
          </p:cNvSpPr>
          <p:nvPr/>
        </p:nvSpPr>
        <p:spPr>
          <a:xfrm xmlns:a="http://schemas.openxmlformats.org/drawingml/2006/main">
            <a:off x="514350" y="6286500"/>
            <a:ext cx="1038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C6877"/>
                </a:solidFill>
                <a:latin typeface="Arial"/>
                <a:ea typeface="Arial"/>
                <a:cs typeface="Arial"/>
              </a:defRPr>
            </a:pPr>
            <a:r>
              <a:rPr sz="1275" b="0">
                <a:solidFill>
                  <a:srgbClr val="5C6877"/>
                </a:solidFill>
                <a:latin typeface="Arial"/>
                <a:ea typeface="Arial"/>
                <a:cs typeface="Arial"/>
              </a:rPr>
              <a:t>One reviewed Walker training seed. Training losses are fitting diagnostics, not labels for unsafe actions.</a:t>
            </a:r>
          </a:p>
        </p:txBody>
      </p:sp>
      <p:sp>
        <p:nvSpPr>
          <p:cNvPr id="4" name="">
            <a:extLst xmlns:a="http://schemas.openxmlformats.org/drawingml/2006/main">
              <a:ext uri="{FF2B5EF4-FFF2-40B4-BE49-F238E27FC236}">
                <a16:creationId xmlns:a16="http://schemas.microsoft.com/office/drawing/2014/main" id="{1D2494A1-C512-4CE8-9BFE-30F63A14D40F}"/>
              </a:ext>
            </a:extLst>
          </p:cNvPr>
          <p:cNvSpPr>
            <a:spLocks xmlns:a="http://schemas.openxmlformats.org/drawingml/2006/main" noGrp="1"/>
          </p:cNvSpPr>
          <p:nvPr/>
        </p:nvSpPr>
        <p:spPr>
          <a:xfrm xmlns:a="http://schemas.openxmlformats.org/drawingml/2006/main">
            <a:off x="11239500" y="6286500"/>
            <a:ext cx="45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9</a:t>
            </a:r>
          </a:p>
        </p:txBody>
      </p:sp>
      <p:sp>
        <p:nvSpPr>
          <p:cNvPr id="5" name="">
            <a:extLst xmlns:a="http://schemas.openxmlformats.org/drawingml/2006/main">
              <a:ext uri="{FF2B5EF4-FFF2-40B4-BE49-F238E27FC236}">
                <a16:creationId xmlns:a16="http://schemas.microsoft.com/office/drawing/2014/main" id="{CBA05E9F-532B-4C54-82FE-B36AE04C9014}"/>
              </a:ext>
            </a:extLst>
          </p:cNvPr>
          <p:cNvSpPr>
            <a:spLocks xmlns:a="http://schemas.openxmlformats.org/drawingml/2006/main" noGrp="1"/>
          </p:cNvSpPr>
          <p:nvPr/>
        </p:nvSpPr>
        <p:spPr>
          <a:xfrm xmlns:a="http://schemas.openxmlformats.org/drawingml/2006/main">
            <a:off x="552450" y="1438275"/>
            <a:ext cx="53625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20365C"/>
                </a:solidFill>
                <a:latin typeface="Arial"/>
                <a:ea typeface="Arial"/>
                <a:cs typeface="Arial"/>
              </a:defRPr>
            </a:pPr>
            <a:r>
              <a:rPr sz="1950" b="1">
                <a:solidFill>
                  <a:srgbClr val="20365C"/>
                </a:solidFill>
                <a:latin typeface="Arial"/>
                <a:ea typeface="Arial"/>
                <a:cs typeface="Arial"/>
              </a:rPr>
              <a:t>Minimum twin Q at recorded actions</a:t>
            </a:r>
          </a:p>
        </p:txBody>
      </p:sp>
      <p:sp>
        <p:nvSpPr>
          <p:cNvPr id="6" name="">
            <a:extLst xmlns:a="http://schemas.openxmlformats.org/drawingml/2006/main">
              <a:ext uri="{FF2B5EF4-FFF2-40B4-BE49-F238E27FC236}">
                <a16:creationId xmlns:a16="http://schemas.microsoft.com/office/drawing/2014/main" id="{C426A600-1C7E-4E8E-952A-FEBFEBDE5A8C}"/>
              </a:ext>
            </a:extLst>
          </p:cNvPr>
          <p:cNvSpPr>
            <a:spLocks xmlns:a="http://schemas.openxmlformats.org/drawingml/2006/main" noGrp="1"/>
          </p:cNvSpPr>
          <p:nvPr/>
        </p:nvSpPr>
        <p:spPr>
          <a:xfrm xmlns:a="http://schemas.openxmlformats.org/drawingml/2006/main">
            <a:off x="552450" y="1809750"/>
            <a:ext cx="536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Block mean Q estimate</a:t>
            </a:r>
          </a:p>
        </p:txBody>
      </p:sp>
      <p:graphicFrame>
        <p:nvGraphicFramePr>
          <p:cNvPr id="19" name="Chart"/>
          <p:cNvGraphicFramePr/>
          <p:nvPr/>
        </p:nvGraphicFramePr>
        <p:xfrm>
          <a:off xmlns:a="http://schemas.openxmlformats.org/drawingml/2006/main" x="504825" y="2066925"/>
          <a:ext xmlns:a="http://schemas.openxmlformats.org/drawingml/2006/main" cx="5457825" cy="3362325"/>
        </p:xfrm>
        <a:graphic xmlns:a="http://schemas.openxmlformats.org/drawingml/2006/main">
          <a:graphicData uri="http://schemas.openxmlformats.org/drawingml/2006/chart">
            <c:chart xmlns:r="http://schemas.openxmlformats.org/officeDocument/2006/relationships" xmlns:c="http://schemas.openxmlformats.org/drawingml/2006/chart" r:id="R7ceb6ec18f0448d8"/>
          </a:graphicData>
        </a:graphic>
      </p:graphicFrame>
      <p:sp>
        <p:nvSpPr>
          <p:cNvPr id="8" name="">
            <a:extLst xmlns:a="http://schemas.openxmlformats.org/drawingml/2006/main">
              <a:ext uri="{FF2B5EF4-FFF2-40B4-BE49-F238E27FC236}">
                <a16:creationId xmlns:a16="http://schemas.microsoft.com/office/drawing/2014/main" id="{18F99238-5DE0-4618-9ADD-04A4C09F42B7}"/>
              </a:ext>
            </a:extLst>
          </p:cNvPr>
          <p:cNvSpPr>
            <a:spLocks xmlns:a="http://schemas.openxmlformats.org/drawingml/2006/main" noGrp="1"/>
          </p:cNvSpPr>
          <p:nvPr/>
        </p:nvSpPr>
        <p:spPr>
          <a:xfrm xmlns:a="http://schemas.openxmlformats.org/drawingml/2006/main">
            <a:off x="6429375" y="1438275"/>
            <a:ext cx="517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20365C"/>
                </a:solidFill>
                <a:latin typeface="Arial"/>
                <a:ea typeface="Arial"/>
                <a:cs typeface="Arial"/>
              </a:defRPr>
            </a:pPr>
            <a:r>
              <a:rPr sz="1950" b="1">
                <a:solidFill>
                  <a:srgbClr val="20365C"/>
                </a:solidFill>
                <a:latin typeface="Arial"/>
                <a:ea typeface="Arial"/>
                <a:cs typeface="Arial"/>
              </a:rPr>
              <a:t>Critic fitting loss</a:t>
            </a:r>
          </a:p>
        </p:txBody>
      </p:sp>
      <p:sp>
        <p:nvSpPr>
          <p:cNvPr id="9" name="">
            <a:extLst xmlns:a="http://schemas.openxmlformats.org/drawingml/2006/main">
              <a:ext uri="{FF2B5EF4-FFF2-40B4-BE49-F238E27FC236}">
                <a16:creationId xmlns:a16="http://schemas.microsoft.com/office/drawing/2014/main" id="{98756743-D0C7-4587-8D66-721D83ACA4F4}"/>
              </a:ext>
            </a:extLst>
          </p:cNvPr>
          <p:cNvSpPr>
            <a:spLocks xmlns:a="http://schemas.openxmlformats.org/drawingml/2006/main" noGrp="1"/>
          </p:cNvSpPr>
          <p:nvPr/>
        </p:nvSpPr>
        <p:spPr>
          <a:xfrm xmlns:a="http://schemas.openxmlformats.org/drawingml/2006/main">
            <a:off x="6429375" y="1809750"/>
            <a:ext cx="5172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Block mean host loss</a:t>
            </a:r>
          </a:p>
        </p:txBody>
      </p:sp>
      <p:graphicFrame>
        <p:nvGraphicFramePr>
          <p:cNvPr id="22" name="Chart"/>
          <p:cNvGraphicFramePr/>
          <p:nvPr/>
        </p:nvGraphicFramePr>
        <p:xfrm>
          <a:off xmlns:a="http://schemas.openxmlformats.org/drawingml/2006/main" x="6381750" y="2066925"/>
          <a:ext xmlns:a="http://schemas.openxmlformats.org/drawingml/2006/main" cx="5267325" cy="3362325"/>
        </p:xfrm>
        <a:graphic xmlns:a="http://schemas.openxmlformats.org/drawingml/2006/main">
          <a:graphicData uri="http://schemas.openxmlformats.org/drawingml/2006/chart">
            <c:chart xmlns:r="http://schemas.openxmlformats.org/officeDocument/2006/relationships" xmlns:c="http://schemas.openxmlformats.org/drawingml/2006/chart" r:id="R705d49b2b5194586"/>
          </a:graphicData>
        </a:graphic>
      </p:graphicFrame>
      <p:sp>
        <p:nvSpPr>
          <p:cNvPr id="11" name="">
            <a:extLst xmlns:a="http://schemas.openxmlformats.org/drawingml/2006/main">
              <a:ext uri="{FF2B5EF4-FFF2-40B4-BE49-F238E27FC236}">
                <a16:creationId xmlns:a16="http://schemas.microsoft.com/office/drawing/2014/main" id="{A602AC3C-6B04-45FF-ADF7-C4B111452E21}"/>
              </a:ext>
            </a:extLst>
          </p:cNvPr>
          <p:cNvSpPr>
            <a:spLocks xmlns:a="http://schemas.openxmlformats.org/drawingml/2006/main" noGrp="1"/>
          </p:cNvSpPr>
          <p:nvPr/>
        </p:nvSpPr>
        <p:spPr>
          <a:xfrm xmlns:a="http://schemas.openxmlformats.org/drawingml/2006/main">
            <a:off x="600075" y="566737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20365C"/>
                </a:solidFill>
                <a:latin typeface="Arial"/>
                <a:ea typeface="Arial"/>
                <a:cs typeface="Arial"/>
              </a:defRPr>
            </a:pPr>
            <a:r>
              <a:rPr sz="2100" b="1">
                <a:solidFill>
                  <a:srgbClr val="20365C"/>
                </a:solidFill>
                <a:latin typeface="Arial"/>
                <a:ea typeface="Arial"/>
                <a:cs typeface="Arial"/>
              </a:rPr>
              <a:t>Final block Q: 232.63 → 216.31; critic loss: 20.30 → 24.75.</a:t>
            </a:r>
          </a:p>
        </p:txBody>
      </p:sp>
      <p:sp>
        <p:nvSpPr>
          <p:cNvPr id="12" name="">
            <a:extLst xmlns:a="http://schemas.openxmlformats.org/drawingml/2006/main">
              <a:ext uri="{FF2B5EF4-FFF2-40B4-BE49-F238E27FC236}">
                <a16:creationId xmlns:a16="http://schemas.microsoft.com/office/drawing/2014/main" id="{28895B04-0D50-4000-8D12-966F833B7CCF}"/>
              </a:ext>
            </a:extLst>
          </p:cNvPr>
          <p:cNvSpPr>
            <a:spLocks xmlns:a="http://schemas.openxmlformats.org/drawingml/2006/main" noGrp="1"/>
          </p:cNvSpPr>
          <p:nvPr/>
        </p:nvSpPr>
        <p:spPr>
          <a:xfrm xmlns:a="http://schemas.openxmlformats.org/drawingml/2006/main">
            <a:off x="600075" y="6076950"/>
            <a:ext cx="1095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5C6877"/>
                </a:solidFill>
                <a:latin typeface="Arial"/>
                <a:ea typeface="Arial"/>
                <a:cs typeface="Arial"/>
              </a:defRPr>
            </a:pPr>
            <a:r>
              <a:rPr sz="1800" b="0">
                <a:solidFill>
                  <a:srgbClr val="5C6877"/>
                </a:solidFill>
                <a:latin typeface="Arial"/>
                <a:ea typeface="Arial"/>
                <a:cs typeface="Arial"/>
              </a:rPr>
              <a:t>Lower Q does not establish more accurate Q. Larger loss does not identify OOD harm.</a:t>
            </a:r>
          </a:p>
        </p:txBody>
      </p:sp>
    </p:spTree>
    <p:extLst>
      <p:ext uri="{BB962C8B-B14F-4D97-AF65-F5344CB8AC3E}">
        <p14:creationId xmlns:p14="http://schemas.microsoft.com/office/powerpoint/2010/main" val="23869405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7E5AC05-8427-473B-8867-03CA4E62C808}"/>
              </a:ext>
            </a:extLst>
          </p:cNvPr>
          <p:cNvSpPr>
            <a:spLocks xmlns:a="http://schemas.openxmlformats.org/drawingml/2006/main" noGrp="1"/>
          </p:cNvSpPr>
          <p:nvPr/>
        </p:nvSpPr>
        <p:spPr>
          <a:xfrm xmlns:a="http://schemas.openxmlformats.org/drawingml/2006/main">
            <a:off x="0" y="0"/>
            <a:ext cx="12192000" cy="104775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9D7F4B2-FAD4-4E47-87BC-638AB5A37D81}"/>
              </a:ext>
            </a:extLst>
          </p:cNvPr>
          <p:cNvSpPr>
            <a:spLocks xmlns:a="http://schemas.openxmlformats.org/drawingml/2006/main" noGrp="1"/>
          </p:cNvSpPr>
          <p:nvPr/>
        </p:nvSpPr>
        <p:spPr>
          <a:xfrm xmlns:a="http://schemas.openxmlformats.org/drawingml/2006/main">
            <a:off x="495300" y="180975"/>
            <a:ext cx="11201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CQL: inspect its critic and consumed penalty</a:t>
            </a:r>
          </a:p>
        </p:txBody>
      </p:sp>
      <p:sp>
        <p:nvSpPr>
          <p:cNvPr id="3" name="">
            <a:extLst xmlns:a="http://schemas.openxmlformats.org/drawingml/2006/main">
              <a:ext uri="{FF2B5EF4-FFF2-40B4-BE49-F238E27FC236}">
                <a16:creationId xmlns:a16="http://schemas.microsoft.com/office/drawing/2014/main" id="{EB48AA96-B736-450C-8184-C8080137E9C1}"/>
              </a:ext>
            </a:extLst>
          </p:cNvPr>
          <p:cNvSpPr>
            <a:spLocks xmlns:a="http://schemas.openxmlformats.org/drawingml/2006/main" noGrp="1"/>
          </p:cNvSpPr>
          <p:nvPr/>
        </p:nvSpPr>
        <p:spPr>
          <a:xfrm xmlns:a="http://schemas.openxmlformats.org/drawingml/2006/main">
            <a:off x="514350" y="6286500"/>
            <a:ext cx="1038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C6877"/>
                </a:solidFill>
                <a:latin typeface="Arial"/>
                <a:ea typeface="Arial"/>
                <a:cs typeface="Arial"/>
              </a:defRPr>
            </a:pPr>
            <a:r>
              <a:rPr sz="1275" b="0">
                <a:solidFill>
                  <a:srgbClr val="5C6877"/>
                </a:solidFill>
                <a:latin typeface="Arial"/>
                <a:ea typeface="Arial"/>
                <a:cs typeface="Arial"/>
              </a:rPr>
              <a:t>CQL Walker: preliminary saved diagnostics. Sparse last-row snapshots; full independent review pending.</a:t>
            </a:r>
          </a:p>
        </p:txBody>
      </p:sp>
      <p:sp>
        <p:nvSpPr>
          <p:cNvPr id="4" name="">
            <a:extLst xmlns:a="http://schemas.openxmlformats.org/drawingml/2006/main">
              <a:ext uri="{FF2B5EF4-FFF2-40B4-BE49-F238E27FC236}">
                <a16:creationId xmlns:a16="http://schemas.microsoft.com/office/drawing/2014/main" id="{8E2FD4C5-60BD-478C-84DA-8CF41CD1868F}"/>
              </a:ext>
            </a:extLst>
          </p:cNvPr>
          <p:cNvSpPr>
            <a:spLocks xmlns:a="http://schemas.openxmlformats.org/drawingml/2006/main" noGrp="1"/>
          </p:cNvSpPr>
          <p:nvPr/>
        </p:nvSpPr>
        <p:spPr>
          <a:xfrm xmlns:a="http://schemas.openxmlformats.org/drawingml/2006/main">
            <a:off x="11239500" y="6286500"/>
            <a:ext cx="45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F5A6AC79-C43D-4A2B-A4D4-229B56277B6E}"/>
              </a:ext>
            </a:extLst>
          </p:cNvPr>
          <p:cNvSpPr>
            <a:spLocks xmlns:a="http://schemas.openxmlformats.org/drawingml/2006/main" noGrp="1"/>
          </p:cNvSpPr>
          <p:nvPr/>
        </p:nvSpPr>
        <p:spPr>
          <a:xfrm xmlns:a="http://schemas.openxmlformats.org/drawingml/2006/main">
            <a:off x="542925" y="1247775"/>
            <a:ext cx="5353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20365C"/>
                </a:solidFill>
                <a:latin typeface="Arial"/>
                <a:ea typeface="Arial"/>
                <a:cs typeface="Arial"/>
              </a:defRPr>
            </a:pPr>
            <a:r>
              <a:rPr sz="1950" b="1">
                <a:solidFill>
                  <a:srgbClr val="20365C"/>
                </a:solidFill>
                <a:latin typeface="Arial"/>
                <a:ea typeface="Arial"/>
                <a:cs typeface="Arial"/>
              </a:rPr>
              <a:t>Q1 at recorded actions</a:t>
            </a:r>
          </a:p>
        </p:txBody>
      </p:sp>
      <p:sp>
        <p:nvSpPr>
          <p:cNvPr id="6" name="">
            <a:extLst xmlns:a="http://schemas.openxmlformats.org/drawingml/2006/main">
              <a:ext uri="{FF2B5EF4-FFF2-40B4-BE49-F238E27FC236}">
                <a16:creationId xmlns:a16="http://schemas.microsoft.com/office/drawing/2014/main" id="{FD609421-F39A-451D-A361-DCC451F0E2AC}"/>
              </a:ext>
            </a:extLst>
          </p:cNvPr>
          <p:cNvSpPr>
            <a:spLocks xmlns:a="http://schemas.openxmlformats.org/drawingml/2006/main" noGrp="1"/>
          </p:cNvSpPr>
          <p:nvPr/>
        </p:nvSpPr>
        <p:spPr>
          <a:xfrm xmlns:a="http://schemas.openxmlformats.org/drawingml/2006/main">
            <a:off x="542925" y="1619250"/>
            <a:ext cx="5353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Logged Q1</a:t>
            </a:r>
          </a:p>
        </p:txBody>
      </p:sp>
      <p:graphicFrame>
        <p:nvGraphicFramePr>
          <p:cNvPr id="23" name="Chart"/>
          <p:cNvGraphicFramePr/>
          <p:nvPr/>
        </p:nvGraphicFramePr>
        <p:xfrm>
          <a:off xmlns:a="http://schemas.openxmlformats.org/drawingml/2006/main" x="495300" y="1876425"/>
          <a:ext xmlns:a="http://schemas.openxmlformats.org/drawingml/2006/main" cx="5448300" cy="1733550"/>
        </p:xfrm>
        <a:graphic xmlns:a="http://schemas.openxmlformats.org/drawingml/2006/main">
          <a:graphicData uri="http://schemas.openxmlformats.org/drawingml/2006/chart">
            <c:chart xmlns:r="http://schemas.openxmlformats.org/officeDocument/2006/relationships" xmlns:c="http://schemas.openxmlformats.org/drawingml/2006/chart" r:id="R0a43b04951254157"/>
          </a:graphicData>
        </a:graphic>
      </p:graphicFrame>
      <p:sp>
        <p:nvSpPr>
          <p:cNvPr id="8" name="">
            <a:extLst xmlns:a="http://schemas.openxmlformats.org/drawingml/2006/main">
              <a:ext uri="{FF2B5EF4-FFF2-40B4-BE49-F238E27FC236}">
                <a16:creationId xmlns:a16="http://schemas.microsoft.com/office/drawing/2014/main" id="{7A44D46B-DF1E-47A1-848C-D5C6F0C7A656}"/>
              </a:ext>
            </a:extLst>
          </p:cNvPr>
          <p:cNvSpPr>
            <a:spLocks xmlns:a="http://schemas.openxmlformats.org/drawingml/2006/main" noGrp="1"/>
          </p:cNvSpPr>
          <p:nvPr/>
        </p:nvSpPr>
        <p:spPr>
          <a:xfrm xmlns:a="http://schemas.openxmlformats.org/drawingml/2006/main">
            <a:off x="6429375" y="1247775"/>
            <a:ext cx="5353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20365C"/>
                </a:solidFill>
                <a:latin typeface="Arial"/>
                <a:ea typeface="Arial"/>
                <a:cs typeface="Arial"/>
              </a:defRPr>
            </a:pPr>
            <a:r>
              <a:rPr sz="1950" b="1">
                <a:solidFill>
                  <a:srgbClr val="20365C"/>
                </a:solidFill>
                <a:latin typeface="Arial"/>
                <a:ea typeface="Arial"/>
                <a:cs typeface="Arial"/>
              </a:rPr>
              <a:t>Bellman fitting loss</a:t>
            </a:r>
          </a:p>
        </p:txBody>
      </p:sp>
      <p:sp>
        <p:nvSpPr>
          <p:cNvPr id="9" name="">
            <a:extLst xmlns:a="http://schemas.openxmlformats.org/drawingml/2006/main">
              <a:ext uri="{FF2B5EF4-FFF2-40B4-BE49-F238E27FC236}">
                <a16:creationId xmlns:a16="http://schemas.microsoft.com/office/drawing/2014/main" id="{509944C3-63B6-468C-B530-0784E5FEA998}"/>
              </a:ext>
            </a:extLst>
          </p:cNvPr>
          <p:cNvSpPr>
            <a:spLocks xmlns:a="http://schemas.openxmlformats.org/drawingml/2006/main" noGrp="1"/>
          </p:cNvSpPr>
          <p:nvPr/>
        </p:nvSpPr>
        <p:spPr>
          <a:xfrm xmlns:a="http://schemas.openxmlformats.org/drawingml/2006/main">
            <a:off x="6429375" y="1619250"/>
            <a:ext cx="5353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Logged objective</a:t>
            </a:r>
          </a:p>
        </p:txBody>
      </p:sp>
      <p:graphicFrame>
        <p:nvGraphicFramePr>
          <p:cNvPr id="26" name="Chart"/>
          <p:cNvGraphicFramePr/>
          <p:nvPr/>
        </p:nvGraphicFramePr>
        <p:xfrm>
          <a:off xmlns:a="http://schemas.openxmlformats.org/drawingml/2006/main" x="6381750" y="1876425"/>
          <a:ext xmlns:a="http://schemas.openxmlformats.org/drawingml/2006/main" cx="5448300" cy="1733550"/>
        </p:xfrm>
        <a:graphic xmlns:a="http://schemas.openxmlformats.org/drawingml/2006/main">
          <a:graphicData uri="http://schemas.openxmlformats.org/drawingml/2006/chart">
            <c:chart xmlns:r="http://schemas.openxmlformats.org/officeDocument/2006/relationships" xmlns:c="http://schemas.openxmlformats.org/drawingml/2006/chart" r:id="R5714d8c0c24b4a34"/>
          </a:graphicData>
        </a:graphic>
      </p:graphicFrame>
      <p:sp>
        <p:nvSpPr>
          <p:cNvPr id="11" name="">
            <a:extLst xmlns:a="http://schemas.openxmlformats.org/drawingml/2006/main">
              <a:ext uri="{FF2B5EF4-FFF2-40B4-BE49-F238E27FC236}">
                <a16:creationId xmlns:a16="http://schemas.microsoft.com/office/drawing/2014/main" id="{6108B6FC-1569-42F3-9378-750BBAF229EE}"/>
              </a:ext>
            </a:extLst>
          </p:cNvPr>
          <p:cNvSpPr>
            <a:spLocks xmlns:a="http://schemas.openxmlformats.org/drawingml/2006/main" noGrp="1"/>
          </p:cNvSpPr>
          <p:nvPr/>
        </p:nvSpPr>
        <p:spPr>
          <a:xfrm xmlns:a="http://schemas.openxmlformats.org/drawingml/2006/main">
            <a:off x="542925" y="3609975"/>
            <a:ext cx="5353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20365C"/>
                </a:solidFill>
                <a:latin typeface="Arial"/>
                <a:ea typeface="Arial"/>
                <a:cs typeface="Arial"/>
              </a:defRPr>
            </a:pPr>
            <a:r>
              <a:rPr sz="1950" b="1">
                <a:solidFill>
                  <a:srgbClr val="20365C"/>
                </a:solidFill>
                <a:latin typeface="Arial"/>
                <a:ea typeface="Arial"/>
                <a:cs typeface="Arial"/>
              </a:rPr>
              <a:t>Conservative objective</a:t>
            </a:r>
          </a:p>
        </p:txBody>
      </p:sp>
      <p:sp>
        <p:nvSpPr>
          <p:cNvPr id="12" name="">
            <a:extLst xmlns:a="http://schemas.openxmlformats.org/drawingml/2006/main">
              <a:ext uri="{FF2B5EF4-FFF2-40B4-BE49-F238E27FC236}">
                <a16:creationId xmlns:a16="http://schemas.microsoft.com/office/drawing/2014/main" id="{74F0D4D8-F973-4193-B6E7-AB12FDE010F4}"/>
              </a:ext>
            </a:extLst>
          </p:cNvPr>
          <p:cNvSpPr>
            <a:spLocks xmlns:a="http://schemas.openxmlformats.org/drawingml/2006/main" noGrp="1"/>
          </p:cNvSpPr>
          <p:nvPr/>
        </p:nvSpPr>
        <p:spPr>
          <a:xfrm xmlns:a="http://schemas.openxmlformats.org/drawingml/2006/main">
            <a:off x="542925" y="3981450"/>
            <a:ext cx="5353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Logged objective</a:t>
            </a:r>
          </a:p>
        </p:txBody>
      </p:sp>
      <p:graphicFrame>
        <p:nvGraphicFramePr>
          <p:cNvPr id="29" name="Chart"/>
          <p:cNvGraphicFramePr/>
          <p:nvPr/>
        </p:nvGraphicFramePr>
        <p:xfrm>
          <a:off xmlns:a="http://schemas.openxmlformats.org/drawingml/2006/main" x="495300" y="4238625"/>
          <a:ext xmlns:a="http://schemas.openxmlformats.org/drawingml/2006/main" cx="5448300" cy="1733550"/>
        </p:xfrm>
        <a:graphic xmlns:a="http://schemas.openxmlformats.org/drawingml/2006/main">
          <a:graphicData uri="http://schemas.openxmlformats.org/drawingml/2006/chart">
            <c:chart xmlns:r="http://schemas.openxmlformats.org/officeDocument/2006/relationships" xmlns:c="http://schemas.openxmlformats.org/drawingml/2006/chart" r:id="R63c0831d519f4c97"/>
          </a:graphicData>
        </a:graphic>
      </p:graphicFrame>
      <p:sp>
        <p:nvSpPr>
          <p:cNvPr id="14" name="">
            <a:extLst xmlns:a="http://schemas.openxmlformats.org/drawingml/2006/main">
              <a:ext uri="{FF2B5EF4-FFF2-40B4-BE49-F238E27FC236}">
                <a16:creationId xmlns:a16="http://schemas.microsoft.com/office/drawing/2014/main" id="{475F0111-7009-4FE6-A910-2BAB172B6D19}"/>
              </a:ext>
            </a:extLst>
          </p:cNvPr>
          <p:cNvSpPr>
            <a:spLocks xmlns:a="http://schemas.openxmlformats.org/drawingml/2006/main" noGrp="1"/>
          </p:cNvSpPr>
          <p:nvPr/>
        </p:nvSpPr>
        <p:spPr>
          <a:xfrm xmlns:a="http://schemas.openxmlformats.org/drawingml/2006/main">
            <a:off x="6429375" y="3609975"/>
            <a:ext cx="5353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20365C"/>
                </a:solidFill>
                <a:latin typeface="Arial"/>
                <a:ea typeface="Arial"/>
                <a:cs typeface="Arial"/>
              </a:defRPr>
            </a:pPr>
            <a:r>
              <a:rPr sz="1950" b="1">
                <a:solidFill>
                  <a:srgbClr val="20365C"/>
                </a:solidFill>
                <a:latin typeface="Arial"/>
                <a:ea typeface="Arial"/>
                <a:cs typeface="Arial"/>
              </a:rPr>
              <a:t>Conservative-gap multiplier</a:t>
            </a:r>
          </a:p>
        </p:txBody>
      </p:sp>
      <p:sp>
        <p:nvSpPr>
          <p:cNvPr id="15" name="">
            <a:extLst xmlns:a="http://schemas.openxmlformats.org/drawingml/2006/main">
              <a:ext uri="{FF2B5EF4-FFF2-40B4-BE49-F238E27FC236}">
                <a16:creationId xmlns:a16="http://schemas.microsoft.com/office/drawing/2014/main" id="{8DD951B4-91BF-4F21-AEC9-A995FC8947EF}"/>
              </a:ext>
            </a:extLst>
          </p:cNvPr>
          <p:cNvSpPr>
            <a:spLocks xmlns:a="http://schemas.openxmlformats.org/drawingml/2006/main" noGrp="1"/>
          </p:cNvSpPr>
          <p:nvPr/>
        </p:nvSpPr>
        <p:spPr>
          <a:xfrm xmlns:a="http://schemas.openxmlformats.org/drawingml/2006/main">
            <a:off x="6429375" y="3981450"/>
            <a:ext cx="5353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Logged BCA multiplier</a:t>
            </a:r>
          </a:p>
        </p:txBody>
      </p:sp>
      <p:graphicFrame>
        <p:nvGraphicFramePr>
          <p:cNvPr id="32" name="Chart"/>
          <p:cNvGraphicFramePr/>
          <p:nvPr/>
        </p:nvGraphicFramePr>
        <p:xfrm>
          <a:off xmlns:a="http://schemas.openxmlformats.org/drawingml/2006/main" x="6381750" y="4238625"/>
          <a:ext xmlns:a="http://schemas.openxmlformats.org/drawingml/2006/main" cx="5448300" cy="1733550"/>
        </p:xfrm>
        <a:graphic xmlns:a="http://schemas.openxmlformats.org/drawingml/2006/main">
          <a:graphicData uri="http://schemas.openxmlformats.org/drawingml/2006/chart">
            <c:chart xmlns:r="http://schemas.openxmlformats.org/officeDocument/2006/relationships" xmlns:c="http://schemas.openxmlformats.org/drawingml/2006/chart" r:id="R59c12c1ef5d14161"/>
          </a:graphicData>
        </a:graphic>
      </p:graphicFrame>
    </p:spTree>
    <p:extLst>
      <p:ext uri="{BB962C8B-B14F-4D97-AF65-F5344CB8AC3E}">
        <p14:creationId xmlns:p14="http://schemas.microsoft.com/office/powerpoint/2010/main" val="45557380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70DE3DE-7E33-44F9-BE9A-2CCEF5FF0D87}"/>
              </a:ext>
            </a:extLst>
          </p:cNvPr>
          <p:cNvSpPr>
            <a:spLocks xmlns:a="http://schemas.openxmlformats.org/drawingml/2006/main" noGrp="1"/>
          </p:cNvSpPr>
          <p:nvPr/>
        </p:nvSpPr>
        <p:spPr>
          <a:xfrm xmlns:a="http://schemas.openxmlformats.org/drawingml/2006/main">
            <a:off x="0" y="0"/>
            <a:ext cx="12192000" cy="104775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169059F-D431-418C-9D69-C99B07C94084}"/>
              </a:ext>
            </a:extLst>
          </p:cNvPr>
          <p:cNvSpPr>
            <a:spLocks xmlns:a="http://schemas.openxmlformats.org/drawingml/2006/main" noGrp="1"/>
          </p:cNvSpPr>
          <p:nvPr/>
        </p:nvSpPr>
        <p:spPr>
          <a:xfrm xmlns:a="http://schemas.openxmlformats.org/drawingml/2006/main">
            <a:off x="495300" y="180975"/>
            <a:ext cx="11201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Coverage remains an unanswered question</a:t>
            </a:r>
          </a:p>
        </p:txBody>
      </p:sp>
      <p:sp>
        <p:nvSpPr>
          <p:cNvPr id="3" name="">
            <a:extLst xmlns:a="http://schemas.openxmlformats.org/drawingml/2006/main">
              <a:ext uri="{FF2B5EF4-FFF2-40B4-BE49-F238E27FC236}">
                <a16:creationId xmlns:a16="http://schemas.microsoft.com/office/drawing/2014/main" id="{7383D87B-45C4-4652-8B17-6E77EB019D54}"/>
              </a:ext>
            </a:extLst>
          </p:cNvPr>
          <p:cNvSpPr>
            <a:spLocks xmlns:a="http://schemas.openxmlformats.org/drawingml/2006/main" noGrp="1"/>
          </p:cNvSpPr>
          <p:nvPr/>
        </p:nvSpPr>
        <p:spPr>
          <a:xfrm xmlns:a="http://schemas.openxmlformats.org/drawingml/2006/main">
            <a:off x="514350" y="6286500"/>
            <a:ext cx="1038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C6877"/>
                </a:solidFill>
                <a:latin typeface="Arial"/>
                <a:ea typeface="Arial"/>
                <a:cs typeface="Arial"/>
              </a:defRPr>
            </a:pPr>
            <a:r>
              <a:rPr sz="1275" b="0">
                <a:solidFill>
                  <a:srgbClr val="5C6877"/>
                </a:solidFill>
                <a:latin typeface="Arial"/>
                <a:ea typeface="Arial"/>
                <a:cs typeface="Arial"/>
              </a:rPr>
              <a:t>Important gap: no verified fresh OOD residual-coverage result. Nominal 90% is a target, not a finding.</a:t>
            </a:r>
          </a:p>
        </p:txBody>
      </p:sp>
      <p:sp>
        <p:nvSpPr>
          <p:cNvPr id="4" name="">
            <a:extLst xmlns:a="http://schemas.openxmlformats.org/drawingml/2006/main">
              <a:ext uri="{FF2B5EF4-FFF2-40B4-BE49-F238E27FC236}">
                <a16:creationId xmlns:a16="http://schemas.microsoft.com/office/drawing/2014/main" id="{59D4634D-5650-44B8-8887-33A5D33235FE}"/>
              </a:ext>
            </a:extLst>
          </p:cNvPr>
          <p:cNvSpPr>
            <a:spLocks xmlns:a="http://schemas.openxmlformats.org/drawingml/2006/main" noGrp="1"/>
          </p:cNvSpPr>
          <p:nvPr/>
        </p:nvSpPr>
        <p:spPr>
          <a:xfrm xmlns:a="http://schemas.openxmlformats.org/drawingml/2006/main">
            <a:off x="11239500" y="6286500"/>
            <a:ext cx="45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11</a:t>
            </a:r>
          </a:p>
        </p:txBody>
      </p:sp>
      <p:graphicFrame>
        <p:nvGraphicFramePr>
          <p:cNvPr id="10" name=""/>
          <p:cNvGraphicFramePr/>
          <p:nvPr/>
        </p:nvGraphicFramePr>
        <p:xfrm>
          <a:off xmlns:a="http://schemas.openxmlformats.org/drawingml/2006/main" x="495300" y="1476375"/>
          <a:ext xmlns:a="http://schemas.openxmlformats.org/drawingml/2006/main" cx="11201400" cy="4371975"/>
        </p:xfrm>
        <a:graphic xmlns:a="http://schemas.openxmlformats.org/drawingml/2006/main">
          <a:graphicData uri="http://schemas.openxmlformats.org/drawingml/2006/table">
            <a:tbl>
              <a:tblPr/>
              <a:tblGrid>
                <a:gridCol w="3238500"/>
                <a:gridCol w="4391025"/>
                <a:gridCol w="3571875"/>
              </a:tblGrid>
              <a:tr h="728663">
                <a:tc>
                  <a:txBody>
                    <a:bodyPr>
                      <a:noAutofit/>
                    </a:bodyPr>
                    <a:lstStyle/>
                    <a:p>
                      <a:r>
                        <a:rPr sz="1800" b="1">
                          <a:solidFill>
                            <a:srgbClr val="FFFFFF"/>
                          </a:solidFill>
                          <a:latin typeface="Arial"/>
                          <a:ea typeface="Arial"/>
                          <a:cs typeface="Arial"/>
                        </a:rPr>
                        <a:t>Measure</a:t>
                      </a:r>
                    </a:p>
                  </a:txBody>
                  <a:tcPr marL="114300" marR="95250" marT="76200" marB="66675" anchor="ctr">
                    <a:solidFill>
                      <a:srgbClr val="20365C"/>
                    </a:solidFill>
                  </a:tcPr>
                </a:tc>
                <a:tc>
                  <a:txBody>
                    <a:bodyPr>
                      <a:noAutofit/>
                    </a:bodyPr>
                    <a:lstStyle/>
                    <a:p>
                      <a:r>
                        <a:rPr sz="1800" b="1">
                          <a:solidFill>
                            <a:srgbClr val="FFFFFF"/>
                          </a:solidFill>
                          <a:latin typeface="Arial"/>
                          <a:ea typeface="Arial"/>
                          <a:cs typeface="Arial"/>
                        </a:rPr>
                        <a:t>What it answers</a:t>
                      </a:r>
                    </a:p>
                  </a:txBody>
                  <a:tcPr marL="114300" marR="95250" marT="76200" marB="66675" anchor="ctr">
                    <a:solidFill>
                      <a:srgbClr val="20365C"/>
                    </a:solidFill>
                  </a:tcPr>
                </a:tc>
                <a:tc>
                  <a:txBody>
                    <a:bodyPr>
                      <a:noAutofit/>
                    </a:bodyPr>
                    <a:lstStyle/>
                    <a:p>
                      <a:r>
                        <a:rPr sz="1800" b="1">
                          <a:solidFill>
                            <a:srgbClr val="FFFFFF"/>
                          </a:solidFill>
                          <a:latin typeface="Arial"/>
                          <a:ea typeface="Arial"/>
                          <a:cs typeface="Arial"/>
                        </a:rPr>
                        <a:t>Current evidence</a:t>
                      </a:r>
                    </a:p>
                  </a:txBody>
                  <a:tcPr marL="114300" marR="95250" marT="76200" marB="66675" anchor="ctr">
                    <a:solidFill>
                      <a:srgbClr val="20365C"/>
                    </a:solidFill>
                  </a:tcPr>
                </a:tc>
              </a:tr>
              <a:tr h="728663">
                <a:tc>
                  <a:txBody>
                    <a:bodyPr>
                      <a:noAutofit/>
                    </a:bodyPr>
                    <a:lstStyle/>
                    <a:p>
                      <a:r>
                        <a:rPr sz="1800" b="0">
                          <a:solidFill>
                            <a:srgbClr val="192737"/>
                          </a:solidFill>
                          <a:latin typeface="Arial"/>
                          <a:ea typeface="Arial"/>
                          <a:cs typeface="Arial"/>
                        </a:rPr>
                        <a:t>Empirical residual coverage</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How often does the band contain its stated target?</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Not verified on fresh OOD samples</a:t>
                      </a:r>
                    </a:p>
                  </a:txBody>
                  <a:tcPr marL="114300" marR="95250" marT="76200" marB="66675" anchor="ctr">
                    <a:solidFill>
                      <a:srgbClr val="FFFFFF"/>
                    </a:solidFill>
                  </a:tcPr>
                </a:tc>
              </a:tr>
              <a:tr h="728663">
                <a:tc>
                  <a:txBody>
                    <a:bodyPr>
                      <a:noAutofit/>
                    </a:bodyPr>
                    <a:lstStyle/>
                    <a:p>
                      <a:r>
                        <a:rPr sz="1800" b="0">
                          <a:solidFill>
                            <a:srgbClr val="192737"/>
                          </a:solidFill>
                          <a:latin typeface="Arial"/>
                          <a:ea typeface="Arial"/>
                          <a:cs typeface="Arial"/>
                        </a:rPr>
                        <a:t>Band width / sharpness</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How much uncertainty does it report?</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Pilot widths 1.35–2.48; not coverage</a:t>
                      </a:r>
                    </a:p>
                  </a:txBody>
                  <a:tcPr marL="114300" marR="95250" marT="76200" marB="66675" anchor="ctr">
                    <a:solidFill>
                      <a:srgbClr val="F1F4F8"/>
                    </a:solidFill>
                  </a:tcPr>
                </a:tc>
              </a:tr>
              <a:tr h="728663">
                <a:tc>
                  <a:txBody>
                    <a:bodyPr>
                      <a:noAutofit/>
                    </a:bodyPr>
                    <a:lstStyle/>
                    <a:p>
                      <a:r>
                        <a:rPr sz="1800" b="0">
                          <a:solidFill>
                            <a:srgbClr val="192737"/>
                          </a:solidFill>
                          <a:latin typeface="Arial"/>
                          <a:ea typeface="Arial"/>
                          <a:cs typeface="Arial"/>
                        </a:rPr>
                        <a:t>Coverage by support band</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Where does calibration fail under shift?</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Requires a separate accepted readout</a:t>
                      </a:r>
                    </a:p>
                  </a:txBody>
                  <a:tcPr marL="114300" marR="95250" marT="76200" marB="66675" anchor="ctr">
                    <a:solidFill>
                      <a:srgbClr val="FFFFFF"/>
                    </a:solidFill>
                  </a:tcPr>
                </a:tc>
              </a:tr>
              <a:tr h="728663">
                <a:tc>
                  <a:txBody>
                    <a:bodyPr>
                      <a:noAutofit/>
                    </a:bodyPr>
                    <a:lstStyle/>
                    <a:p>
                      <a:r>
                        <a:rPr sz="1800" b="0">
                          <a:solidFill>
                            <a:srgbClr val="192737"/>
                          </a:solidFill>
                          <a:latin typeface="Arial"/>
                          <a:ea typeface="Arial"/>
                          <a:cs typeface="Arial"/>
                        </a:rPr>
                        <a:t>Fit counts and radius refreshes</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Did the calibration machinery operate?</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Verified for reviewed TD3/ReBRAC runs</a:t>
                      </a:r>
                    </a:p>
                  </a:txBody>
                  <a:tcPr marL="114300" marR="95250" marT="76200" marB="66675" anchor="ctr">
                    <a:solidFill>
                      <a:srgbClr val="F1F4F8"/>
                    </a:solidFill>
                  </a:tcPr>
                </a:tc>
              </a:tr>
              <a:tr h="728663">
                <a:tc>
                  <a:txBody>
                    <a:bodyPr>
                      <a:noAutofit/>
                    </a:bodyPr>
                    <a:lstStyle/>
                    <a:p>
                      <a:r>
                        <a:rPr sz="1800" b="0">
                          <a:solidFill>
                            <a:srgbClr val="192737"/>
                          </a:solidFill>
                          <a:latin typeface="Arial"/>
                          <a:ea typeface="Arial"/>
                          <a:cs typeface="Arial"/>
                        </a:rPr>
                        <a:t>True-Q prediction error</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Does Q match actual long-run value?</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Not supplied by training Bellman loss</a:t>
                      </a:r>
                    </a:p>
                  </a:txBody>
                  <a:tcPr marL="114300" marR="95250" marT="76200" marB="66675" anchor="ctr">
                    <a:solidFill>
                      <a:srgbClr val="FFFFFF"/>
                    </a:solidFill>
                  </a:tcPr>
                </a:tc>
              </a:tr>
            </a:tbl>
          </a:graphicData>
        </a:graphic>
      </p:graphicFrame>
    </p:spTree>
    <p:extLst>
      <p:ext uri="{BB962C8B-B14F-4D97-AF65-F5344CB8AC3E}">
        <p14:creationId xmlns:p14="http://schemas.microsoft.com/office/powerpoint/2010/main" val="148913449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B559D13-A6DC-43A9-B103-FDD919C95248}"/>
              </a:ext>
            </a:extLst>
          </p:cNvPr>
          <p:cNvSpPr>
            <a:spLocks xmlns:a="http://schemas.openxmlformats.org/drawingml/2006/main" noGrp="1"/>
          </p:cNvSpPr>
          <p:nvPr/>
        </p:nvSpPr>
        <p:spPr>
          <a:xfrm xmlns:a="http://schemas.openxmlformats.org/drawingml/2006/main">
            <a:off x="0" y="0"/>
            <a:ext cx="12192000" cy="1047750"/>
          </a:xfrm>
          <a:prstGeom xmlns:a="http://schemas.openxmlformats.org/drawingml/2006/main" prst="rect">
            <a:avLst/>
          </a:prstGeom>
          <a:solidFill xmlns:a="http://schemas.openxmlformats.org/drawingml/2006/main">
            <a:srgbClr val="2036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5BE53CA-E754-4AB7-9A2A-7F75B747C6A9}"/>
              </a:ext>
            </a:extLst>
          </p:cNvPr>
          <p:cNvSpPr>
            <a:spLocks xmlns:a="http://schemas.openxmlformats.org/drawingml/2006/main" noGrp="1"/>
          </p:cNvSpPr>
          <p:nvPr/>
        </p:nvSpPr>
        <p:spPr>
          <a:xfrm xmlns:a="http://schemas.openxmlformats.org/drawingml/2006/main">
            <a:off x="495300" y="180975"/>
            <a:ext cx="11201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What the combined metrics mean for BCA</a:t>
            </a:r>
          </a:p>
        </p:txBody>
      </p:sp>
      <p:sp>
        <p:nvSpPr>
          <p:cNvPr id="3" name="">
            <a:extLst xmlns:a="http://schemas.openxmlformats.org/drawingml/2006/main">
              <a:ext uri="{FF2B5EF4-FFF2-40B4-BE49-F238E27FC236}">
                <a16:creationId xmlns:a16="http://schemas.microsoft.com/office/drawing/2014/main" id="{837F6C37-F8CF-4990-9E68-334EBC773CB9}"/>
              </a:ext>
            </a:extLst>
          </p:cNvPr>
          <p:cNvSpPr>
            <a:spLocks xmlns:a="http://schemas.openxmlformats.org/drawingml/2006/main" noGrp="1"/>
          </p:cNvSpPr>
          <p:nvPr/>
        </p:nvSpPr>
        <p:spPr>
          <a:xfrm xmlns:a="http://schemas.openxmlformats.org/drawingml/2006/main">
            <a:off x="514350" y="6286500"/>
            <a:ext cx="1038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C6877"/>
                </a:solidFill>
                <a:latin typeface="Arial"/>
                <a:ea typeface="Arial"/>
                <a:cs typeface="Arial"/>
              </a:defRPr>
            </a:pPr>
            <a:r>
              <a:rPr sz="1275" b="0">
                <a:solidFill>
                  <a:srgbClr val="5C6877"/>
                </a:solidFill>
                <a:latin typeface="Arial"/>
                <a:ea typeface="Arial"/>
                <a:cs typeface="Arial"/>
              </a:rPr>
              <a:t>One-seed pilot and reviewed training examples. These are leads to test, not identified causes.</a:t>
            </a:r>
          </a:p>
        </p:txBody>
      </p:sp>
      <p:sp>
        <p:nvSpPr>
          <p:cNvPr id="4" name="">
            <a:extLst xmlns:a="http://schemas.openxmlformats.org/drawingml/2006/main">
              <a:ext uri="{FF2B5EF4-FFF2-40B4-BE49-F238E27FC236}">
                <a16:creationId xmlns:a16="http://schemas.microsoft.com/office/drawing/2014/main" id="{6B342AFF-8C12-49B7-8BC1-FD043CD60611}"/>
              </a:ext>
            </a:extLst>
          </p:cNvPr>
          <p:cNvSpPr>
            <a:spLocks xmlns:a="http://schemas.openxmlformats.org/drawingml/2006/main" noGrp="1"/>
          </p:cNvSpPr>
          <p:nvPr/>
        </p:nvSpPr>
        <p:spPr>
          <a:xfrm xmlns:a="http://schemas.openxmlformats.org/drawingml/2006/main">
            <a:off x="11239500" y="6286500"/>
            <a:ext cx="45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C6877"/>
                </a:solidFill>
                <a:latin typeface="Arial"/>
                <a:ea typeface="Arial"/>
                <a:cs typeface="Arial"/>
              </a:defRPr>
            </a:pPr>
            <a:r>
              <a:rPr sz="1350" b="0">
                <a:solidFill>
                  <a:srgbClr val="5C6877"/>
                </a:solidFill>
                <a:latin typeface="Arial"/>
                <a:ea typeface="Arial"/>
                <a:cs typeface="Arial"/>
              </a:rPr>
              <a:t>12</a:t>
            </a:r>
          </a:p>
        </p:txBody>
      </p:sp>
      <p:graphicFrame>
        <p:nvGraphicFramePr>
          <p:cNvPr id="10" name=""/>
          <p:cNvGraphicFramePr/>
          <p:nvPr/>
        </p:nvGraphicFramePr>
        <p:xfrm>
          <a:off xmlns:a="http://schemas.openxmlformats.org/drawingml/2006/main" x="495300" y="1457325"/>
          <a:ext xmlns:a="http://schemas.openxmlformats.org/drawingml/2006/main" cx="11201400" cy="4429125"/>
        </p:xfrm>
        <a:graphic xmlns:a="http://schemas.openxmlformats.org/drawingml/2006/main">
          <a:graphicData uri="http://schemas.openxmlformats.org/drawingml/2006/table">
            <a:tbl>
              <a:tblPr/>
              <a:tblGrid>
                <a:gridCol w="3609975"/>
                <a:gridCol w="3609975"/>
                <a:gridCol w="3981450"/>
              </a:tblGrid>
              <a:tr h="738188">
                <a:tc>
                  <a:txBody>
                    <a:bodyPr>
                      <a:noAutofit/>
                    </a:bodyPr>
                    <a:lstStyle/>
                    <a:p>
                      <a:r>
                        <a:rPr sz="1800" b="1">
                          <a:solidFill>
                            <a:srgbClr val="FFFFFF"/>
                          </a:solidFill>
                          <a:latin typeface="Arial"/>
                          <a:ea typeface="Arial"/>
                          <a:cs typeface="Arial"/>
                        </a:rPr>
                        <a:t>Evidence</a:t>
                      </a:r>
                    </a:p>
                  </a:txBody>
                  <a:tcPr marL="114300" marR="95250" marT="76200" marB="66675" anchor="ctr">
                    <a:solidFill>
                      <a:srgbClr val="20365C"/>
                    </a:solidFill>
                  </a:tcPr>
                </a:tc>
                <a:tc>
                  <a:txBody>
                    <a:bodyPr>
                      <a:noAutofit/>
                    </a:bodyPr>
                    <a:lstStyle/>
                    <a:p>
                      <a:r>
                        <a:rPr sz="1800" b="1">
                          <a:solidFill>
                            <a:srgbClr val="FFFFFF"/>
                          </a:solidFill>
                          <a:latin typeface="Arial"/>
                          <a:ea typeface="Arial"/>
                          <a:cs typeface="Arial"/>
                        </a:rPr>
                        <a:t>What it establishes</a:t>
                      </a:r>
                    </a:p>
                  </a:txBody>
                  <a:tcPr marL="114300" marR="95250" marT="76200" marB="66675" anchor="ctr">
                    <a:solidFill>
                      <a:srgbClr val="20365C"/>
                    </a:solidFill>
                  </a:tcPr>
                </a:tc>
                <a:tc>
                  <a:txBody>
                    <a:bodyPr>
                      <a:noAutofit/>
                    </a:bodyPr>
                    <a:lstStyle/>
                    <a:p>
                      <a:r>
                        <a:rPr sz="1800" b="1">
                          <a:solidFill>
                            <a:srgbClr val="FFFFFF"/>
                          </a:solidFill>
                          <a:latin typeface="Arial"/>
                          <a:ea typeface="Arial"/>
                          <a:cs typeface="Arial"/>
                        </a:rPr>
                        <a:t>Next step and why</a:t>
                      </a:r>
                    </a:p>
                  </a:txBody>
                  <a:tcPr marL="114300" marR="95250" marT="76200" marB="66675" anchor="ctr">
                    <a:solidFill>
                      <a:srgbClr val="20365C"/>
                    </a:solidFill>
                  </a:tcPr>
                </a:tc>
              </a:tr>
              <a:tr h="738188">
                <a:tc>
                  <a:txBody>
                    <a:bodyPr>
                      <a:noAutofit/>
                    </a:bodyPr>
                    <a:lstStyle/>
                    <a:p>
                      <a:r>
                        <a:rPr sz="1800" b="0">
                          <a:solidFill>
                            <a:srgbClr val="192737"/>
                          </a:solidFill>
                          <a:latin typeface="Arial"/>
                          <a:ea typeface="Arial"/>
                          <a:cs typeface="Arial"/>
                        </a:rPr>
                        <a:t>Fits accepted; multiplier changes</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BCA is active during training</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Evaluate whether that signal is useful</a:t>
                      </a:r>
                    </a:p>
                  </a:txBody>
                  <a:tcPr marL="114300" marR="95250" marT="76200" marB="66675" anchor="ctr">
                    <a:solidFill>
                      <a:srgbClr val="FFFFFF"/>
                    </a:solidFill>
                  </a:tcPr>
                </a:tc>
              </a:tr>
              <a:tr h="738188">
                <a:tc>
                  <a:txBody>
                    <a:bodyPr>
                      <a:noAutofit/>
                    </a:bodyPr>
                    <a:lstStyle/>
                    <a:p>
                      <a:r>
                        <a:rPr sz="1800" b="0">
                          <a:solidFill>
                            <a:srgbClr val="192737"/>
                          </a:solidFill>
                          <a:latin typeface="Arial"/>
                          <a:ea typeface="Arial"/>
                          <a:cs typeface="Arial"/>
                        </a:rPr>
                        <a:t>AP enrichment; near-chance AUROC</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Some warning information, limited separation</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Finish support-balanced, five-seed tests</a:t>
                      </a:r>
                    </a:p>
                  </a:txBody>
                  <a:tcPr marL="114300" marR="95250" marT="76200" marB="66675" anchor="ctr">
                    <a:solidFill>
                      <a:srgbClr val="F1F4F8"/>
                    </a:solidFill>
                  </a:tcPr>
                </a:tc>
              </a:tr>
              <a:tr h="738188">
                <a:tc>
                  <a:txBody>
                    <a:bodyPr>
                      <a:noAutofit/>
                    </a:bodyPr>
                    <a:lstStyle/>
                    <a:p>
                      <a:r>
                        <a:rPr sz="1800" b="0">
                          <a:solidFill>
                            <a:srgbClr val="192737"/>
                          </a:solidFill>
                          <a:latin typeface="Arial"/>
                          <a:ea typeface="Arial"/>
                          <a:cs typeface="Arial"/>
                        </a:rPr>
                        <a:t>No lower tested-action regret</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No demonstrated choice benefit in the pilot</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Check warning-to-host influence separately</a:t>
                      </a:r>
                    </a:p>
                  </a:txBody>
                  <a:tcPr marL="114300" marR="95250" marT="76200" marB="66675" anchor="ctr">
                    <a:solidFill>
                      <a:srgbClr val="FFFFFF"/>
                    </a:solidFill>
                  </a:tcPr>
                </a:tc>
              </a:tr>
              <a:tr h="738188">
                <a:tc>
                  <a:txBody>
                    <a:bodyPr>
                      <a:noAutofit/>
                    </a:bodyPr>
                    <a:lstStyle/>
                    <a:p>
                      <a:r>
                        <a:rPr sz="1800" b="0">
                          <a:solidFill>
                            <a:srgbClr val="192737"/>
                          </a:solidFill>
                          <a:latin typeface="Arial"/>
                          <a:ea typeface="Arial"/>
                          <a:cs typeface="Arial"/>
                        </a:rPr>
                        <a:t>Fresh coverage absent</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Calibration validity under shift is unresolved</a:t>
                      </a:r>
                    </a:p>
                  </a:txBody>
                  <a:tcPr marL="114300" marR="95250" marT="76200" marB="66675" anchor="ctr">
                    <a:solidFill>
                      <a:srgbClr val="F1F4F8"/>
                    </a:solidFill>
                  </a:tcPr>
                </a:tc>
                <a:tc>
                  <a:txBody>
                    <a:bodyPr>
                      <a:noAutofit/>
                    </a:bodyPr>
                    <a:lstStyle/>
                    <a:p>
                      <a:r>
                        <a:rPr sz="1800" b="0">
                          <a:solidFill>
                            <a:srgbClr val="192737"/>
                          </a:solidFill>
                          <a:latin typeface="Arial"/>
                          <a:ea typeface="Arial"/>
                          <a:cs typeface="Arial"/>
                        </a:rPr>
                        <a:t>Measure coverage against a declared target</a:t>
                      </a:r>
                    </a:p>
                  </a:txBody>
                  <a:tcPr marL="114300" marR="95250" marT="76200" marB="66675" anchor="ctr">
                    <a:solidFill>
                      <a:srgbClr val="F1F4F8"/>
                    </a:solidFill>
                  </a:tcPr>
                </a:tc>
              </a:tr>
              <a:tr h="738188">
                <a:tc>
                  <a:txBody>
                    <a:bodyPr>
                      <a:noAutofit/>
                    </a:bodyPr>
                    <a:lstStyle/>
                    <a:p>
                      <a:r>
                        <a:rPr sz="1800" b="0">
                          <a:solidFill>
                            <a:srgbClr val="192737"/>
                          </a:solidFill>
                          <a:latin typeface="Arial"/>
                          <a:ea typeface="Arial"/>
                          <a:cs typeface="Arial"/>
                        </a:rPr>
                        <a:t>IW only changed fitting previously</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Intended weighted-conformal stage was missing</a:t>
                      </a:r>
                    </a:p>
                  </a:txBody>
                  <a:tcPr marL="114300" marR="95250" marT="76200" marB="66675" anchor="ctr">
                    <a:solidFill>
                      <a:srgbClr val="FFFFFF"/>
                    </a:solidFill>
                  </a:tcPr>
                </a:tc>
                <a:tc>
                  <a:txBody>
                    <a:bodyPr>
                      <a:noAutofit/>
                    </a:bodyPr>
                    <a:lstStyle/>
                    <a:p>
                      <a:r>
                        <a:rPr sz="1800" b="0">
                          <a:solidFill>
                            <a:srgbClr val="192737"/>
                          </a:solidFill>
                          <a:latin typeface="Arial"/>
                          <a:ea typeface="Arial"/>
                          <a:cs typeface="Arial"/>
                        </a:rPr>
                        <a:t>Validate weighted quantile and query mass</a:t>
                      </a:r>
                    </a:p>
                  </a:txBody>
                  <a:tcPr marL="114300" marR="95250" marT="76200" marB="66675" anchor="ctr">
                    <a:solidFill>
                      <a:srgbClr val="FFFFFF"/>
                    </a:solidFill>
                  </a:tcPr>
                </a:tc>
              </a:tr>
            </a:tbl>
          </a:graphicData>
        </a:graphic>
      </p:graphicFrame>
    </p:spTree>
    <p:extLst>
      <p:ext uri="{BB962C8B-B14F-4D97-AF65-F5344CB8AC3E}">
        <p14:creationId xmlns:p14="http://schemas.microsoft.com/office/powerpoint/2010/main" val="17146760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2026-09-29T13:30:25.4590000Z</dcterms:created>
  <dcterms:modified xsi:type="dcterms:W3CDTF">2026-09-29T13:30:25.4590000Z</dcterms:modified>
</coreProperties>
</file>